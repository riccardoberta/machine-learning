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4"/>
  </p:notesMasterIdLst>
  <p:sldIdLst>
    <p:sldId id="256" r:id="rId2"/>
    <p:sldId id="264" r:id="rId3"/>
    <p:sldId id="265" r:id="rId4"/>
    <p:sldId id="281" r:id="rId5"/>
    <p:sldId id="282" r:id="rId6"/>
    <p:sldId id="283" r:id="rId7"/>
    <p:sldId id="284" r:id="rId8"/>
    <p:sldId id="285" r:id="rId9"/>
    <p:sldId id="286" r:id="rId10"/>
    <p:sldId id="287" r:id="rId11"/>
    <p:sldId id="288" r:id="rId12"/>
    <p:sldId id="280" r:id="rId13"/>
  </p:sldIdLst>
  <p:sldSz cx="9144000" cy="6858000" type="screen4x3"/>
  <p:notesSz cx="6858000" cy="9144000"/>
  <p:embeddedFontLst>
    <p:embeddedFont>
      <p:font typeface="Economica" panose="02000506040000020004" pitchFamily="2" charset="77"/>
      <p:regular r:id="rId15"/>
      <p:bold r:id="rId16"/>
      <p:italic r:id="rId17"/>
      <p:boldItalic r:id="rId18"/>
    </p:embeddedFont>
    <p:embeddedFont>
      <p:font typeface="Open Sans" panose="020B0606030504020204" pitchFamily="34" charset="0"/>
      <p:regular r:id="rId19"/>
      <p:bold r:id="rId20"/>
      <p:italic r:id="rId21"/>
      <p:boldItalic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3D0920D-BF3F-A040-8340-920E5CE59D11}" v="9" dt="2023-03-15T16:05:58.35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770"/>
    <p:restoredTop sz="91923"/>
  </p:normalViewPr>
  <p:slideViewPr>
    <p:cSldViewPr snapToGrid="0" snapToObjects="1">
      <p:cViewPr varScale="1">
        <p:scale>
          <a:sx n="125" d="100"/>
          <a:sy n="125" d="100"/>
        </p:scale>
        <p:origin x="168" y="5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29" Type="http://schemas.openxmlformats.org/officeDocument/2006/relationships/customXml" Target="../customXml/item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font" Target="fonts/font5.fntdata"/><Relationship Id="rId31" Type="http://schemas.openxmlformats.org/officeDocument/2006/relationships/customXml" Target="../customXml/item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 Id="rId27" Type="http://schemas.microsoft.com/office/2016/11/relationships/changesInfo" Target="changesInfos/changesInfo1.xml"/><Relationship Id="rId30" Type="http://schemas.openxmlformats.org/officeDocument/2006/relationships/customXml" Target="../customXml/item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cardo Berta" userId="c8694f89-bba4-4576-b0a8-456619ca5a8c" providerId="ADAL" clId="{58424B7E-67A2-E24B-9516-C248AFA19009}"/>
    <pc:docChg chg="undo custSel addSld delSld modSld sldOrd modMainMaster">
      <pc:chgData name="Riccardo Berta" userId="c8694f89-bba4-4576-b0a8-456619ca5a8c" providerId="ADAL" clId="{58424B7E-67A2-E24B-9516-C248AFA19009}" dt="2022-08-30T09:41:00.751" v="1457" actId="20577"/>
      <pc:docMkLst>
        <pc:docMk/>
      </pc:docMkLst>
      <pc:sldChg chg="modSp mod">
        <pc:chgData name="Riccardo Berta" userId="c8694f89-bba4-4576-b0a8-456619ca5a8c" providerId="ADAL" clId="{58424B7E-67A2-E24B-9516-C248AFA19009}" dt="2022-08-30T09:38:38.114" v="1432" actId="790"/>
        <pc:sldMkLst>
          <pc:docMk/>
          <pc:sldMk cId="0" sldId="256"/>
        </pc:sldMkLst>
        <pc:spChg chg="mod">
          <ac:chgData name="Riccardo Berta" userId="c8694f89-bba4-4576-b0a8-456619ca5a8c" providerId="ADAL" clId="{58424B7E-67A2-E24B-9516-C248AFA19009}" dt="2022-08-30T09:38:38.114" v="1432" actId="790"/>
          <ac:spMkLst>
            <pc:docMk/>
            <pc:sldMk cId="0" sldId="256"/>
            <ac:spMk id="62" creationId="{00000000-0000-0000-0000-000000000000}"/>
          </ac:spMkLst>
        </pc:spChg>
      </pc:sldChg>
      <pc:sldChg chg="addSp modSp mod">
        <pc:chgData name="Riccardo Berta" userId="c8694f89-bba4-4576-b0a8-456619ca5a8c" providerId="ADAL" clId="{58424B7E-67A2-E24B-9516-C248AFA19009}" dt="2022-08-30T09:37:52.468" v="1397" actId="20577"/>
        <pc:sldMkLst>
          <pc:docMk/>
          <pc:sldMk cId="0" sldId="257"/>
        </pc:sldMkLst>
        <pc:spChg chg="mod">
          <ac:chgData name="Riccardo Berta" userId="c8694f89-bba4-4576-b0a8-456619ca5a8c" providerId="ADAL" clId="{58424B7E-67A2-E24B-9516-C248AFA19009}" dt="2022-08-30T09:37:52.468" v="1397" actId="20577"/>
          <ac:spMkLst>
            <pc:docMk/>
            <pc:sldMk cId="0" sldId="257"/>
            <ac:spMk id="83" creationId="{00000000-0000-0000-0000-000000000000}"/>
          </ac:spMkLst>
        </pc:spChg>
        <pc:spChg chg="mod">
          <ac:chgData name="Riccardo Berta" userId="c8694f89-bba4-4576-b0a8-456619ca5a8c" providerId="ADAL" clId="{58424B7E-67A2-E24B-9516-C248AFA19009}" dt="2022-08-30T08:54:17.949" v="242" actId="20577"/>
          <ac:spMkLst>
            <pc:docMk/>
            <pc:sldMk cId="0" sldId="257"/>
            <ac:spMk id="84" creationId="{00000000-0000-0000-0000-000000000000}"/>
          </ac:spMkLst>
        </pc:spChg>
        <pc:picChg chg="add mod">
          <ac:chgData name="Riccardo Berta" userId="c8694f89-bba4-4576-b0a8-456619ca5a8c" providerId="ADAL" clId="{58424B7E-67A2-E24B-9516-C248AFA19009}" dt="2022-08-30T08:54:52.448" v="247" actId="1076"/>
          <ac:picMkLst>
            <pc:docMk/>
            <pc:sldMk cId="0" sldId="257"/>
            <ac:picMk id="3" creationId="{EE0D0F3E-A843-92E5-ABBC-F41E3CA3C922}"/>
          </ac:picMkLst>
        </pc:picChg>
        <pc:picChg chg="add mod">
          <ac:chgData name="Riccardo Berta" userId="c8694f89-bba4-4576-b0a8-456619ca5a8c" providerId="ADAL" clId="{58424B7E-67A2-E24B-9516-C248AFA19009}" dt="2022-08-30T08:54:40.649" v="245" actId="1076"/>
          <ac:picMkLst>
            <pc:docMk/>
            <pc:sldMk cId="0" sldId="257"/>
            <ac:picMk id="5" creationId="{692F2B73-F6B6-F2AC-BB2A-2B1020944694}"/>
          </ac:picMkLst>
        </pc:picChg>
      </pc:sldChg>
      <pc:sldChg chg="modSp mod">
        <pc:chgData name="Riccardo Berta" userId="c8694f89-bba4-4576-b0a8-456619ca5a8c" providerId="ADAL" clId="{58424B7E-67A2-E24B-9516-C248AFA19009}" dt="2022-08-30T09:41:00.751" v="1457" actId="20577"/>
        <pc:sldMkLst>
          <pc:docMk/>
          <pc:sldMk cId="3018556184" sldId="259"/>
        </pc:sldMkLst>
        <pc:spChg chg="mod">
          <ac:chgData name="Riccardo Berta" userId="c8694f89-bba4-4576-b0a8-456619ca5a8c" providerId="ADAL" clId="{58424B7E-67A2-E24B-9516-C248AFA19009}" dt="2022-08-30T09:40:55.801" v="1443" actId="20577"/>
          <ac:spMkLst>
            <pc:docMk/>
            <pc:sldMk cId="3018556184" sldId="259"/>
            <ac:spMk id="2" creationId="{41268BF7-2F3B-A5C4-4F7E-1982399FCE62}"/>
          </ac:spMkLst>
        </pc:spChg>
        <pc:spChg chg="mod">
          <ac:chgData name="Riccardo Berta" userId="c8694f89-bba4-4576-b0a8-456619ca5a8c" providerId="ADAL" clId="{58424B7E-67A2-E24B-9516-C248AFA19009}" dt="2022-08-30T09:41:00.751" v="1457" actId="20577"/>
          <ac:spMkLst>
            <pc:docMk/>
            <pc:sldMk cId="3018556184" sldId="259"/>
            <ac:spMk id="3" creationId="{38BFAA1C-1163-169B-2D77-6FEF73CC8512}"/>
          </ac:spMkLst>
        </pc:spChg>
      </pc:sldChg>
      <pc:sldChg chg="del">
        <pc:chgData name="Riccardo Berta" userId="c8694f89-bba4-4576-b0a8-456619ca5a8c" providerId="ADAL" clId="{58424B7E-67A2-E24B-9516-C248AFA19009}" dt="2022-08-30T08:44:09.932" v="12" actId="2696"/>
        <pc:sldMkLst>
          <pc:docMk/>
          <pc:sldMk cId="1066709261" sldId="260"/>
        </pc:sldMkLst>
      </pc:sldChg>
      <pc:sldChg chg="addSp modSp add mod">
        <pc:chgData name="Riccardo Berta" userId="c8694f89-bba4-4576-b0a8-456619ca5a8c" providerId="ADAL" clId="{58424B7E-67A2-E24B-9516-C248AFA19009}" dt="2022-08-30T09:38:04.406" v="1411" actId="20577"/>
        <pc:sldMkLst>
          <pc:docMk/>
          <pc:sldMk cId="3692252167" sldId="260"/>
        </pc:sldMkLst>
        <pc:spChg chg="mod">
          <ac:chgData name="Riccardo Berta" userId="c8694f89-bba4-4576-b0a8-456619ca5a8c" providerId="ADAL" clId="{58424B7E-67A2-E24B-9516-C248AFA19009}" dt="2022-08-30T09:38:04.406" v="1411" actId="20577"/>
          <ac:spMkLst>
            <pc:docMk/>
            <pc:sldMk cId="3692252167" sldId="260"/>
            <ac:spMk id="83" creationId="{00000000-0000-0000-0000-000000000000}"/>
          </ac:spMkLst>
        </pc:spChg>
        <pc:spChg chg="mod">
          <ac:chgData name="Riccardo Berta" userId="c8694f89-bba4-4576-b0a8-456619ca5a8c" providerId="ADAL" clId="{58424B7E-67A2-E24B-9516-C248AFA19009}" dt="2022-08-30T09:04:35.320" v="520" actId="20577"/>
          <ac:spMkLst>
            <pc:docMk/>
            <pc:sldMk cId="3692252167" sldId="260"/>
            <ac:spMk id="84" creationId="{00000000-0000-0000-0000-000000000000}"/>
          </ac:spMkLst>
        </pc:spChg>
        <pc:picChg chg="add mod">
          <ac:chgData name="Riccardo Berta" userId="c8694f89-bba4-4576-b0a8-456619ca5a8c" providerId="ADAL" clId="{58424B7E-67A2-E24B-9516-C248AFA19009}" dt="2022-08-30T09:05:43.669" v="528" actId="1076"/>
          <ac:picMkLst>
            <pc:docMk/>
            <pc:sldMk cId="3692252167" sldId="260"/>
            <ac:picMk id="3" creationId="{26020D26-A3D1-87FF-6D23-30510A8347CA}"/>
          </ac:picMkLst>
        </pc:picChg>
        <pc:picChg chg="add mod">
          <ac:chgData name="Riccardo Berta" userId="c8694f89-bba4-4576-b0a8-456619ca5a8c" providerId="ADAL" clId="{58424B7E-67A2-E24B-9516-C248AFA19009}" dt="2022-08-30T09:05:45.736" v="529" actId="1076"/>
          <ac:picMkLst>
            <pc:docMk/>
            <pc:sldMk cId="3692252167" sldId="260"/>
            <ac:picMk id="5" creationId="{9FA419C2-E609-741E-D65C-C1D117A7308B}"/>
          </ac:picMkLst>
        </pc:picChg>
        <pc:picChg chg="add mod">
          <ac:chgData name="Riccardo Berta" userId="c8694f89-bba4-4576-b0a8-456619ca5a8c" providerId="ADAL" clId="{58424B7E-67A2-E24B-9516-C248AFA19009}" dt="2022-08-30T09:05:50.436" v="530" actId="1076"/>
          <ac:picMkLst>
            <pc:docMk/>
            <pc:sldMk cId="3692252167" sldId="260"/>
            <ac:picMk id="7" creationId="{3ECFDE7C-5996-8F77-AAD8-C21E11379B42}"/>
          </ac:picMkLst>
        </pc:picChg>
      </pc:sldChg>
      <pc:sldChg chg="addSp modSp add mod">
        <pc:chgData name="Riccardo Berta" userId="c8694f89-bba4-4576-b0a8-456619ca5a8c" providerId="ADAL" clId="{58424B7E-67A2-E24B-9516-C248AFA19009}" dt="2022-08-30T09:35:29.211" v="1307" actId="21"/>
        <pc:sldMkLst>
          <pc:docMk/>
          <pc:sldMk cId="846979211" sldId="261"/>
        </pc:sldMkLst>
        <pc:spChg chg="mod">
          <ac:chgData name="Riccardo Berta" userId="c8694f89-bba4-4576-b0a8-456619ca5a8c" providerId="ADAL" clId="{58424B7E-67A2-E24B-9516-C248AFA19009}" dt="2022-08-30T09:06:58.258" v="533" actId="20577"/>
          <ac:spMkLst>
            <pc:docMk/>
            <pc:sldMk cId="846979211" sldId="261"/>
            <ac:spMk id="83" creationId="{00000000-0000-0000-0000-000000000000}"/>
          </ac:spMkLst>
        </pc:spChg>
        <pc:spChg chg="mod">
          <ac:chgData name="Riccardo Berta" userId="c8694f89-bba4-4576-b0a8-456619ca5a8c" providerId="ADAL" clId="{58424B7E-67A2-E24B-9516-C248AFA19009}" dt="2022-08-30T09:35:29.211" v="1307" actId="21"/>
          <ac:spMkLst>
            <pc:docMk/>
            <pc:sldMk cId="846979211" sldId="261"/>
            <ac:spMk id="84" creationId="{00000000-0000-0000-0000-000000000000}"/>
          </ac:spMkLst>
        </pc:spChg>
        <pc:picChg chg="add mod">
          <ac:chgData name="Riccardo Berta" userId="c8694f89-bba4-4576-b0a8-456619ca5a8c" providerId="ADAL" clId="{58424B7E-67A2-E24B-9516-C248AFA19009}" dt="2022-08-30T09:08:52.432" v="561" actId="1076"/>
          <ac:picMkLst>
            <pc:docMk/>
            <pc:sldMk cId="846979211" sldId="261"/>
            <ac:picMk id="3" creationId="{ABE3CA87-0B25-2C79-A596-21112343DAEC}"/>
          </ac:picMkLst>
        </pc:picChg>
      </pc:sldChg>
      <pc:sldChg chg="modSp add mod">
        <pc:chgData name="Riccardo Berta" userId="c8694f89-bba4-4576-b0a8-456619ca5a8c" providerId="ADAL" clId="{58424B7E-67A2-E24B-9516-C248AFA19009}" dt="2022-08-30T09:19:27.119" v="830" actId="20577"/>
        <pc:sldMkLst>
          <pc:docMk/>
          <pc:sldMk cId="447929702" sldId="262"/>
        </pc:sldMkLst>
        <pc:spChg chg="mod">
          <ac:chgData name="Riccardo Berta" userId="c8694f89-bba4-4576-b0a8-456619ca5a8c" providerId="ADAL" clId="{58424B7E-67A2-E24B-9516-C248AFA19009}" dt="2022-08-30T09:09:40.371" v="566" actId="20577"/>
          <ac:spMkLst>
            <pc:docMk/>
            <pc:sldMk cId="447929702" sldId="262"/>
            <ac:spMk id="83" creationId="{00000000-0000-0000-0000-000000000000}"/>
          </ac:spMkLst>
        </pc:spChg>
        <pc:spChg chg="mod">
          <ac:chgData name="Riccardo Berta" userId="c8694f89-bba4-4576-b0a8-456619ca5a8c" providerId="ADAL" clId="{58424B7E-67A2-E24B-9516-C248AFA19009}" dt="2022-08-30T09:19:27.119" v="830" actId="20577"/>
          <ac:spMkLst>
            <pc:docMk/>
            <pc:sldMk cId="447929702" sldId="262"/>
            <ac:spMk id="84" creationId="{00000000-0000-0000-0000-000000000000}"/>
          </ac:spMkLst>
        </pc:spChg>
      </pc:sldChg>
      <pc:sldChg chg="addSp modSp add mod ord">
        <pc:chgData name="Riccardo Berta" userId="c8694f89-bba4-4576-b0a8-456619ca5a8c" providerId="ADAL" clId="{58424B7E-67A2-E24B-9516-C248AFA19009}" dt="2022-08-30T09:40:40.663" v="1434" actId="20578"/>
        <pc:sldMkLst>
          <pc:docMk/>
          <pc:sldMk cId="11402927" sldId="263"/>
        </pc:sldMkLst>
        <pc:spChg chg="mod">
          <ac:chgData name="Riccardo Berta" userId="c8694f89-bba4-4576-b0a8-456619ca5a8c" providerId="ADAL" clId="{58424B7E-67A2-E24B-9516-C248AFA19009}" dt="2022-08-30T09:26:18.243" v="1009" actId="20577"/>
          <ac:spMkLst>
            <pc:docMk/>
            <pc:sldMk cId="11402927" sldId="263"/>
            <ac:spMk id="83" creationId="{00000000-0000-0000-0000-000000000000}"/>
          </ac:spMkLst>
        </pc:spChg>
        <pc:spChg chg="mod">
          <ac:chgData name="Riccardo Berta" userId="c8694f89-bba4-4576-b0a8-456619ca5a8c" providerId="ADAL" clId="{58424B7E-67A2-E24B-9516-C248AFA19009}" dt="2022-08-30T09:32:06.516" v="1199" actId="404"/>
          <ac:spMkLst>
            <pc:docMk/>
            <pc:sldMk cId="11402927" sldId="263"/>
            <ac:spMk id="84" creationId="{00000000-0000-0000-0000-000000000000}"/>
          </ac:spMkLst>
        </pc:spChg>
        <pc:picChg chg="add mod">
          <ac:chgData name="Riccardo Berta" userId="c8694f89-bba4-4576-b0a8-456619ca5a8c" providerId="ADAL" clId="{58424B7E-67A2-E24B-9516-C248AFA19009}" dt="2022-08-30T09:29:03.309" v="1117" actId="1076"/>
          <ac:picMkLst>
            <pc:docMk/>
            <pc:sldMk cId="11402927" sldId="263"/>
            <ac:picMk id="3" creationId="{F3D401DB-61B8-1C3E-9105-7EC9ACE0FC92}"/>
          </ac:picMkLst>
        </pc:picChg>
        <pc:picChg chg="add mod">
          <ac:chgData name="Riccardo Berta" userId="c8694f89-bba4-4576-b0a8-456619ca5a8c" providerId="ADAL" clId="{58424B7E-67A2-E24B-9516-C248AFA19009}" dt="2022-08-30T09:32:36.205" v="1204" actId="1076"/>
          <ac:picMkLst>
            <pc:docMk/>
            <pc:sldMk cId="11402927" sldId="263"/>
            <ac:picMk id="5" creationId="{5D828C5A-E211-5917-F0A3-478949F392AF}"/>
          </ac:picMkLst>
        </pc:picChg>
        <pc:picChg chg="add mod">
          <ac:chgData name="Riccardo Berta" userId="c8694f89-bba4-4576-b0a8-456619ca5a8c" providerId="ADAL" clId="{58424B7E-67A2-E24B-9516-C248AFA19009}" dt="2022-08-30T09:32:25.306" v="1202" actId="1076"/>
          <ac:picMkLst>
            <pc:docMk/>
            <pc:sldMk cId="11402927" sldId="263"/>
            <ac:picMk id="7" creationId="{0C7BE3E7-6868-19EE-3253-53A71F868074}"/>
          </ac:picMkLst>
        </pc:picChg>
        <pc:picChg chg="add mod">
          <ac:chgData name="Riccardo Berta" userId="c8694f89-bba4-4576-b0a8-456619ca5a8c" providerId="ADAL" clId="{58424B7E-67A2-E24B-9516-C248AFA19009}" dt="2022-08-30T09:32:20.372" v="1201" actId="1076"/>
          <ac:picMkLst>
            <pc:docMk/>
            <pc:sldMk cId="11402927" sldId="263"/>
            <ac:picMk id="9" creationId="{4FF45D8D-E910-4192-97BD-DEBE87AA0D7F}"/>
          </ac:picMkLst>
        </pc:picChg>
        <pc:picChg chg="add mod">
          <ac:chgData name="Riccardo Berta" userId="c8694f89-bba4-4576-b0a8-456619ca5a8c" providerId="ADAL" clId="{58424B7E-67A2-E24B-9516-C248AFA19009}" dt="2022-08-30T09:32:16.472" v="1200" actId="1076"/>
          <ac:picMkLst>
            <pc:docMk/>
            <pc:sldMk cId="11402927" sldId="263"/>
            <ac:picMk id="11" creationId="{85A08A20-9095-CFB9-3040-825FE39CFB8A}"/>
          </ac:picMkLst>
        </pc:picChg>
      </pc:sldChg>
      <pc:sldChg chg="del">
        <pc:chgData name="Riccardo Berta" userId="c8694f89-bba4-4576-b0a8-456619ca5a8c" providerId="ADAL" clId="{58424B7E-67A2-E24B-9516-C248AFA19009}" dt="2022-08-30T08:44:10.781" v="14" actId="2696"/>
        <pc:sldMkLst>
          <pc:docMk/>
          <pc:sldMk cId="2190566097" sldId="263"/>
        </pc:sldMkLst>
      </pc:sldChg>
      <pc:sldChg chg="modSp add mod ord">
        <pc:chgData name="Riccardo Berta" userId="c8694f89-bba4-4576-b0a8-456619ca5a8c" providerId="ADAL" clId="{58424B7E-67A2-E24B-9516-C248AFA19009}" dt="2022-08-30T09:40:38.066" v="1433" actId="20578"/>
        <pc:sldMkLst>
          <pc:docMk/>
          <pc:sldMk cId="2794482370" sldId="264"/>
        </pc:sldMkLst>
        <pc:spChg chg="mod">
          <ac:chgData name="Riccardo Berta" userId="c8694f89-bba4-4576-b0a8-456619ca5a8c" providerId="ADAL" clId="{58424B7E-67A2-E24B-9516-C248AFA19009}" dt="2022-08-30T09:35:37.505" v="1317" actId="20577"/>
          <ac:spMkLst>
            <pc:docMk/>
            <pc:sldMk cId="2794482370" sldId="264"/>
            <ac:spMk id="83" creationId="{00000000-0000-0000-0000-000000000000}"/>
          </ac:spMkLst>
        </pc:spChg>
        <pc:spChg chg="mod">
          <ac:chgData name="Riccardo Berta" userId="c8694f89-bba4-4576-b0a8-456619ca5a8c" providerId="ADAL" clId="{58424B7E-67A2-E24B-9516-C248AFA19009}" dt="2022-08-30T09:37:23.887" v="1369" actId="20577"/>
          <ac:spMkLst>
            <pc:docMk/>
            <pc:sldMk cId="2794482370" sldId="264"/>
            <ac:spMk id="84" creationId="{00000000-0000-0000-0000-000000000000}"/>
          </ac:spMkLst>
        </pc:spChg>
      </pc:sldChg>
      <pc:sldChg chg="del">
        <pc:chgData name="Riccardo Berta" userId="c8694f89-bba4-4576-b0a8-456619ca5a8c" providerId="ADAL" clId="{58424B7E-67A2-E24B-9516-C248AFA19009}" dt="2022-08-30T08:44:11.185" v="15" actId="2696"/>
        <pc:sldMkLst>
          <pc:docMk/>
          <pc:sldMk cId="3888810046" sldId="264"/>
        </pc:sldMkLst>
      </pc:sldChg>
      <pc:sldChg chg="add del">
        <pc:chgData name="Riccardo Berta" userId="c8694f89-bba4-4576-b0a8-456619ca5a8c" providerId="ADAL" clId="{58424B7E-67A2-E24B-9516-C248AFA19009}" dt="2022-08-30T09:40:43.113" v="1435" actId="2696"/>
        <pc:sldMkLst>
          <pc:docMk/>
          <pc:sldMk cId="1840044115" sldId="265"/>
        </pc:sldMkLst>
      </pc:sldChg>
      <pc:sldChg chg="del">
        <pc:chgData name="Riccardo Berta" userId="c8694f89-bba4-4576-b0a8-456619ca5a8c" providerId="ADAL" clId="{58424B7E-67A2-E24B-9516-C248AFA19009}" dt="2022-08-30T08:44:10.392" v="13" actId="2696"/>
        <pc:sldMkLst>
          <pc:docMk/>
          <pc:sldMk cId="2733657070" sldId="265"/>
        </pc:sldMkLst>
      </pc:sldChg>
      <pc:sldChg chg="del">
        <pc:chgData name="Riccardo Berta" userId="c8694f89-bba4-4576-b0a8-456619ca5a8c" providerId="ADAL" clId="{58424B7E-67A2-E24B-9516-C248AFA19009}" dt="2022-08-30T08:44:11.546" v="16" actId="2696"/>
        <pc:sldMkLst>
          <pc:docMk/>
          <pc:sldMk cId="2836957529" sldId="266"/>
        </pc:sldMkLst>
      </pc:sldChg>
      <pc:sldChg chg="add del">
        <pc:chgData name="Riccardo Berta" userId="c8694f89-bba4-4576-b0a8-456619ca5a8c" providerId="ADAL" clId="{58424B7E-67A2-E24B-9516-C248AFA19009}" dt="2022-08-30T09:40:44.686" v="1436" actId="2696"/>
        <pc:sldMkLst>
          <pc:docMk/>
          <pc:sldMk cId="3173063083" sldId="266"/>
        </pc:sldMkLst>
      </pc:sldChg>
      <pc:sldChg chg="del">
        <pc:chgData name="Riccardo Berta" userId="c8694f89-bba4-4576-b0a8-456619ca5a8c" providerId="ADAL" clId="{58424B7E-67A2-E24B-9516-C248AFA19009}" dt="2022-08-30T08:44:11.879" v="17" actId="2696"/>
        <pc:sldMkLst>
          <pc:docMk/>
          <pc:sldMk cId="3519359877" sldId="267"/>
        </pc:sldMkLst>
      </pc:sldChg>
      <pc:sldChg chg="add del">
        <pc:chgData name="Riccardo Berta" userId="c8694f89-bba4-4576-b0a8-456619ca5a8c" providerId="ADAL" clId="{58424B7E-67A2-E24B-9516-C248AFA19009}" dt="2022-08-30T09:40:45.351" v="1437" actId="2696"/>
        <pc:sldMkLst>
          <pc:docMk/>
          <pc:sldMk cId="4284808824" sldId="267"/>
        </pc:sldMkLst>
      </pc:sldChg>
      <pc:sldChg chg="add del">
        <pc:chgData name="Riccardo Berta" userId="c8694f89-bba4-4576-b0a8-456619ca5a8c" providerId="ADAL" clId="{58424B7E-67A2-E24B-9516-C248AFA19009}" dt="2022-08-30T09:40:46.386" v="1438" actId="2696"/>
        <pc:sldMkLst>
          <pc:docMk/>
          <pc:sldMk cId="2262434218" sldId="268"/>
        </pc:sldMkLst>
      </pc:sldChg>
      <pc:sldChg chg="del">
        <pc:chgData name="Riccardo Berta" userId="c8694f89-bba4-4576-b0a8-456619ca5a8c" providerId="ADAL" clId="{58424B7E-67A2-E24B-9516-C248AFA19009}" dt="2022-08-30T08:44:12.296" v="18" actId="2696"/>
        <pc:sldMkLst>
          <pc:docMk/>
          <pc:sldMk cId="3883776362" sldId="268"/>
        </pc:sldMkLst>
      </pc:sldChg>
      <pc:sldChg chg="del">
        <pc:chgData name="Riccardo Berta" userId="c8694f89-bba4-4576-b0a8-456619ca5a8c" providerId="ADAL" clId="{58424B7E-67A2-E24B-9516-C248AFA19009}" dt="2022-08-30T08:44:12.734" v="19" actId="2696"/>
        <pc:sldMkLst>
          <pc:docMk/>
          <pc:sldMk cId="482081013" sldId="269"/>
        </pc:sldMkLst>
      </pc:sldChg>
      <pc:sldChg chg="del">
        <pc:chgData name="Riccardo Berta" userId="c8694f89-bba4-4576-b0a8-456619ca5a8c" providerId="ADAL" clId="{58424B7E-67A2-E24B-9516-C248AFA19009}" dt="2022-08-30T08:44:13.162" v="20" actId="2696"/>
        <pc:sldMkLst>
          <pc:docMk/>
          <pc:sldMk cId="761532774" sldId="270"/>
        </pc:sldMkLst>
      </pc:sldChg>
      <pc:sldChg chg="del">
        <pc:chgData name="Riccardo Berta" userId="c8694f89-bba4-4576-b0a8-456619ca5a8c" providerId="ADAL" clId="{58424B7E-67A2-E24B-9516-C248AFA19009}" dt="2022-08-30T08:44:13.596" v="21" actId="2696"/>
        <pc:sldMkLst>
          <pc:docMk/>
          <pc:sldMk cId="3967202540" sldId="271"/>
        </pc:sldMkLst>
      </pc:sldChg>
      <pc:sldChg chg="del">
        <pc:chgData name="Riccardo Berta" userId="c8694f89-bba4-4576-b0a8-456619ca5a8c" providerId="ADAL" clId="{58424B7E-67A2-E24B-9516-C248AFA19009}" dt="2022-08-30T08:44:14.037" v="22" actId="2696"/>
        <pc:sldMkLst>
          <pc:docMk/>
          <pc:sldMk cId="2355894371" sldId="272"/>
        </pc:sldMkLst>
      </pc:sldChg>
      <pc:sldChg chg="del">
        <pc:chgData name="Riccardo Berta" userId="c8694f89-bba4-4576-b0a8-456619ca5a8c" providerId="ADAL" clId="{58424B7E-67A2-E24B-9516-C248AFA19009}" dt="2022-08-30T08:44:14.570" v="23" actId="2696"/>
        <pc:sldMkLst>
          <pc:docMk/>
          <pc:sldMk cId="3843819371" sldId="273"/>
        </pc:sldMkLst>
      </pc:sldChg>
      <pc:sldChg chg="del">
        <pc:chgData name="Riccardo Berta" userId="c8694f89-bba4-4576-b0a8-456619ca5a8c" providerId="ADAL" clId="{58424B7E-67A2-E24B-9516-C248AFA19009}" dt="2022-08-30T08:44:15.613" v="24" actId="2696"/>
        <pc:sldMkLst>
          <pc:docMk/>
          <pc:sldMk cId="806177680" sldId="274"/>
        </pc:sldMkLst>
      </pc:sldChg>
      <pc:sldChg chg="del">
        <pc:chgData name="Riccardo Berta" userId="c8694f89-bba4-4576-b0a8-456619ca5a8c" providerId="ADAL" clId="{58424B7E-67A2-E24B-9516-C248AFA19009}" dt="2022-08-30T08:44:16.250" v="25" actId="2696"/>
        <pc:sldMkLst>
          <pc:docMk/>
          <pc:sldMk cId="284781631" sldId="275"/>
        </pc:sldMkLst>
      </pc:sldChg>
      <pc:sldChg chg="del">
        <pc:chgData name="Riccardo Berta" userId="c8694f89-bba4-4576-b0a8-456619ca5a8c" providerId="ADAL" clId="{58424B7E-67A2-E24B-9516-C248AFA19009}" dt="2022-08-30T08:44:17.013" v="26" actId="2696"/>
        <pc:sldMkLst>
          <pc:docMk/>
          <pc:sldMk cId="4125292156" sldId="276"/>
        </pc:sldMkLst>
      </pc:sldChg>
      <pc:sldChg chg="del">
        <pc:chgData name="Riccardo Berta" userId="c8694f89-bba4-4576-b0a8-456619ca5a8c" providerId="ADAL" clId="{58424B7E-67A2-E24B-9516-C248AFA19009}" dt="2022-08-30T08:44:17.602" v="27" actId="2696"/>
        <pc:sldMkLst>
          <pc:docMk/>
          <pc:sldMk cId="1388305878" sldId="277"/>
        </pc:sldMkLst>
      </pc:sldChg>
      <pc:sldChg chg="del">
        <pc:chgData name="Riccardo Berta" userId="c8694f89-bba4-4576-b0a8-456619ca5a8c" providerId="ADAL" clId="{58424B7E-67A2-E24B-9516-C248AFA19009}" dt="2022-08-30T08:44:18.091" v="28" actId="2696"/>
        <pc:sldMkLst>
          <pc:docMk/>
          <pc:sldMk cId="2276488042" sldId="278"/>
        </pc:sldMkLst>
      </pc:sldChg>
      <pc:sldMasterChg chg="modSldLayout">
        <pc:chgData name="Riccardo Berta" userId="c8694f89-bba4-4576-b0a8-456619ca5a8c" providerId="ADAL" clId="{58424B7E-67A2-E24B-9516-C248AFA19009}" dt="2022-08-30T08:51:17.059" v="152" actId="948"/>
        <pc:sldMasterMkLst>
          <pc:docMk/>
          <pc:sldMasterMk cId="0" sldId="2147483659"/>
        </pc:sldMasterMkLst>
        <pc:sldLayoutChg chg="modSp mod">
          <pc:chgData name="Riccardo Berta" userId="c8694f89-bba4-4576-b0a8-456619ca5a8c" providerId="ADAL" clId="{58424B7E-67A2-E24B-9516-C248AFA19009}" dt="2022-08-30T08:51:17.059" v="152" actId="948"/>
          <pc:sldLayoutMkLst>
            <pc:docMk/>
            <pc:sldMasterMk cId="0" sldId="2147483659"/>
            <pc:sldLayoutMk cId="0" sldId="2147483650"/>
          </pc:sldLayoutMkLst>
          <pc:spChg chg="mod">
            <ac:chgData name="Riccardo Berta" userId="c8694f89-bba4-4576-b0a8-456619ca5a8c" providerId="ADAL" clId="{58424B7E-67A2-E24B-9516-C248AFA19009}" dt="2022-08-30T08:51:17.059" v="152" actId="948"/>
            <ac:spMkLst>
              <pc:docMk/>
              <pc:sldMasterMk cId="0" sldId="2147483659"/>
              <pc:sldLayoutMk cId="0" sldId="2147483650"/>
              <ac:spMk id="23" creationId="{00000000-0000-0000-0000-000000000000}"/>
            </ac:spMkLst>
          </pc:spChg>
        </pc:sldLayoutChg>
      </pc:sldMasterChg>
    </pc:docChg>
  </pc:docChgLst>
  <pc:docChgLst>
    <pc:chgData name="Riccardo Berta" userId="c8694f89-bba4-4576-b0a8-456619ca5a8c" providerId="ADAL" clId="{F4AAAA8C-1CB2-214C-996A-F15BCA6CB64E}"/>
    <pc:docChg chg="undo custSel addSld delSld modSld">
      <pc:chgData name="Riccardo Berta" userId="c8694f89-bba4-4576-b0a8-456619ca5a8c" providerId="ADAL" clId="{F4AAAA8C-1CB2-214C-996A-F15BCA6CB64E}" dt="2022-07-29T16:21:50.628" v="2975" actId="1076"/>
      <pc:docMkLst>
        <pc:docMk/>
      </pc:docMkLst>
      <pc:sldChg chg="modSp mod">
        <pc:chgData name="Riccardo Berta" userId="c8694f89-bba4-4576-b0a8-456619ca5a8c" providerId="ADAL" clId="{F4AAAA8C-1CB2-214C-996A-F15BCA6CB64E}" dt="2022-07-27T13:37:29.445" v="2" actId="20577"/>
        <pc:sldMkLst>
          <pc:docMk/>
          <pc:sldMk cId="0" sldId="256"/>
        </pc:sldMkLst>
        <pc:spChg chg="mod">
          <ac:chgData name="Riccardo Berta" userId="c8694f89-bba4-4576-b0a8-456619ca5a8c" providerId="ADAL" clId="{F4AAAA8C-1CB2-214C-996A-F15BCA6CB64E}" dt="2022-07-27T13:37:29.445" v="2" actId="20577"/>
          <ac:spMkLst>
            <pc:docMk/>
            <pc:sldMk cId="0" sldId="256"/>
            <ac:spMk id="62" creationId="{00000000-0000-0000-0000-000000000000}"/>
          </ac:spMkLst>
        </pc:spChg>
      </pc:sldChg>
      <pc:sldChg chg="addSp modSp mod">
        <pc:chgData name="Riccardo Berta" userId="c8694f89-bba4-4576-b0a8-456619ca5a8c" providerId="ADAL" clId="{F4AAAA8C-1CB2-214C-996A-F15BCA6CB64E}" dt="2022-07-27T13:43:23.760" v="162" actId="20577"/>
        <pc:sldMkLst>
          <pc:docMk/>
          <pc:sldMk cId="0" sldId="257"/>
        </pc:sldMkLst>
        <pc:spChg chg="mod">
          <ac:chgData name="Riccardo Berta" userId="c8694f89-bba4-4576-b0a8-456619ca5a8c" providerId="ADAL" clId="{F4AAAA8C-1CB2-214C-996A-F15BCA6CB64E}" dt="2022-07-27T13:38:19.538" v="24" actId="20577"/>
          <ac:spMkLst>
            <pc:docMk/>
            <pc:sldMk cId="0" sldId="257"/>
            <ac:spMk id="83" creationId="{00000000-0000-0000-0000-000000000000}"/>
          </ac:spMkLst>
        </pc:spChg>
        <pc:spChg chg="mod">
          <ac:chgData name="Riccardo Berta" userId="c8694f89-bba4-4576-b0a8-456619ca5a8c" providerId="ADAL" clId="{F4AAAA8C-1CB2-214C-996A-F15BCA6CB64E}" dt="2022-07-27T13:43:23.760" v="162" actId="20577"/>
          <ac:spMkLst>
            <pc:docMk/>
            <pc:sldMk cId="0" sldId="257"/>
            <ac:spMk id="84" creationId="{00000000-0000-0000-0000-000000000000}"/>
          </ac:spMkLst>
        </pc:spChg>
        <pc:picChg chg="add mod">
          <ac:chgData name="Riccardo Berta" userId="c8694f89-bba4-4576-b0a8-456619ca5a8c" providerId="ADAL" clId="{F4AAAA8C-1CB2-214C-996A-F15BCA6CB64E}" dt="2022-07-27T13:43:02.813" v="153" actId="1076"/>
          <ac:picMkLst>
            <pc:docMk/>
            <pc:sldMk cId="0" sldId="257"/>
            <ac:picMk id="3" creationId="{E337B85C-FAA8-CC41-92F2-13E0228E3B65}"/>
          </ac:picMkLst>
        </pc:picChg>
      </pc:sldChg>
      <pc:sldChg chg="modSp del">
        <pc:chgData name="Riccardo Berta" userId="c8694f89-bba4-4576-b0a8-456619ca5a8c" providerId="ADAL" clId="{F4AAAA8C-1CB2-214C-996A-F15BCA6CB64E}" dt="2022-07-27T13:43:43.714" v="164" actId="2696"/>
        <pc:sldMkLst>
          <pc:docMk/>
          <pc:sldMk cId="1899110855" sldId="258"/>
        </pc:sldMkLst>
        <pc:spChg chg="mod">
          <ac:chgData name="Riccardo Berta" userId="c8694f89-bba4-4576-b0a8-456619ca5a8c" providerId="ADAL" clId="{F4AAAA8C-1CB2-214C-996A-F15BCA6CB64E}" dt="2022-07-27T13:43:40.189" v="163"/>
          <ac:spMkLst>
            <pc:docMk/>
            <pc:sldMk cId="1899110855" sldId="258"/>
            <ac:spMk id="2" creationId="{9A367158-2E24-E90C-7ECC-502AB323ED05}"/>
          </ac:spMkLst>
        </pc:spChg>
      </pc:sldChg>
      <pc:sldChg chg="addSp delSp modSp mod">
        <pc:chgData name="Riccardo Berta" userId="c8694f89-bba4-4576-b0a8-456619ca5a8c" providerId="ADAL" clId="{F4AAAA8C-1CB2-214C-996A-F15BCA6CB64E}" dt="2022-07-29T16:13:43.411" v="2890" actId="20577"/>
        <pc:sldMkLst>
          <pc:docMk/>
          <pc:sldMk cId="3018556184" sldId="259"/>
        </pc:sldMkLst>
        <pc:spChg chg="mod">
          <ac:chgData name="Riccardo Berta" userId="c8694f89-bba4-4576-b0a8-456619ca5a8c" providerId="ADAL" clId="{F4AAAA8C-1CB2-214C-996A-F15BCA6CB64E}" dt="2022-07-29T16:13:43.411" v="2890" actId="20577"/>
          <ac:spMkLst>
            <pc:docMk/>
            <pc:sldMk cId="3018556184" sldId="259"/>
            <ac:spMk id="3" creationId="{38BFAA1C-1163-169B-2D77-6FEF73CC8512}"/>
          </ac:spMkLst>
        </pc:spChg>
        <pc:picChg chg="add del mod">
          <ac:chgData name="Riccardo Berta" userId="c8694f89-bba4-4576-b0a8-456619ca5a8c" providerId="ADAL" clId="{F4AAAA8C-1CB2-214C-996A-F15BCA6CB64E}" dt="2022-07-29T07:13:37.040" v="2021" actId="21"/>
          <ac:picMkLst>
            <pc:docMk/>
            <pc:sldMk cId="3018556184" sldId="259"/>
            <ac:picMk id="5" creationId="{3D57D188-F23C-A5F1-8770-234AC5C0F8CD}"/>
          </ac:picMkLst>
        </pc:picChg>
      </pc:sldChg>
      <pc:sldChg chg="del">
        <pc:chgData name="Riccardo Berta" userId="c8694f89-bba4-4576-b0a8-456619ca5a8c" providerId="ADAL" clId="{F4AAAA8C-1CB2-214C-996A-F15BCA6CB64E}" dt="2022-07-27T13:43:45.045" v="165" actId="2696"/>
        <pc:sldMkLst>
          <pc:docMk/>
          <pc:sldMk cId="1104208334" sldId="260"/>
        </pc:sldMkLst>
      </pc:sldChg>
      <pc:sldChg chg="addSp delSp modSp add mod">
        <pc:chgData name="Riccardo Berta" userId="c8694f89-bba4-4576-b0a8-456619ca5a8c" providerId="ADAL" clId="{F4AAAA8C-1CB2-214C-996A-F15BCA6CB64E}" dt="2022-07-28T05:47:21.216" v="337" actId="1076"/>
        <pc:sldMkLst>
          <pc:docMk/>
          <pc:sldMk cId="2119751735" sldId="260"/>
        </pc:sldMkLst>
        <pc:spChg chg="mod">
          <ac:chgData name="Riccardo Berta" userId="c8694f89-bba4-4576-b0a8-456619ca5a8c" providerId="ADAL" clId="{F4AAAA8C-1CB2-214C-996A-F15BCA6CB64E}" dt="2022-07-27T13:45:31.917" v="177" actId="20577"/>
          <ac:spMkLst>
            <pc:docMk/>
            <pc:sldMk cId="2119751735" sldId="260"/>
            <ac:spMk id="83" creationId="{00000000-0000-0000-0000-000000000000}"/>
          </ac:spMkLst>
        </pc:spChg>
        <pc:spChg chg="mod">
          <ac:chgData name="Riccardo Berta" userId="c8694f89-bba4-4576-b0a8-456619ca5a8c" providerId="ADAL" clId="{F4AAAA8C-1CB2-214C-996A-F15BCA6CB64E}" dt="2022-07-28T05:46:51.692" v="332" actId="20577"/>
          <ac:spMkLst>
            <pc:docMk/>
            <pc:sldMk cId="2119751735" sldId="260"/>
            <ac:spMk id="84" creationId="{00000000-0000-0000-0000-000000000000}"/>
          </ac:spMkLst>
        </pc:spChg>
        <pc:grpChg chg="add mod">
          <ac:chgData name="Riccardo Berta" userId="c8694f89-bba4-4576-b0a8-456619ca5a8c" providerId="ADAL" clId="{F4AAAA8C-1CB2-214C-996A-F15BCA6CB64E}" dt="2022-07-28T05:47:21.216" v="337" actId="1076"/>
          <ac:grpSpMkLst>
            <pc:docMk/>
            <pc:sldMk cId="2119751735" sldId="260"/>
            <ac:grpSpMk id="7" creationId="{489CA0CE-5F21-4BF4-5B0C-E98A8FC5FDD8}"/>
          </ac:grpSpMkLst>
        </pc:grpChg>
        <pc:picChg chg="del">
          <ac:chgData name="Riccardo Berta" userId="c8694f89-bba4-4576-b0a8-456619ca5a8c" providerId="ADAL" clId="{F4AAAA8C-1CB2-214C-996A-F15BCA6CB64E}" dt="2022-07-27T13:45:46.742" v="181" actId="478"/>
          <ac:picMkLst>
            <pc:docMk/>
            <pc:sldMk cId="2119751735" sldId="260"/>
            <ac:picMk id="3" creationId="{E337B85C-FAA8-CC41-92F2-13E0228E3B65}"/>
          </ac:picMkLst>
        </pc:picChg>
        <pc:picChg chg="add mod">
          <ac:chgData name="Riccardo Berta" userId="c8694f89-bba4-4576-b0a8-456619ca5a8c" providerId="ADAL" clId="{F4AAAA8C-1CB2-214C-996A-F15BCA6CB64E}" dt="2022-07-28T05:45:35.354" v="315" actId="164"/>
          <ac:picMkLst>
            <pc:docMk/>
            <pc:sldMk cId="2119751735" sldId="260"/>
            <ac:picMk id="4" creationId="{BEB555A5-8E8F-EF63-4BD5-BDB8C5B0448C}"/>
          </ac:picMkLst>
        </pc:picChg>
        <pc:picChg chg="add mod">
          <ac:chgData name="Riccardo Berta" userId="c8694f89-bba4-4576-b0a8-456619ca5a8c" providerId="ADAL" clId="{F4AAAA8C-1CB2-214C-996A-F15BCA6CB64E}" dt="2022-07-28T05:45:35.354" v="315" actId="164"/>
          <ac:picMkLst>
            <pc:docMk/>
            <pc:sldMk cId="2119751735" sldId="260"/>
            <ac:picMk id="6" creationId="{177C8D6D-02B1-C754-62AE-4DE123A1F0A3}"/>
          </ac:picMkLst>
        </pc:picChg>
        <pc:picChg chg="add mod">
          <ac:chgData name="Riccardo Berta" userId="c8694f89-bba4-4576-b0a8-456619ca5a8c" providerId="ADAL" clId="{F4AAAA8C-1CB2-214C-996A-F15BCA6CB64E}" dt="2022-07-28T05:47:04.885" v="335" actId="167"/>
          <ac:picMkLst>
            <pc:docMk/>
            <pc:sldMk cId="2119751735" sldId="260"/>
            <ac:picMk id="9" creationId="{B47B7D50-84FB-AA7F-8A99-66D4AF7E0E9D}"/>
          </ac:picMkLst>
        </pc:picChg>
      </pc:sldChg>
      <pc:sldChg chg="del">
        <pc:chgData name="Riccardo Berta" userId="c8694f89-bba4-4576-b0a8-456619ca5a8c" providerId="ADAL" clId="{F4AAAA8C-1CB2-214C-996A-F15BCA6CB64E}" dt="2022-07-27T13:43:46.058" v="166" actId="2696"/>
        <pc:sldMkLst>
          <pc:docMk/>
          <pc:sldMk cId="1290395919" sldId="261"/>
        </pc:sldMkLst>
      </pc:sldChg>
      <pc:sldChg chg="delSp modSp add mod">
        <pc:chgData name="Riccardo Berta" userId="c8694f89-bba4-4576-b0a8-456619ca5a8c" providerId="ADAL" clId="{F4AAAA8C-1CB2-214C-996A-F15BCA6CB64E}" dt="2022-07-28T06:08:36.900" v="979" actId="20577"/>
        <pc:sldMkLst>
          <pc:docMk/>
          <pc:sldMk cId="2389937581" sldId="261"/>
        </pc:sldMkLst>
        <pc:spChg chg="mod">
          <ac:chgData name="Riccardo Berta" userId="c8694f89-bba4-4576-b0a8-456619ca5a8c" providerId="ADAL" clId="{F4AAAA8C-1CB2-214C-996A-F15BCA6CB64E}" dt="2022-07-28T05:48:31.210" v="384" actId="20577"/>
          <ac:spMkLst>
            <pc:docMk/>
            <pc:sldMk cId="2389937581" sldId="261"/>
            <ac:spMk id="83" creationId="{00000000-0000-0000-0000-000000000000}"/>
          </ac:spMkLst>
        </pc:spChg>
        <pc:spChg chg="mod">
          <ac:chgData name="Riccardo Berta" userId="c8694f89-bba4-4576-b0a8-456619ca5a8c" providerId="ADAL" clId="{F4AAAA8C-1CB2-214C-996A-F15BCA6CB64E}" dt="2022-07-28T06:08:36.900" v="979" actId="20577"/>
          <ac:spMkLst>
            <pc:docMk/>
            <pc:sldMk cId="2389937581" sldId="261"/>
            <ac:spMk id="84" creationId="{00000000-0000-0000-0000-000000000000}"/>
          </ac:spMkLst>
        </pc:spChg>
        <pc:picChg chg="del">
          <ac:chgData name="Riccardo Berta" userId="c8694f89-bba4-4576-b0a8-456619ca5a8c" providerId="ADAL" clId="{F4AAAA8C-1CB2-214C-996A-F15BCA6CB64E}" dt="2022-07-28T05:48:38.627" v="386" actId="478"/>
          <ac:picMkLst>
            <pc:docMk/>
            <pc:sldMk cId="2389937581" sldId="261"/>
            <ac:picMk id="3" creationId="{E337B85C-FAA8-CC41-92F2-13E0228E3B65}"/>
          </ac:picMkLst>
        </pc:picChg>
      </pc:sldChg>
      <pc:sldChg chg="addSp delSp modSp add mod">
        <pc:chgData name="Riccardo Berta" userId="c8694f89-bba4-4576-b0a8-456619ca5a8c" providerId="ADAL" clId="{F4AAAA8C-1CB2-214C-996A-F15BCA6CB64E}" dt="2022-07-28T06:20:33.799" v="1324" actId="58"/>
        <pc:sldMkLst>
          <pc:docMk/>
          <pc:sldMk cId="1270389364" sldId="262"/>
        </pc:sldMkLst>
        <pc:spChg chg="mod">
          <ac:chgData name="Riccardo Berta" userId="c8694f89-bba4-4576-b0a8-456619ca5a8c" providerId="ADAL" clId="{F4AAAA8C-1CB2-214C-996A-F15BCA6CB64E}" dt="2022-07-28T06:09:05.210" v="991" actId="20577"/>
          <ac:spMkLst>
            <pc:docMk/>
            <pc:sldMk cId="1270389364" sldId="262"/>
            <ac:spMk id="83" creationId="{00000000-0000-0000-0000-000000000000}"/>
          </ac:spMkLst>
        </pc:spChg>
        <pc:spChg chg="mod">
          <ac:chgData name="Riccardo Berta" userId="c8694f89-bba4-4576-b0a8-456619ca5a8c" providerId="ADAL" clId="{F4AAAA8C-1CB2-214C-996A-F15BCA6CB64E}" dt="2022-07-28T06:20:33.799" v="1324" actId="58"/>
          <ac:spMkLst>
            <pc:docMk/>
            <pc:sldMk cId="1270389364" sldId="262"/>
            <ac:spMk id="84" creationId="{00000000-0000-0000-0000-000000000000}"/>
          </ac:spMkLst>
        </pc:spChg>
        <pc:picChg chg="del">
          <ac:chgData name="Riccardo Berta" userId="c8694f89-bba4-4576-b0a8-456619ca5a8c" providerId="ADAL" clId="{F4AAAA8C-1CB2-214C-996A-F15BCA6CB64E}" dt="2022-07-28T06:09:15.678" v="996" actId="478"/>
          <ac:picMkLst>
            <pc:docMk/>
            <pc:sldMk cId="1270389364" sldId="262"/>
            <ac:picMk id="3" creationId="{E337B85C-FAA8-CC41-92F2-13E0228E3B65}"/>
          </ac:picMkLst>
        </pc:picChg>
        <pc:picChg chg="add mod">
          <ac:chgData name="Riccardo Berta" userId="c8694f89-bba4-4576-b0a8-456619ca5a8c" providerId="ADAL" clId="{F4AAAA8C-1CB2-214C-996A-F15BCA6CB64E}" dt="2022-07-28T06:17:50.208" v="1230" actId="1036"/>
          <ac:picMkLst>
            <pc:docMk/>
            <pc:sldMk cId="1270389364" sldId="262"/>
            <ac:picMk id="4" creationId="{AB9A4B8B-5326-C7E4-06B6-378D995D5B26}"/>
          </ac:picMkLst>
        </pc:picChg>
      </pc:sldChg>
      <pc:sldChg chg="del">
        <pc:chgData name="Riccardo Berta" userId="c8694f89-bba4-4576-b0a8-456619ca5a8c" providerId="ADAL" clId="{F4AAAA8C-1CB2-214C-996A-F15BCA6CB64E}" dt="2022-07-27T13:43:47.251" v="167" actId="2696"/>
        <pc:sldMkLst>
          <pc:docMk/>
          <pc:sldMk cId="4130549615" sldId="262"/>
        </pc:sldMkLst>
      </pc:sldChg>
      <pc:sldChg chg="modSp add mod">
        <pc:chgData name="Riccardo Berta" userId="c8694f89-bba4-4576-b0a8-456619ca5a8c" providerId="ADAL" clId="{F4AAAA8C-1CB2-214C-996A-F15BCA6CB64E}" dt="2022-07-29T07:18:15.970" v="2126" actId="1076"/>
        <pc:sldMkLst>
          <pc:docMk/>
          <pc:sldMk cId="2644872656" sldId="263"/>
        </pc:sldMkLst>
        <pc:spChg chg="mod">
          <ac:chgData name="Riccardo Berta" userId="c8694f89-bba4-4576-b0a8-456619ca5a8c" providerId="ADAL" clId="{F4AAAA8C-1CB2-214C-996A-F15BCA6CB64E}" dt="2022-07-28T13:41:46.191" v="1354" actId="20577"/>
          <ac:spMkLst>
            <pc:docMk/>
            <pc:sldMk cId="2644872656" sldId="263"/>
            <ac:spMk id="83" creationId="{00000000-0000-0000-0000-000000000000}"/>
          </ac:spMkLst>
        </pc:spChg>
        <pc:spChg chg="mod">
          <ac:chgData name="Riccardo Berta" userId="c8694f89-bba4-4576-b0a8-456619ca5a8c" providerId="ADAL" clId="{F4AAAA8C-1CB2-214C-996A-F15BCA6CB64E}" dt="2022-07-29T07:18:15.970" v="2126" actId="1076"/>
          <ac:spMkLst>
            <pc:docMk/>
            <pc:sldMk cId="2644872656" sldId="263"/>
            <ac:spMk id="84" creationId="{00000000-0000-0000-0000-000000000000}"/>
          </ac:spMkLst>
        </pc:spChg>
      </pc:sldChg>
      <pc:sldChg chg="del">
        <pc:chgData name="Riccardo Berta" userId="c8694f89-bba4-4576-b0a8-456619ca5a8c" providerId="ADAL" clId="{F4AAAA8C-1CB2-214C-996A-F15BCA6CB64E}" dt="2022-07-27T13:43:48.139" v="168" actId="2696"/>
        <pc:sldMkLst>
          <pc:docMk/>
          <pc:sldMk cId="3102138681" sldId="263"/>
        </pc:sldMkLst>
      </pc:sldChg>
      <pc:sldChg chg="modSp add mod">
        <pc:chgData name="Riccardo Berta" userId="c8694f89-bba4-4576-b0a8-456619ca5a8c" providerId="ADAL" clId="{F4AAAA8C-1CB2-214C-996A-F15BCA6CB64E}" dt="2022-07-28T13:59:43.403" v="1794" actId="20577"/>
        <pc:sldMkLst>
          <pc:docMk/>
          <pc:sldMk cId="1681389695" sldId="264"/>
        </pc:sldMkLst>
        <pc:spChg chg="mod">
          <ac:chgData name="Riccardo Berta" userId="c8694f89-bba4-4576-b0a8-456619ca5a8c" providerId="ADAL" clId="{F4AAAA8C-1CB2-214C-996A-F15BCA6CB64E}" dt="2022-07-28T13:55:27.771" v="1667" actId="20577"/>
          <ac:spMkLst>
            <pc:docMk/>
            <pc:sldMk cId="1681389695" sldId="264"/>
            <ac:spMk id="83" creationId="{00000000-0000-0000-0000-000000000000}"/>
          </ac:spMkLst>
        </pc:spChg>
        <pc:spChg chg="mod">
          <ac:chgData name="Riccardo Berta" userId="c8694f89-bba4-4576-b0a8-456619ca5a8c" providerId="ADAL" clId="{F4AAAA8C-1CB2-214C-996A-F15BCA6CB64E}" dt="2022-07-28T13:59:43.403" v="1794" actId="20577"/>
          <ac:spMkLst>
            <pc:docMk/>
            <pc:sldMk cId="1681389695" sldId="264"/>
            <ac:spMk id="84" creationId="{00000000-0000-0000-0000-000000000000}"/>
          </ac:spMkLst>
        </pc:spChg>
      </pc:sldChg>
      <pc:sldChg chg="del">
        <pc:chgData name="Riccardo Berta" userId="c8694f89-bba4-4576-b0a8-456619ca5a8c" providerId="ADAL" clId="{F4AAAA8C-1CB2-214C-996A-F15BCA6CB64E}" dt="2022-07-27T13:43:49.652" v="169" actId="2696"/>
        <pc:sldMkLst>
          <pc:docMk/>
          <pc:sldMk cId="2113557187" sldId="264"/>
        </pc:sldMkLst>
      </pc:sldChg>
      <pc:sldChg chg="del">
        <pc:chgData name="Riccardo Berta" userId="c8694f89-bba4-4576-b0a8-456619ca5a8c" providerId="ADAL" clId="{F4AAAA8C-1CB2-214C-996A-F15BCA6CB64E}" dt="2022-07-27T13:43:57.658" v="170" actId="2696"/>
        <pc:sldMkLst>
          <pc:docMk/>
          <pc:sldMk cId="2045385232" sldId="265"/>
        </pc:sldMkLst>
      </pc:sldChg>
      <pc:sldChg chg="addSp modSp add mod">
        <pc:chgData name="Riccardo Berta" userId="c8694f89-bba4-4576-b0a8-456619ca5a8c" providerId="ADAL" clId="{F4AAAA8C-1CB2-214C-996A-F15BCA6CB64E}" dt="2022-07-29T07:15:19.612" v="2059" actId="1037"/>
        <pc:sldMkLst>
          <pc:docMk/>
          <pc:sldMk cId="2862573505" sldId="265"/>
        </pc:sldMkLst>
        <pc:spChg chg="mod">
          <ac:chgData name="Riccardo Berta" userId="c8694f89-bba4-4576-b0a8-456619ca5a8c" providerId="ADAL" clId="{F4AAAA8C-1CB2-214C-996A-F15BCA6CB64E}" dt="2022-07-28T14:01:34.242" v="1824" actId="20577"/>
          <ac:spMkLst>
            <pc:docMk/>
            <pc:sldMk cId="2862573505" sldId="265"/>
            <ac:spMk id="83" creationId="{00000000-0000-0000-0000-000000000000}"/>
          </ac:spMkLst>
        </pc:spChg>
        <pc:spChg chg="mod">
          <ac:chgData name="Riccardo Berta" userId="c8694f89-bba4-4576-b0a8-456619ca5a8c" providerId="ADAL" clId="{F4AAAA8C-1CB2-214C-996A-F15BCA6CB64E}" dt="2022-07-29T07:14:51.920" v="2043" actId="1076"/>
          <ac:spMkLst>
            <pc:docMk/>
            <pc:sldMk cId="2862573505" sldId="265"/>
            <ac:spMk id="84" creationId="{00000000-0000-0000-0000-000000000000}"/>
          </ac:spMkLst>
        </pc:spChg>
        <pc:picChg chg="add mod">
          <ac:chgData name="Riccardo Berta" userId="c8694f89-bba4-4576-b0a8-456619ca5a8c" providerId="ADAL" clId="{F4AAAA8C-1CB2-214C-996A-F15BCA6CB64E}" dt="2022-07-29T07:14:07.899" v="2027" actId="1076"/>
          <ac:picMkLst>
            <pc:docMk/>
            <pc:sldMk cId="2862573505" sldId="265"/>
            <ac:picMk id="3" creationId="{E5BCAA50-F768-A24F-D65F-DC7B97A8A06C}"/>
          </ac:picMkLst>
        </pc:picChg>
        <pc:picChg chg="add mod">
          <ac:chgData name="Riccardo Berta" userId="c8694f89-bba4-4576-b0a8-456619ca5a8c" providerId="ADAL" clId="{F4AAAA8C-1CB2-214C-996A-F15BCA6CB64E}" dt="2022-07-29T07:15:19.612" v="2059" actId="1037"/>
          <ac:picMkLst>
            <pc:docMk/>
            <pc:sldMk cId="2862573505" sldId="265"/>
            <ac:picMk id="5" creationId="{743A1BA3-6E04-AB8A-9650-4CD776CB6A72}"/>
          </ac:picMkLst>
        </pc:picChg>
        <pc:picChg chg="add mod">
          <ac:chgData name="Riccardo Berta" userId="c8694f89-bba4-4576-b0a8-456619ca5a8c" providerId="ADAL" clId="{F4AAAA8C-1CB2-214C-996A-F15BCA6CB64E}" dt="2022-07-29T07:15:08.710" v="2051" actId="1037"/>
          <ac:picMkLst>
            <pc:docMk/>
            <pc:sldMk cId="2862573505" sldId="265"/>
            <ac:picMk id="6" creationId="{9C1ABB64-8085-F0EF-1388-6AF4DB3909BB}"/>
          </ac:picMkLst>
        </pc:picChg>
      </pc:sldChg>
      <pc:sldChg chg="modSp add mod">
        <pc:chgData name="Riccardo Berta" userId="c8694f89-bba4-4576-b0a8-456619ca5a8c" providerId="ADAL" clId="{F4AAAA8C-1CB2-214C-996A-F15BCA6CB64E}" dt="2022-07-29T15:42:16.243" v="2364" actId="404"/>
        <pc:sldMkLst>
          <pc:docMk/>
          <pc:sldMk cId="4181844165" sldId="266"/>
        </pc:sldMkLst>
        <pc:spChg chg="mod">
          <ac:chgData name="Riccardo Berta" userId="c8694f89-bba4-4576-b0a8-456619ca5a8c" providerId="ADAL" clId="{F4AAAA8C-1CB2-214C-996A-F15BCA6CB64E}" dt="2022-07-29T07:11:57.611" v="2016"/>
          <ac:spMkLst>
            <pc:docMk/>
            <pc:sldMk cId="4181844165" sldId="266"/>
            <ac:spMk id="83" creationId="{00000000-0000-0000-0000-000000000000}"/>
          </ac:spMkLst>
        </pc:spChg>
        <pc:spChg chg="mod">
          <ac:chgData name="Riccardo Berta" userId="c8694f89-bba4-4576-b0a8-456619ca5a8c" providerId="ADAL" clId="{F4AAAA8C-1CB2-214C-996A-F15BCA6CB64E}" dt="2022-07-29T15:42:16.243" v="2364" actId="404"/>
          <ac:spMkLst>
            <pc:docMk/>
            <pc:sldMk cId="4181844165" sldId="266"/>
            <ac:spMk id="84" creationId="{00000000-0000-0000-0000-000000000000}"/>
          </ac:spMkLst>
        </pc:spChg>
      </pc:sldChg>
      <pc:sldChg chg="addSp delSp modSp add mod">
        <pc:chgData name="Riccardo Berta" userId="c8694f89-bba4-4576-b0a8-456619ca5a8c" providerId="ADAL" clId="{F4AAAA8C-1CB2-214C-996A-F15BCA6CB64E}" dt="2022-07-29T16:21:50.628" v="2975" actId="1076"/>
        <pc:sldMkLst>
          <pc:docMk/>
          <pc:sldMk cId="216455838" sldId="267"/>
        </pc:sldMkLst>
        <pc:spChg chg="mod">
          <ac:chgData name="Riccardo Berta" userId="c8694f89-bba4-4576-b0a8-456619ca5a8c" providerId="ADAL" clId="{F4AAAA8C-1CB2-214C-996A-F15BCA6CB64E}" dt="2022-07-29T16:21:40.165" v="2974" actId="20577"/>
          <ac:spMkLst>
            <pc:docMk/>
            <pc:sldMk cId="216455838" sldId="267"/>
            <ac:spMk id="83" creationId="{00000000-0000-0000-0000-000000000000}"/>
          </ac:spMkLst>
        </pc:spChg>
        <pc:spChg chg="mod">
          <ac:chgData name="Riccardo Berta" userId="c8694f89-bba4-4576-b0a8-456619ca5a8c" providerId="ADAL" clId="{F4AAAA8C-1CB2-214C-996A-F15BCA6CB64E}" dt="2022-07-29T16:21:04.813" v="2957" actId="20577"/>
          <ac:spMkLst>
            <pc:docMk/>
            <pc:sldMk cId="216455838" sldId="267"/>
            <ac:spMk id="84" creationId="{00000000-0000-0000-0000-000000000000}"/>
          </ac:spMkLst>
        </pc:spChg>
        <pc:picChg chg="add del">
          <ac:chgData name="Riccardo Berta" userId="c8694f89-bba4-4576-b0a8-456619ca5a8c" providerId="ADAL" clId="{F4AAAA8C-1CB2-214C-996A-F15BCA6CB64E}" dt="2022-07-29T15:53:24.645" v="2396" actId="478"/>
          <ac:picMkLst>
            <pc:docMk/>
            <pc:sldMk cId="216455838" sldId="267"/>
            <ac:picMk id="2" creationId="{F4FCEF60-8194-3CD6-BE60-E133D5DF313E}"/>
          </ac:picMkLst>
        </pc:picChg>
        <pc:picChg chg="add mod">
          <ac:chgData name="Riccardo Berta" userId="c8694f89-bba4-4576-b0a8-456619ca5a8c" providerId="ADAL" clId="{F4AAAA8C-1CB2-214C-996A-F15BCA6CB64E}" dt="2022-07-29T16:21:09.630" v="2958" actId="1076"/>
          <ac:picMkLst>
            <pc:docMk/>
            <pc:sldMk cId="216455838" sldId="267"/>
            <ac:picMk id="4" creationId="{E6F64BDC-73CD-7216-BA09-69DDCB93F9D4}"/>
          </ac:picMkLst>
        </pc:picChg>
        <pc:picChg chg="add mod">
          <ac:chgData name="Riccardo Berta" userId="c8694f89-bba4-4576-b0a8-456619ca5a8c" providerId="ADAL" clId="{F4AAAA8C-1CB2-214C-996A-F15BCA6CB64E}" dt="2022-07-29T16:21:50.628" v="2975" actId="1076"/>
          <ac:picMkLst>
            <pc:docMk/>
            <pc:sldMk cId="216455838" sldId="267"/>
            <ac:picMk id="5" creationId="{3ACC4B13-0F8B-1CAD-68C4-DF5DFDB1BD88}"/>
          </ac:picMkLst>
        </pc:picChg>
      </pc:sldChg>
      <pc:sldChg chg="modSp add mod">
        <pc:chgData name="Riccardo Berta" userId="c8694f89-bba4-4576-b0a8-456619ca5a8c" providerId="ADAL" clId="{F4AAAA8C-1CB2-214C-996A-F15BCA6CB64E}" dt="2022-07-29T16:13:07.544" v="2873" actId="20577"/>
        <pc:sldMkLst>
          <pc:docMk/>
          <pc:sldMk cId="925286286" sldId="268"/>
        </pc:sldMkLst>
        <pc:spChg chg="mod">
          <ac:chgData name="Riccardo Berta" userId="c8694f89-bba4-4576-b0a8-456619ca5a8c" providerId="ADAL" clId="{F4AAAA8C-1CB2-214C-996A-F15BCA6CB64E}" dt="2022-07-29T16:00:31.322" v="2504"/>
          <ac:spMkLst>
            <pc:docMk/>
            <pc:sldMk cId="925286286" sldId="268"/>
            <ac:spMk id="83" creationId="{00000000-0000-0000-0000-000000000000}"/>
          </ac:spMkLst>
        </pc:spChg>
        <pc:spChg chg="mod">
          <ac:chgData name="Riccardo Berta" userId="c8694f89-bba4-4576-b0a8-456619ca5a8c" providerId="ADAL" clId="{F4AAAA8C-1CB2-214C-996A-F15BCA6CB64E}" dt="2022-07-29T16:13:07.544" v="2873" actId="20577"/>
          <ac:spMkLst>
            <pc:docMk/>
            <pc:sldMk cId="925286286" sldId="268"/>
            <ac:spMk id="84" creationId="{00000000-0000-0000-0000-000000000000}"/>
          </ac:spMkLst>
        </pc:spChg>
      </pc:sldChg>
      <pc:sldChg chg="addSp modSp add mod">
        <pc:chgData name="Riccardo Berta" userId="c8694f89-bba4-4576-b0a8-456619ca5a8c" providerId="ADAL" clId="{F4AAAA8C-1CB2-214C-996A-F15BCA6CB64E}" dt="2022-07-29T16:20:35.039" v="2951" actId="962"/>
        <pc:sldMkLst>
          <pc:docMk/>
          <pc:sldMk cId="3471997037" sldId="269"/>
        </pc:sldMkLst>
        <pc:spChg chg="mod">
          <ac:chgData name="Riccardo Berta" userId="c8694f89-bba4-4576-b0a8-456619ca5a8c" providerId="ADAL" clId="{F4AAAA8C-1CB2-214C-996A-F15BCA6CB64E}" dt="2022-07-29T16:17:02.750" v="2922" actId="20577"/>
          <ac:spMkLst>
            <pc:docMk/>
            <pc:sldMk cId="3471997037" sldId="269"/>
            <ac:spMk id="83" creationId="{00000000-0000-0000-0000-000000000000}"/>
          </ac:spMkLst>
        </pc:spChg>
        <pc:spChg chg="mod">
          <ac:chgData name="Riccardo Berta" userId="c8694f89-bba4-4576-b0a8-456619ca5a8c" providerId="ADAL" clId="{F4AAAA8C-1CB2-214C-996A-F15BCA6CB64E}" dt="2022-07-29T16:18:45.638" v="2948" actId="20577"/>
          <ac:spMkLst>
            <pc:docMk/>
            <pc:sldMk cId="3471997037" sldId="269"/>
            <ac:spMk id="84" creationId="{00000000-0000-0000-0000-000000000000}"/>
          </ac:spMkLst>
        </pc:spChg>
        <pc:picChg chg="add mod">
          <ac:chgData name="Riccardo Berta" userId="c8694f89-bba4-4576-b0a8-456619ca5a8c" providerId="ADAL" clId="{F4AAAA8C-1CB2-214C-996A-F15BCA6CB64E}" dt="2022-07-29T16:20:35.039" v="2951" actId="962"/>
          <ac:picMkLst>
            <pc:docMk/>
            <pc:sldMk cId="3471997037" sldId="269"/>
            <ac:picMk id="3" creationId="{471AFF0B-7713-10C4-E8A3-3EDBC8FE0FD9}"/>
          </ac:picMkLst>
        </pc:picChg>
      </pc:sldChg>
      <pc:sldChg chg="add">
        <pc:chgData name="Riccardo Berta" userId="c8694f89-bba4-4576-b0a8-456619ca5a8c" providerId="ADAL" clId="{F4AAAA8C-1CB2-214C-996A-F15BCA6CB64E}" dt="2022-07-28T14:01:20.148" v="1808"/>
        <pc:sldMkLst>
          <pc:docMk/>
          <pc:sldMk cId="3130917410" sldId="270"/>
        </pc:sldMkLst>
      </pc:sldChg>
      <pc:sldChg chg="add">
        <pc:chgData name="Riccardo Berta" userId="c8694f89-bba4-4576-b0a8-456619ca5a8c" providerId="ADAL" clId="{F4AAAA8C-1CB2-214C-996A-F15BCA6CB64E}" dt="2022-07-28T14:01:20.483" v="1809"/>
        <pc:sldMkLst>
          <pc:docMk/>
          <pc:sldMk cId="2266699268" sldId="271"/>
        </pc:sldMkLst>
      </pc:sldChg>
    </pc:docChg>
  </pc:docChgLst>
  <pc:docChgLst>
    <pc:chgData name="Riccardo Berta" userId="c8694f89-bba4-4576-b0a8-456619ca5a8c" providerId="ADAL" clId="{3E7BAF75-66AC-6246-A6D2-BF46DE9AAFF9}"/>
    <pc:docChg chg="undo custSel addSld delSld modSld sldOrd">
      <pc:chgData name="Riccardo Berta" userId="c8694f89-bba4-4576-b0a8-456619ca5a8c" providerId="ADAL" clId="{3E7BAF75-66AC-6246-A6D2-BF46DE9AAFF9}" dt="2022-10-10T06:50:03.464" v="408" actId="2696"/>
      <pc:docMkLst>
        <pc:docMk/>
      </pc:docMkLst>
      <pc:sldChg chg="modSp mod">
        <pc:chgData name="Riccardo Berta" userId="c8694f89-bba4-4576-b0a8-456619ca5a8c" providerId="ADAL" clId="{3E7BAF75-66AC-6246-A6D2-BF46DE9AAFF9}" dt="2022-10-10T05:46:15.837" v="2"/>
        <pc:sldMkLst>
          <pc:docMk/>
          <pc:sldMk cId="0" sldId="256"/>
        </pc:sldMkLst>
        <pc:spChg chg="mod">
          <ac:chgData name="Riccardo Berta" userId="c8694f89-bba4-4576-b0a8-456619ca5a8c" providerId="ADAL" clId="{3E7BAF75-66AC-6246-A6D2-BF46DE9AAFF9}" dt="2022-10-10T05:46:15.837" v="2"/>
          <ac:spMkLst>
            <pc:docMk/>
            <pc:sldMk cId="0" sldId="256"/>
            <ac:spMk id="62" creationId="{00000000-0000-0000-0000-000000000000}"/>
          </ac:spMkLst>
        </pc:spChg>
      </pc:sldChg>
      <pc:sldChg chg="addSp delSp modSp del mod">
        <pc:chgData name="Riccardo Berta" userId="c8694f89-bba4-4576-b0a8-456619ca5a8c" providerId="ADAL" clId="{3E7BAF75-66AC-6246-A6D2-BF46DE9AAFF9}" dt="2022-10-10T06:50:03.464" v="408" actId="2696"/>
        <pc:sldMkLst>
          <pc:docMk/>
          <pc:sldMk cId="0" sldId="257"/>
        </pc:sldMkLst>
        <pc:spChg chg="mod">
          <ac:chgData name="Riccardo Berta" userId="c8694f89-bba4-4576-b0a8-456619ca5a8c" providerId="ADAL" clId="{3E7BAF75-66AC-6246-A6D2-BF46DE9AAFF9}" dt="2022-10-10T05:52:29.389" v="210" actId="20577"/>
          <ac:spMkLst>
            <pc:docMk/>
            <pc:sldMk cId="0" sldId="257"/>
            <ac:spMk id="83" creationId="{00000000-0000-0000-0000-000000000000}"/>
          </ac:spMkLst>
        </pc:spChg>
        <pc:spChg chg="mod">
          <ac:chgData name="Riccardo Berta" userId="c8694f89-bba4-4576-b0a8-456619ca5a8c" providerId="ADAL" clId="{3E7BAF75-66AC-6246-A6D2-BF46DE9AAFF9}" dt="2022-10-10T06:48:58.220" v="403" actId="20577"/>
          <ac:spMkLst>
            <pc:docMk/>
            <pc:sldMk cId="0" sldId="257"/>
            <ac:spMk id="84" creationId="{00000000-0000-0000-0000-000000000000}"/>
          </ac:spMkLst>
        </pc:spChg>
        <pc:picChg chg="add del mod">
          <ac:chgData name="Riccardo Berta" userId="c8694f89-bba4-4576-b0a8-456619ca5a8c" providerId="ADAL" clId="{3E7BAF75-66AC-6246-A6D2-BF46DE9AAFF9}" dt="2022-10-10T05:54:30.378" v="259" actId="21"/>
          <ac:picMkLst>
            <pc:docMk/>
            <pc:sldMk cId="0" sldId="257"/>
            <ac:picMk id="3" creationId="{77158CF1-79B9-1189-BA62-05566A5F9F89}"/>
          </ac:picMkLst>
        </pc:picChg>
        <pc:picChg chg="add del mod">
          <ac:chgData name="Riccardo Berta" userId="c8694f89-bba4-4576-b0a8-456619ca5a8c" providerId="ADAL" clId="{3E7BAF75-66AC-6246-A6D2-BF46DE9AAFF9}" dt="2022-10-10T06:45:43.530" v="274" actId="478"/>
          <ac:picMkLst>
            <pc:docMk/>
            <pc:sldMk cId="0" sldId="257"/>
            <ac:picMk id="5" creationId="{EA46E203-9491-2A6B-C89A-E85314823A8A}"/>
          </ac:picMkLst>
        </pc:picChg>
        <pc:picChg chg="add del mod">
          <ac:chgData name="Riccardo Berta" userId="c8694f89-bba4-4576-b0a8-456619ca5a8c" providerId="ADAL" clId="{3E7BAF75-66AC-6246-A6D2-BF46DE9AAFF9}" dt="2022-10-10T06:46:01.687" v="277" actId="478"/>
          <ac:picMkLst>
            <pc:docMk/>
            <pc:sldMk cId="0" sldId="257"/>
            <ac:picMk id="7" creationId="{B05BB6B6-2684-63DB-BA47-244FB3AED254}"/>
          </ac:picMkLst>
        </pc:picChg>
        <pc:picChg chg="add mod">
          <ac:chgData name="Riccardo Berta" userId="c8694f89-bba4-4576-b0a8-456619ca5a8c" providerId="ADAL" clId="{3E7BAF75-66AC-6246-A6D2-BF46DE9AAFF9}" dt="2022-10-10T06:46:26.825" v="282" actId="1076"/>
          <ac:picMkLst>
            <pc:docMk/>
            <pc:sldMk cId="0" sldId="257"/>
            <ac:picMk id="9" creationId="{130A8276-CD8C-0CDC-504C-5EB1E6B4EE17}"/>
          </ac:picMkLst>
        </pc:picChg>
      </pc:sldChg>
      <pc:sldChg chg="modSp mod">
        <pc:chgData name="Riccardo Berta" userId="c8694f89-bba4-4576-b0a8-456619ca5a8c" providerId="ADAL" clId="{3E7BAF75-66AC-6246-A6D2-BF46DE9AAFF9}" dt="2022-10-10T06:49:57.961" v="406" actId="20577"/>
        <pc:sldMkLst>
          <pc:docMk/>
          <pc:sldMk cId="0" sldId="264"/>
        </pc:sldMkLst>
        <pc:spChg chg="mod">
          <ac:chgData name="Riccardo Berta" userId="c8694f89-bba4-4576-b0a8-456619ca5a8c" providerId="ADAL" clId="{3E7BAF75-66AC-6246-A6D2-BF46DE9AAFF9}" dt="2022-10-10T06:49:57.961" v="406" actId="20577"/>
          <ac:spMkLst>
            <pc:docMk/>
            <pc:sldMk cId="0" sldId="264"/>
            <ac:spMk id="84" creationId="{00000000-0000-0000-0000-000000000000}"/>
          </ac:spMkLst>
        </pc:spChg>
      </pc:sldChg>
      <pc:sldChg chg="add">
        <pc:chgData name="Riccardo Berta" userId="c8694f89-bba4-4576-b0a8-456619ca5a8c" providerId="ADAL" clId="{3E7BAF75-66AC-6246-A6D2-BF46DE9AAFF9}" dt="2022-10-10T05:46:57.632" v="59"/>
        <pc:sldMkLst>
          <pc:docMk/>
          <pc:sldMk cId="2056707301" sldId="265"/>
        </pc:sldMkLst>
      </pc:sldChg>
      <pc:sldChg chg="del">
        <pc:chgData name="Riccardo Berta" userId="c8694f89-bba4-4576-b0a8-456619ca5a8c" providerId="ADAL" clId="{3E7BAF75-66AC-6246-A6D2-BF46DE9AAFF9}" dt="2022-10-10T05:46:43.197" v="39" actId="2696"/>
        <pc:sldMkLst>
          <pc:docMk/>
          <pc:sldMk cId="4260925133" sldId="265"/>
        </pc:sldMkLst>
      </pc:sldChg>
      <pc:sldChg chg="del">
        <pc:chgData name="Riccardo Berta" userId="c8694f89-bba4-4576-b0a8-456619ca5a8c" providerId="ADAL" clId="{3E7BAF75-66AC-6246-A6D2-BF46DE9AAFF9}" dt="2022-10-10T05:46:44.845" v="43" actId="2696"/>
        <pc:sldMkLst>
          <pc:docMk/>
          <pc:sldMk cId="2074499598" sldId="266"/>
        </pc:sldMkLst>
      </pc:sldChg>
      <pc:sldChg chg="add">
        <pc:chgData name="Riccardo Berta" userId="c8694f89-bba4-4576-b0a8-456619ca5a8c" providerId="ADAL" clId="{3E7BAF75-66AC-6246-A6D2-BF46DE9AAFF9}" dt="2022-10-10T05:46:58.085" v="60"/>
        <pc:sldMkLst>
          <pc:docMk/>
          <pc:sldMk cId="3627108427" sldId="266"/>
        </pc:sldMkLst>
      </pc:sldChg>
      <pc:sldChg chg="add">
        <pc:chgData name="Riccardo Berta" userId="c8694f89-bba4-4576-b0a8-456619ca5a8c" providerId="ADAL" clId="{3E7BAF75-66AC-6246-A6D2-BF46DE9AAFF9}" dt="2022-10-10T05:46:58.436" v="61"/>
        <pc:sldMkLst>
          <pc:docMk/>
          <pc:sldMk cId="755056336" sldId="267"/>
        </pc:sldMkLst>
      </pc:sldChg>
      <pc:sldChg chg="del">
        <pc:chgData name="Riccardo Berta" userId="c8694f89-bba4-4576-b0a8-456619ca5a8c" providerId="ADAL" clId="{3E7BAF75-66AC-6246-A6D2-BF46DE9AAFF9}" dt="2022-10-10T05:46:43.684" v="40" actId="2696"/>
        <pc:sldMkLst>
          <pc:docMk/>
          <pc:sldMk cId="2259674710" sldId="267"/>
        </pc:sldMkLst>
      </pc:sldChg>
      <pc:sldChg chg="add">
        <pc:chgData name="Riccardo Berta" userId="c8694f89-bba4-4576-b0a8-456619ca5a8c" providerId="ADAL" clId="{3E7BAF75-66AC-6246-A6D2-BF46DE9AAFF9}" dt="2022-10-10T05:46:58.789" v="62"/>
        <pc:sldMkLst>
          <pc:docMk/>
          <pc:sldMk cId="2533931395" sldId="268"/>
        </pc:sldMkLst>
      </pc:sldChg>
      <pc:sldChg chg="del">
        <pc:chgData name="Riccardo Berta" userId="c8694f89-bba4-4576-b0a8-456619ca5a8c" providerId="ADAL" clId="{3E7BAF75-66AC-6246-A6D2-BF46DE9AAFF9}" dt="2022-10-10T05:46:44.071" v="41" actId="2696"/>
        <pc:sldMkLst>
          <pc:docMk/>
          <pc:sldMk cId="2756532613" sldId="268"/>
        </pc:sldMkLst>
      </pc:sldChg>
      <pc:sldChg chg="add">
        <pc:chgData name="Riccardo Berta" userId="c8694f89-bba4-4576-b0a8-456619ca5a8c" providerId="ADAL" clId="{3E7BAF75-66AC-6246-A6D2-BF46DE9AAFF9}" dt="2022-10-10T05:46:59.115" v="63"/>
        <pc:sldMkLst>
          <pc:docMk/>
          <pc:sldMk cId="3588489452" sldId="269"/>
        </pc:sldMkLst>
      </pc:sldChg>
      <pc:sldChg chg="del">
        <pc:chgData name="Riccardo Berta" userId="c8694f89-bba4-4576-b0a8-456619ca5a8c" providerId="ADAL" clId="{3E7BAF75-66AC-6246-A6D2-BF46DE9AAFF9}" dt="2022-10-10T05:46:44.473" v="42" actId="2696"/>
        <pc:sldMkLst>
          <pc:docMk/>
          <pc:sldMk cId="3950372499" sldId="269"/>
        </pc:sldMkLst>
      </pc:sldChg>
      <pc:sldChg chg="addSp delSp modSp add del mod ord">
        <pc:chgData name="Riccardo Berta" userId="c8694f89-bba4-4576-b0a8-456619ca5a8c" providerId="ADAL" clId="{3E7BAF75-66AC-6246-A6D2-BF46DE9AAFF9}" dt="2022-10-10T06:50:00.088" v="407" actId="2696"/>
        <pc:sldMkLst>
          <pc:docMk/>
          <pc:sldMk cId="1602265730" sldId="270"/>
        </pc:sldMkLst>
        <pc:spChg chg="mod">
          <ac:chgData name="Riccardo Berta" userId="c8694f89-bba4-4576-b0a8-456619ca5a8c" providerId="ADAL" clId="{3E7BAF75-66AC-6246-A6D2-BF46DE9AAFF9}" dt="2022-10-10T05:52:08.199" v="174" actId="20577"/>
          <ac:spMkLst>
            <pc:docMk/>
            <pc:sldMk cId="1602265730" sldId="270"/>
            <ac:spMk id="83" creationId="{00000000-0000-0000-0000-000000000000}"/>
          </ac:spMkLst>
        </pc:spChg>
        <pc:spChg chg="mod">
          <ac:chgData name="Riccardo Berta" userId="c8694f89-bba4-4576-b0a8-456619ca5a8c" providerId="ADAL" clId="{3E7BAF75-66AC-6246-A6D2-BF46DE9AAFF9}" dt="2022-10-10T05:54:57.918" v="270" actId="20577"/>
          <ac:spMkLst>
            <pc:docMk/>
            <pc:sldMk cId="1602265730" sldId="270"/>
            <ac:spMk id="84" creationId="{00000000-0000-0000-0000-000000000000}"/>
          </ac:spMkLst>
        </pc:spChg>
        <pc:picChg chg="add del mod modCrop">
          <ac:chgData name="Riccardo Berta" userId="c8694f89-bba4-4576-b0a8-456619ca5a8c" providerId="ADAL" clId="{3E7BAF75-66AC-6246-A6D2-BF46DE9AAFF9}" dt="2022-10-10T05:54:27.586" v="258" actId="478"/>
          <ac:picMkLst>
            <pc:docMk/>
            <pc:sldMk cId="1602265730" sldId="270"/>
            <ac:picMk id="3" creationId="{823D74D6-16BE-2E45-CDC1-8D17637D30F9}"/>
          </ac:picMkLst>
        </pc:picChg>
        <pc:picChg chg="add mod">
          <ac:chgData name="Riccardo Berta" userId="c8694f89-bba4-4576-b0a8-456619ca5a8c" providerId="ADAL" clId="{3E7BAF75-66AC-6246-A6D2-BF46DE9AAFF9}" dt="2022-10-10T05:55:03.304" v="271" actId="1076"/>
          <ac:picMkLst>
            <pc:docMk/>
            <pc:sldMk cId="1602265730" sldId="270"/>
            <ac:picMk id="4" creationId="{2A63E7D8-8EC6-38EC-96E9-864C8BA5FBBD}"/>
          </ac:picMkLst>
        </pc:picChg>
      </pc:sldChg>
      <pc:sldChg chg="del">
        <pc:chgData name="Riccardo Berta" userId="c8694f89-bba4-4576-b0a8-456619ca5a8c" providerId="ADAL" clId="{3E7BAF75-66AC-6246-A6D2-BF46DE9AAFF9}" dt="2022-10-10T05:46:45.250" v="44" actId="2696"/>
        <pc:sldMkLst>
          <pc:docMk/>
          <pc:sldMk cId="3668836689" sldId="270"/>
        </pc:sldMkLst>
      </pc:sldChg>
      <pc:sldChg chg="del">
        <pc:chgData name="Riccardo Berta" userId="c8694f89-bba4-4576-b0a8-456619ca5a8c" providerId="ADAL" clId="{3E7BAF75-66AC-6246-A6D2-BF46DE9AAFF9}" dt="2022-10-10T05:46:45.673" v="45" actId="2696"/>
        <pc:sldMkLst>
          <pc:docMk/>
          <pc:sldMk cId="1894295752" sldId="271"/>
        </pc:sldMkLst>
      </pc:sldChg>
      <pc:sldChg chg="del">
        <pc:chgData name="Riccardo Berta" userId="c8694f89-bba4-4576-b0a8-456619ca5a8c" providerId="ADAL" clId="{3E7BAF75-66AC-6246-A6D2-BF46DE9AAFF9}" dt="2022-10-10T05:46:46.147" v="46" actId="2696"/>
        <pc:sldMkLst>
          <pc:docMk/>
          <pc:sldMk cId="732868139" sldId="272"/>
        </pc:sldMkLst>
      </pc:sldChg>
      <pc:sldChg chg="del">
        <pc:chgData name="Riccardo Berta" userId="c8694f89-bba4-4576-b0a8-456619ca5a8c" providerId="ADAL" clId="{3E7BAF75-66AC-6246-A6D2-BF46DE9AAFF9}" dt="2022-10-10T05:46:46.631" v="47" actId="2696"/>
        <pc:sldMkLst>
          <pc:docMk/>
          <pc:sldMk cId="3859598341" sldId="273"/>
        </pc:sldMkLst>
      </pc:sldChg>
      <pc:sldChg chg="del">
        <pc:chgData name="Riccardo Berta" userId="c8694f89-bba4-4576-b0a8-456619ca5a8c" providerId="ADAL" clId="{3E7BAF75-66AC-6246-A6D2-BF46DE9AAFF9}" dt="2022-10-10T05:46:47.315" v="48" actId="2696"/>
        <pc:sldMkLst>
          <pc:docMk/>
          <pc:sldMk cId="2213323745" sldId="274"/>
        </pc:sldMkLst>
      </pc:sldChg>
      <pc:sldChg chg="del">
        <pc:chgData name="Riccardo Berta" userId="c8694f89-bba4-4576-b0a8-456619ca5a8c" providerId="ADAL" clId="{3E7BAF75-66AC-6246-A6D2-BF46DE9AAFF9}" dt="2022-10-10T05:46:47.713" v="49" actId="2696"/>
        <pc:sldMkLst>
          <pc:docMk/>
          <pc:sldMk cId="303121765" sldId="275"/>
        </pc:sldMkLst>
      </pc:sldChg>
      <pc:sldChg chg="del">
        <pc:chgData name="Riccardo Berta" userId="c8694f89-bba4-4576-b0a8-456619ca5a8c" providerId="ADAL" clId="{3E7BAF75-66AC-6246-A6D2-BF46DE9AAFF9}" dt="2022-10-10T05:46:48.481" v="50" actId="2696"/>
        <pc:sldMkLst>
          <pc:docMk/>
          <pc:sldMk cId="2020526202" sldId="276"/>
        </pc:sldMkLst>
      </pc:sldChg>
      <pc:sldChg chg="del">
        <pc:chgData name="Riccardo Berta" userId="c8694f89-bba4-4576-b0a8-456619ca5a8c" providerId="ADAL" clId="{3E7BAF75-66AC-6246-A6D2-BF46DE9AAFF9}" dt="2022-10-10T05:46:48.981" v="51" actId="2696"/>
        <pc:sldMkLst>
          <pc:docMk/>
          <pc:sldMk cId="3156887330" sldId="277"/>
        </pc:sldMkLst>
      </pc:sldChg>
      <pc:sldChg chg="del">
        <pc:chgData name="Riccardo Berta" userId="c8694f89-bba4-4576-b0a8-456619ca5a8c" providerId="ADAL" clId="{3E7BAF75-66AC-6246-A6D2-BF46DE9AAFF9}" dt="2022-10-10T05:46:49.684" v="52" actId="2696"/>
        <pc:sldMkLst>
          <pc:docMk/>
          <pc:sldMk cId="1586284290" sldId="278"/>
        </pc:sldMkLst>
      </pc:sldChg>
      <pc:sldChg chg="del">
        <pc:chgData name="Riccardo Berta" userId="c8694f89-bba4-4576-b0a8-456619ca5a8c" providerId="ADAL" clId="{3E7BAF75-66AC-6246-A6D2-BF46DE9AAFF9}" dt="2022-10-10T05:46:50.239" v="53" actId="2696"/>
        <pc:sldMkLst>
          <pc:docMk/>
          <pc:sldMk cId="2677523252" sldId="279"/>
        </pc:sldMkLst>
      </pc:sldChg>
      <pc:sldChg chg="del">
        <pc:chgData name="Riccardo Berta" userId="c8694f89-bba4-4576-b0a8-456619ca5a8c" providerId="ADAL" clId="{3E7BAF75-66AC-6246-A6D2-BF46DE9AAFF9}" dt="2022-10-10T05:46:52.009" v="54" actId="2696"/>
        <pc:sldMkLst>
          <pc:docMk/>
          <pc:sldMk cId="635836889" sldId="280"/>
        </pc:sldMkLst>
      </pc:sldChg>
      <pc:sldChg chg="del">
        <pc:chgData name="Riccardo Berta" userId="c8694f89-bba4-4576-b0a8-456619ca5a8c" providerId="ADAL" clId="{3E7BAF75-66AC-6246-A6D2-BF46DE9AAFF9}" dt="2022-10-10T05:46:52.591" v="55" actId="2696"/>
        <pc:sldMkLst>
          <pc:docMk/>
          <pc:sldMk cId="2288803032" sldId="281"/>
        </pc:sldMkLst>
      </pc:sldChg>
      <pc:sldChg chg="del">
        <pc:chgData name="Riccardo Berta" userId="c8694f89-bba4-4576-b0a8-456619ca5a8c" providerId="ADAL" clId="{3E7BAF75-66AC-6246-A6D2-BF46DE9AAFF9}" dt="2022-10-10T05:46:53.984" v="57" actId="2696"/>
        <pc:sldMkLst>
          <pc:docMk/>
          <pc:sldMk cId="663506827" sldId="282"/>
        </pc:sldMkLst>
      </pc:sldChg>
      <pc:sldChg chg="del">
        <pc:chgData name="Riccardo Berta" userId="c8694f89-bba4-4576-b0a8-456619ca5a8c" providerId="ADAL" clId="{3E7BAF75-66AC-6246-A6D2-BF46DE9AAFF9}" dt="2022-10-10T05:46:55.020" v="58" actId="2696"/>
        <pc:sldMkLst>
          <pc:docMk/>
          <pc:sldMk cId="2423864326" sldId="283"/>
        </pc:sldMkLst>
      </pc:sldChg>
      <pc:sldChg chg="del">
        <pc:chgData name="Riccardo Berta" userId="c8694f89-bba4-4576-b0a8-456619ca5a8c" providerId="ADAL" clId="{3E7BAF75-66AC-6246-A6D2-BF46DE9AAFF9}" dt="2022-10-10T05:46:53.442" v="56" actId="2696"/>
        <pc:sldMkLst>
          <pc:docMk/>
          <pc:sldMk cId="852930802" sldId="284"/>
        </pc:sldMkLst>
      </pc:sldChg>
    </pc:docChg>
  </pc:docChgLst>
  <pc:docChgLst>
    <pc:chgData name="Riccardo Berta" userId="c8694f89-bba4-4576-b0a8-456619ca5a8c" providerId="ADAL" clId="{285D91C1-4BF4-0841-A283-B28F698AE366}"/>
    <pc:docChg chg="custSel addSld modSld">
      <pc:chgData name="Riccardo Berta" userId="c8694f89-bba4-4576-b0a8-456619ca5a8c" providerId="ADAL" clId="{285D91C1-4BF4-0841-A283-B28F698AE366}" dt="2022-08-26T17:01:29.210" v="222" actId="20577"/>
      <pc:docMkLst>
        <pc:docMk/>
      </pc:docMkLst>
      <pc:sldChg chg="addSp delSp modSp add mod">
        <pc:chgData name="Riccardo Berta" userId="c8694f89-bba4-4576-b0a8-456619ca5a8c" providerId="ADAL" clId="{285D91C1-4BF4-0841-A283-B28F698AE366}" dt="2022-08-26T17:01:29.210" v="222" actId="20577"/>
        <pc:sldMkLst>
          <pc:docMk/>
          <pc:sldMk cId="1388305878" sldId="277"/>
        </pc:sldMkLst>
        <pc:spChg chg="mod">
          <ac:chgData name="Riccardo Berta" userId="c8694f89-bba4-4576-b0a8-456619ca5a8c" providerId="ADAL" clId="{285D91C1-4BF4-0841-A283-B28F698AE366}" dt="2022-08-26T11:06:53.297" v="2" actId="20577"/>
          <ac:spMkLst>
            <pc:docMk/>
            <pc:sldMk cId="1388305878" sldId="277"/>
            <ac:spMk id="83" creationId="{00000000-0000-0000-0000-000000000000}"/>
          </ac:spMkLst>
        </pc:spChg>
        <pc:spChg chg="mod">
          <ac:chgData name="Riccardo Berta" userId="c8694f89-bba4-4576-b0a8-456619ca5a8c" providerId="ADAL" clId="{285D91C1-4BF4-0841-A283-B28F698AE366}" dt="2022-08-26T17:01:29.210" v="222" actId="20577"/>
          <ac:spMkLst>
            <pc:docMk/>
            <pc:sldMk cId="1388305878" sldId="277"/>
            <ac:spMk id="84" creationId="{00000000-0000-0000-0000-000000000000}"/>
          </ac:spMkLst>
        </pc:spChg>
        <pc:picChg chg="add mod">
          <ac:chgData name="Riccardo Berta" userId="c8694f89-bba4-4576-b0a8-456619ca5a8c" providerId="ADAL" clId="{285D91C1-4BF4-0841-A283-B28F698AE366}" dt="2022-08-26T11:13:04.169" v="129" actId="1035"/>
          <ac:picMkLst>
            <pc:docMk/>
            <pc:sldMk cId="1388305878" sldId="277"/>
            <ac:picMk id="3" creationId="{94F1A503-7FFE-557A-BCB0-DC1D9F0CDB3C}"/>
          </ac:picMkLst>
        </pc:picChg>
        <pc:picChg chg="del">
          <ac:chgData name="Riccardo Berta" userId="c8694f89-bba4-4576-b0a8-456619ca5a8c" providerId="ADAL" clId="{285D91C1-4BF4-0841-A283-B28F698AE366}" dt="2022-08-26T11:06:59.121" v="7" actId="478"/>
          <ac:picMkLst>
            <pc:docMk/>
            <pc:sldMk cId="1388305878" sldId="277"/>
            <ac:picMk id="4" creationId="{B37C8976-E86A-4EAB-21EA-45CA6D160B6E}"/>
          </ac:picMkLst>
        </pc:picChg>
        <pc:picChg chg="add mod">
          <ac:chgData name="Riccardo Berta" userId="c8694f89-bba4-4576-b0a8-456619ca5a8c" providerId="ADAL" clId="{285D91C1-4BF4-0841-A283-B28F698AE366}" dt="2022-08-26T11:13:15.479" v="133" actId="1035"/>
          <ac:picMkLst>
            <pc:docMk/>
            <pc:sldMk cId="1388305878" sldId="277"/>
            <ac:picMk id="6" creationId="{55622F76-3F69-85DA-DB04-2F9FA718C471}"/>
          </ac:picMkLst>
        </pc:picChg>
      </pc:sldChg>
      <pc:sldChg chg="addSp delSp modSp add mod">
        <pc:chgData name="Riccardo Berta" userId="c8694f89-bba4-4576-b0a8-456619ca5a8c" providerId="ADAL" clId="{285D91C1-4BF4-0841-A283-B28F698AE366}" dt="2022-08-26T17:01:19.085" v="220" actId="1076"/>
        <pc:sldMkLst>
          <pc:docMk/>
          <pc:sldMk cId="2276488042" sldId="278"/>
        </pc:sldMkLst>
        <pc:spChg chg="mod">
          <ac:chgData name="Riccardo Berta" userId="c8694f89-bba4-4576-b0a8-456619ca5a8c" providerId="ADAL" clId="{285D91C1-4BF4-0841-A283-B28F698AE366}" dt="2022-08-26T11:13:29.102" v="137" actId="20577"/>
          <ac:spMkLst>
            <pc:docMk/>
            <pc:sldMk cId="2276488042" sldId="278"/>
            <ac:spMk id="83" creationId="{00000000-0000-0000-0000-000000000000}"/>
          </ac:spMkLst>
        </pc:spChg>
        <pc:spChg chg="mod">
          <ac:chgData name="Riccardo Berta" userId="c8694f89-bba4-4576-b0a8-456619ca5a8c" providerId="ADAL" clId="{285D91C1-4BF4-0841-A283-B28F698AE366}" dt="2022-08-26T11:21:06.057" v="217" actId="20577"/>
          <ac:spMkLst>
            <pc:docMk/>
            <pc:sldMk cId="2276488042" sldId="278"/>
            <ac:spMk id="84" creationId="{00000000-0000-0000-0000-000000000000}"/>
          </ac:spMkLst>
        </pc:spChg>
        <pc:picChg chg="del">
          <ac:chgData name="Riccardo Berta" userId="c8694f89-bba4-4576-b0a8-456619ca5a8c" providerId="ADAL" clId="{285D91C1-4BF4-0841-A283-B28F698AE366}" dt="2022-08-26T11:15:29.168" v="157" actId="478"/>
          <ac:picMkLst>
            <pc:docMk/>
            <pc:sldMk cId="2276488042" sldId="278"/>
            <ac:picMk id="3" creationId="{94F1A503-7FFE-557A-BCB0-DC1D9F0CDB3C}"/>
          </ac:picMkLst>
        </pc:picChg>
        <pc:picChg chg="add del mod">
          <ac:chgData name="Riccardo Berta" userId="c8694f89-bba4-4576-b0a8-456619ca5a8c" providerId="ADAL" clId="{285D91C1-4BF4-0841-A283-B28F698AE366}" dt="2022-08-26T11:17:51.407" v="196" actId="478"/>
          <ac:picMkLst>
            <pc:docMk/>
            <pc:sldMk cId="2276488042" sldId="278"/>
            <ac:picMk id="4" creationId="{60504E6C-6A9E-9C37-40B0-D19295DDEEC3}"/>
          </ac:picMkLst>
        </pc:picChg>
        <pc:picChg chg="del">
          <ac:chgData name="Riccardo Berta" userId="c8694f89-bba4-4576-b0a8-456619ca5a8c" providerId="ADAL" clId="{285D91C1-4BF4-0841-A283-B28F698AE366}" dt="2022-08-26T11:15:30.021" v="158" actId="478"/>
          <ac:picMkLst>
            <pc:docMk/>
            <pc:sldMk cId="2276488042" sldId="278"/>
            <ac:picMk id="6" creationId="{55622F76-3F69-85DA-DB04-2F9FA718C471}"/>
          </ac:picMkLst>
        </pc:picChg>
        <pc:picChg chg="add mod">
          <ac:chgData name="Riccardo Berta" userId="c8694f89-bba4-4576-b0a8-456619ca5a8c" providerId="ADAL" clId="{285D91C1-4BF4-0841-A283-B28F698AE366}" dt="2022-08-26T17:01:19.085" v="220" actId="1076"/>
          <ac:picMkLst>
            <pc:docMk/>
            <pc:sldMk cId="2276488042" sldId="278"/>
            <ac:picMk id="7" creationId="{12A38CB3-9C82-D386-6AEC-F799DFDA4DBA}"/>
          </ac:picMkLst>
        </pc:picChg>
      </pc:sldChg>
    </pc:docChg>
  </pc:docChgLst>
  <pc:docChgLst>
    <pc:chgData name="Riccardo Berta" userId="c8694f89-bba4-4576-b0a8-456619ca5a8c" providerId="ADAL" clId="{89457721-8AF9-BB44-BAF2-46F7B0D7D7E8}"/>
    <pc:docChg chg="custSel addSld delSld modSld">
      <pc:chgData name="Riccardo Berta" userId="c8694f89-bba4-4576-b0a8-456619ca5a8c" providerId="ADAL" clId="{89457721-8AF9-BB44-BAF2-46F7B0D7D7E8}" dt="2022-08-30T09:55:24.863" v="44" actId="20577"/>
      <pc:docMkLst>
        <pc:docMk/>
      </pc:docMkLst>
      <pc:sldChg chg="modSp mod">
        <pc:chgData name="Riccardo Berta" userId="c8694f89-bba4-4576-b0a8-456619ca5a8c" providerId="ADAL" clId="{89457721-8AF9-BB44-BAF2-46F7B0D7D7E8}" dt="2022-08-30T09:54:06.379" v="7" actId="20577"/>
        <pc:sldMkLst>
          <pc:docMk/>
          <pc:sldMk cId="0" sldId="256"/>
        </pc:sldMkLst>
        <pc:spChg chg="mod">
          <ac:chgData name="Riccardo Berta" userId="c8694f89-bba4-4576-b0a8-456619ca5a8c" providerId="ADAL" clId="{89457721-8AF9-BB44-BAF2-46F7B0D7D7E8}" dt="2022-08-30T09:54:06.379" v="7" actId="20577"/>
          <ac:spMkLst>
            <pc:docMk/>
            <pc:sldMk cId="0" sldId="256"/>
            <ac:spMk id="62" creationId="{00000000-0000-0000-0000-000000000000}"/>
          </ac:spMkLst>
        </pc:spChg>
      </pc:sldChg>
      <pc:sldChg chg="delSp modSp mod">
        <pc:chgData name="Riccardo Berta" userId="c8694f89-bba4-4576-b0a8-456619ca5a8c" providerId="ADAL" clId="{89457721-8AF9-BB44-BAF2-46F7B0D7D7E8}" dt="2022-08-30T09:54:23.221" v="18" actId="478"/>
        <pc:sldMkLst>
          <pc:docMk/>
          <pc:sldMk cId="0" sldId="257"/>
        </pc:sldMkLst>
        <pc:spChg chg="mod">
          <ac:chgData name="Riccardo Berta" userId="c8694f89-bba4-4576-b0a8-456619ca5a8c" providerId="ADAL" clId="{89457721-8AF9-BB44-BAF2-46F7B0D7D7E8}" dt="2022-08-30T09:54:14.367" v="13" actId="20577"/>
          <ac:spMkLst>
            <pc:docMk/>
            <pc:sldMk cId="0" sldId="257"/>
            <ac:spMk id="83" creationId="{00000000-0000-0000-0000-000000000000}"/>
          </ac:spMkLst>
        </pc:spChg>
        <pc:spChg chg="mod">
          <ac:chgData name="Riccardo Berta" userId="c8694f89-bba4-4576-b0a8-456619ca5a8c" providerId="ADAL" clId="{89457721-8AF9-BB44-BAF2-46F7B0D7D7E8}" dt="2022-08-30T09:54:19.217" v="17" actId="20577"/>
          <ac:spMkLst>
            <pc:docMk/>
            <pc:sldMk cId="0" sldId="257"/>
            <ac:spMk id="84" creationId="{00000000-0000-0000-0000-000000000000}"/>
          </ac:spMkLst>
        </pc:spChg>
        <pc:picChg chg="del">
          <ac:chgData name="Riccardo Berta" userId="c8694f89-bba4-4576-b0a8-456619ca5a8c" providerId="ADAL" clId="{89457721-8AF9-BB44-BAF2-46F7B0D7D7E8}" dt="2022-08-30T09:54:23.221" v="18" actId="478"/>
          <ac:picMkLst>
            <pc:docMk/>
            <pc:sldMk cId="0" sldId="257"/>
            <ac:picMk id="3" creationId="{EE0D0F3E-A843-92E5-ABBC-F41E3CA3C922}"/>
          </ac:picMkLst>
        </pc:picChg>
        <pc:picChg chg="del">
          <ac:chgData name="Riccardo Berta" userId="c8694f89-bba4-4576-b0a8-456619ca5a8c" providerId="ADAL" clId="{89457721-8AF9-BB44-BAF2-46F7B0D7D7E8}" dt="2022-08-30T09:54:16.325" v="14" actId="478"/>
          <ac:picMkLst>
            <pc:docMk/>
            <pc:sldMk cId="0" sldId="257"/>
            <ac:picMk id="5" creationId="{692F2B73-F6B6-F2AC-BB2A-2B1020944694}"/>
          </ac:picMkLst>
        </pc:picChg>
      </pc:sldChg>
      <pc:sldChg chg="modSp mod">
        <pc:chgData name="Riccardo Berta" userId="c8694f89-bba4-4576-b0a8-456619ca5a8c" providerId="ADAL" clId="{89457721-8AF9-BB44-BAF2-46F7B0D7D7E8}" dt="2022-08-30T09:54:11.362" v="10" actId="20577"/>
        <pc:sldMkLst>
          <pc:docMk/>
          <pc:sldMk cId="3018556184" sldId="259"/>
        </pc:sldMkLst>
        <pc:spChg chg="mod">
          <ac:chgData name="Riccardo Berta" userId="c8694f89-bba4-4576-b0a8-456619ca5a8c" providerId="ADAL" clId="{89457721-8AF9-BB44-BAF2-46F7B0D7D7E8}" dt="2022-08-30T09:54:11.362" v="10" actId="20577"/>
          <ac:spMkLst>
            <pc:docMk/>
            <pc:sldMk cId="3018556184" sldId="259"/>
            <ac:spMk id="3" creationId="{38BFAA1C-1163-169B-2D77-6FEF73CC8512}"/>
          </ac:spMkLst>
        </pc:spChg>
      </pc:sldChg>
      <pc:sldChg chg="add">
        <pc:chgData name="Riccardo Berta" userId="c8694f89-bba4-4576-b0a8-456619ca5a8c" providerId="ADAL" clId="{89457721-8AF9-BB44-BAF2-46F7B0D7D7E8}" dt="2022-08-30T09:54:31.238" v="24"/>
        <pc:sldMkLst>
          <pc:docMk/>
          <pc:sldMk cId="3239712184" sldId="260"/>
        </pc:sldMkLst>
      </pc:sldChg>
      <pc:sldChg chg="del">
        <pc:chgData name="Riccardo Berta" userId="c8694f89-bba4-4576-b0a8-456619ca5a8c" providerId="ADAL" clId="{89457721-8AF9-BB44-BAF2-46F7B0D7D7E8}" dt="2022-08-30T09:54:26.068" v="19" actId="2696"/>
        <pc:sldMkLst>
          <pc:docMk/>
          <pc:sldMk cId="3692252167" sldId="260"/>
        </pc:sldMkLst>
      </pc:sldChg>
      <pc:sldChg chg="add">
        <pc:chgData name="Riccardo Berta" userId="c8694f89-bba4-4576-b0a8-456619ca5a8c" providerId="ADAL" clId="{89457721-8AF9-BB44-BAF2-46F7B0D7D7E8}" dt="2022-08-30T09:54:32.176" v="25"/>
        <pc:sldMkLst>
          <pc:docMk/>
          <pc:sldMk cId="723946338" sldId="261"/>
        </pc:sldMkLst>
      </pc:sldChg>
      <pc:sldChg chg="del">
        <pc:chgData name="Riccardo Berta" userId="c8694f89-bba4-4576-b0a8-456619ca5a8c" providerId="ADAL" clId="{89457721-8AF9-BB44-BAF2-46F7B0D7D7E8}" dt="2022-08-30T09:54:26.532" v="20" actId="2696"/>
        <pc:sldMkLst>
          <pc:docMk/>
          <pc:sldMk cId="846979211" sldId="261"/>
        </pc:sldMkLst>
      </pc:sldChg>
      <pc:sldChg chg="del">
        <pc:chgData name="Riccardo Berta" userId="c8694f89-bba4-4576-b0a8-456619ca5a8c" providerId="ADAL" clId="{89457721-8AF9-BB44-BAF2-46F7B0D7D7E8}" dt="2022-08-30T09:54:26.938" v="21" actId="2696"/>
        <pc:sldMkLst>
          <pc:docMk/>
          <pc:sldMk cId="447929702" sldId="262"/>
        </pc:sldMkLst>
      </pc:sldChg>
      <pc:sldChg chg="add">
        <pc:chgData name="Riccardo Berta" userId="c8694f89-bba4-4576-b0a8-456619ca5a8c" providerId="ADAL" clId="{89457721-8AF9-BB44-BAF2-46F7B0D7D7E8}" dt="2022-08-30T09:54:33.167" v="26"/>
        <pc:sldMkLst>
          <pc:docMk/>
          <pc:sldMk cId="1167696200" sldId="262"/>
        </pc:sldMkLst>
      </pc:sldChg>
      <pc:sldChg chg="del">
        <pc:chgData name="Riccardo Berta" userId="c8694f89-bba4-4576-b0a8-456619ca5a8c" providerId="ADAL" clId="{89457721-8AF9-BB44-BAF2-46F7B0D7D7E8}" dt="2022-08-30T09:54:27.400" v="22" actId="2696"/>
        <pc:sldMkLst>
          <pc:docMk/>
          <pc:sldMk cId="11402927" sldId="263"/>
        </pc:sldMkLst>
      </pc:sldChg>
      <pc:sldChg chg="modSp add mod">
        <pc:chgData name="Riccardo Berta" userId="c8694f89-bba4-4576-b0a8-456619ca5a8c" providerId="ADAL" clId="{89457721-8AF9-BB44-BAF2-46F7B0D7D7E8}" dt="2022-08-30T09:55:24.863" v="44" actId="20577"/>
        <pc:sldMkLst>
          <pc:docMk/>
          <pc:sldMk cId="1817587258" sldId="263"/>
        </pc:sldMkLst>
        <pc:spChg chg="mod">
          <ac:chgData name="Riccardo Berta" userId="c8694f89-bba4-4576-b0a8-456619ca5a8c" providerId="ADAL" clId="{89457721-8AF9-BB44-BAF2-46F7B0D7D7E8}" dt="2022-08-30T09:54:51.021" v="28"/>
          <ac:spMkLst>
            <pc:docMk/>
            <pc:sldMk cId="1817587258" sldId="263"/>
            <ac:spMk id="83" creationId="{00000000-0000-0000-0000-000000000000}"/>
          </ac:spMkLst>
        </pc:spChg>
        <pc:spChg chg="mod">
          <ac:chgData name="Riccardo Berta" userId="c8694f89-bba4-4576-b0a8-456619ca5a8c" providerId="ADAL" clId="{89457721-8AF9-BB44-BAF2-46F7B0D7D7E8}" dt="2022-08-30T09:55:24.863" v="44" actId="20577"/>
          <ac:spMkLst>
            <pc:docMk/>
            <pc:sldMk cId="1817587258" sldId="263"/>
            <ac:spMk id="84" creationId="{00000000-0000-0000-0000-000000000000}"/>
          </ac:spMkLst>
        </pc:spChg>
      </pc:sldChg>
      <pc:sldChg chg="del">
        <pc:chgData name="Riccardo Berta" userId="c8694f89-bba4-4576-b0a8-456619ca5a8c" providerId="ADAL" clId="{89457721-8AF9-BB44-BAF2-46F7B0D7D7E8}" dt="2022-08-30T09:54:27.959" v="23" actId="2696"/>
        <pc:sldMkLst>
          <pc:docMk/>
          <pc:sldMk cId="2794482370" sldId="264"/>
        </pc:sldMkLst>
      </pc:sldChg>
    </pc:docChg>
  </pc:docChgLst>
  <pc:docChgLst>
    <pc:chgData name="Riccardo Berta" userId="c8694f89-bba4-4576-b0a8-456619ca5a8c" providerId="ADAL" clId="{BB313934-00E8-AF43-88F0-EEB6DAC44355}"/>
    <pc:docChg chg="custSel delSld modSld">
      <pc:chgData name="Riccardo Berta" userId="c8694f89-bba4-4576-b0a8-456619ca5a8c" providerId="ADAL" clId="{BB313934-00E8-AF43-88F0-EEB6DAC44355}" dt="2022-12-16T09:21:47.859" v="45" actId="478"/>
      <pc:docMkLst>
        <pc:docMk/>
      </pc:docMkLst>
      <pc:sldChg chg="modSp mod">
        <pc:chgData name="Riccardo Berta" userId="c8694f89-bba4-4576-b0a8-456619ca5a8c" providerId="ADAL" clId="{BB313934-00E8-AF43-88F0-EEB6DAC44355}" dt="2022-12-16T09:21:16.231" v="3" actId="20577"/>
        <pc:sldMkLst>
          <pc:docMk/>
          <pc:sldMk cId="0" sldId="256"/>
        </pc:sldMkLst>
        <pc:spChg chg="mod">
          <ac:chgData name="Riccardo Berta" userId="c8694f89-bba4-4576-b0a8-456619ca5a8c" providerId="ADAL" clId="{BB313934-00E8-AF43-88F0-EEB6DAC44355}" dt="2022-12-16T09:21:16.231" v="3" actId="20577"/>
          <ac:spMkLst>
            <pc:docMk/>
            <pc:sldMk cId="0" sldId="256"/>
            <ac:spMk id="62" creationId="{00000000-0000-0000-0000-000000000000}"/>
          </ac:spMkLst>
        </pc:spChg>
      </pc:sldChg>
      <pc:sldChg chg="modSp mod">
        <pc:chgData name="Riccardo Berta" userId="c8694f89-bba4-4576-b0a8-456619ca5a8c" providerId="ADAL" clId="{BB313934-00E8-AF43-88F0-EEB6DAC44355}" dt="2022-12-16T09:21:20.500" v="7" actId="20577"/>
        <pc:sldMkLst>
          <pc:docMk/>
          <pc:sldMk cId="0" sldId="264"/>
        </pc:sldMkLst>
        <pc:spChg chg="mod">
          <ac:chgData name="Riccardo Berta" userId="c8694f89-bba4-4576-b0a8-456619ca5a8c" providerId="ADAL" clId="{BB313934-00E8-AF43-88F0-EEB6DAC44355}" dt="2022-12-16T09:21:20.500" v="7" actId="20577"/>
          <ac:spMkLst>
            <pc:docMk/>
            <pc:sldMk cId="0" sldId="264"/>
            <ac:spMk id="84" creationId="{00000000-0000-0000-0000-000000000000}"/>
          </ac:spMkLst>
        </pc:spChg>
      </pc:sldChg>
      <pc:sldChg chg="modSp mod">
        <pc:chgData name="Riccardo Berta" userId="c8694f89-bba4-4576-b0a8-456619ca5a8c" providerId="ADAL" clId="{BB313934-00E8-AF43-88F0-EEB6DAC44355}" dt="2022-12-16T09:21:28.592" v="15" actId="20577"/>
        <pc:sldMkLst>
          <pc:docMk/>
          <pc:sldMk cId="2056707301" sldId="265"/>
        </pc:sldMkLst>
        <pc:spChg chg="mod">
          <ac:chgData name="Riccardo Berta" userId="c8694f89-bba4-4576-b0a8-456619ca5a8c" providerId="ADAL" clId="{BB313934-00E8-AF43-88F0-EEB6DAC44355}" dt="2022-12-16T09:21:25.378" v="11" actId="20577"/>
          <ac:spMkLst>
            <pc:docMk/>
            <pc:sldMk cId="2056707301" sldId="265"/>
            <ac:spMk id="83" creationId="{00000000-0000-0000-0000-000000000000}"/>
          </ac:spMkLst>
        </pc:spChg>
        <pc:spChg chg="mod">
          <ac:chgData name="Riccardo Berta" userId="c8694f89-bba4-4576-b0a8-456619ca5a8c" providerId="ADAL" clId="{BB313934-00E8-AF43-88F0-EEB6DAC44355}" dt="2022-12-16T09:21:28.592" v="15" actId="20577"/>
          <ac:spMkLst>
            <pc:docMk/>
            <pc:sldMk cId="2056707301" sldId="265"/>
            <ac:spMk id="84" creationId="{00000000-0000-0000-0000-000000000000}"/>
          </ac:spMkLst>
        </pc:spChg>
      </pc:sldChg>
      <pc:sldChg chg="del">
        <pc:chgData name="Riccardo Berta" userId="c8694f89-bba4-4576-b0a8-456619ca5a8c" providerId="ADAL" clId="{BB313934-00E8-AF43-88F0-EEB6DAC44355}" dt="2022-12-16T09:21:30.388" v="16" actId="2696"/>
        <pc:sldMkLst>
          <pc:docMk/>
          <pc:sldMk cId="1146853789" sldId="266"/>
        </pc:sldMkLst>
      </pc:sldChg>
      <pc:sldChg chg="del">
        <pc:chgData name="Riccardo Berta" userId="c8694f89-bba4-4576-b0a8-456619ca5a8c" providerId="ADAL" clId="{BB313934-00E8-AF43-88F0-EEB6DAC44355}" dt="2022-12-16T09:21:30.903" v="18" actId="2696"/>
        <pc:sldMkLst>
          <pc:docMk/>
          <pc:sldMk cId="3383656126" sldId="267"/>
        </pc:sldMkLst>
      </pc:sldChg>
      <pc:sldChg chg="del">
        <pc:chgData name="Riccardo Berta" userId="c8694f89-bba4-4576-b0a8-456619ca5a8c" providerId="ADAL" clId="{BB313934-00E8-AF43-88F0-EEB6DAC44355}" dt="2022-12-16T09:21:31.210" v="19" actId="2696"/>
        <pc:sldMkLst>
          <pc:docMk/>
          <pc:sldMk cId="4001677473" sldId="268"/>
        </pc:sldMkLst>
      </pc:sldChg>
      <pc:sldChg chg="del">
        <pc:chgData name="Riccardo Berta" userId="c8694f89-bba4-4576-b0a8-456619ca5a8c" providerId="ADAL" clId="{BB313934-00E8-AF43-88F0-EEB6DAC44355}" dt="2022-12-16T09:21:31.738" v="20" actId="2696"/>
        <pc:sldMkLst>
          <pc:docMk/>
          <pc:sldMk cId="3775027952" sldId="269"/>
        </pc:sldMkLst>
      </pc:sldChg>
      <pc:sldChg chg="del">
        <pc:chgData name="Riccardo Berta" userId="c8694f89-bba4-4576-b0a8-456619ca5a8c" providerId="ADAL" clId="{BB313934-00E8-AF43-88F0-EEB6DAC44355}" dt="2022-12-16T09:21:32.055" v="21" actId="2696"/>
        <pc:sldMkLst>
          <pc:docMk/>
          <pc:sldMk cId="1310310143" sldId="270"/>
        </pc:sldMkLst>
      </pc:sldChg>
      <pc:sldChg chg="del">
        <pc:chgData name="Riccardo Berta" userId="c8694f89-bba4-4576-b0a8-456619ca5a8c" providerId="ADAL" clId="{BB313934-00E8-AF43-88F0-EEB6DAC44355}" dt="2022-12-16T09:21:33.897" v="27" actId="2696"/>
        <pc:sldMkLst>
          <pc:docMk/>
          <pc:sldMk cId="3840907075" sldId="271"/>
        </pc:sldMkLst>
      </pc:sldChg>
      <pc:sldChg chg="del">
        <pc:chgData name="Riccardo Berta" userId="c8694f89-bba4-4576-b0a8-456619ca5a8c" providerId="ADAL" clId="{BB313934-00E8-AF43-88F0-EEB6DAC44355}" dt="2022-12-16T09:21:30.708" v="17" actId="2696"/>
        <pc:sldMkLst>
          <pc:docMk/>
          <pc:sldMk cId="3791912446" sldId="272"/>
        </pc:sldMkLst>
      </pc:sldChg>
      <pc:sldChg chg="del">
        <pc:chgData name="Riccardo Berta" userId="c8694f89-bba4-4576-b0a8-456619ca5a8c" providerId="ADAL" clId="{BB313934-00E8-AF43-88F0-EEB6DAC44355}" dt="2022-12-16T09:21:32.345" v="22" actId="2696"/>
        <pc:sldMkLst>
          <pc:docMk/>
          <pc:sldMk cId="80569211" sldId="273"/>
        </pc:sldMkLst>
      </pc:sldChg>
      <pc:sldChg chg="del">
        <pc:chgData name="Riccardo Berta" userId="c8694f89-bba4-4576-b0a8-456619ca5a8c" providerId="ADAL" clId="{BB313934-00E8-AF43-88F0-EEB6DAC44355}" dt="2022-12-16T09:21:32.660" v="23" actId="2696"/>
        <pc:sldMkLst>
          <pc:docMk/>
          <pc:sldMk cId="411550242" sldId="274"/>
        </pc:sldMkLst>
      </pc:sldChg>
      <pc:sldChg chg="del">
        <pc:chgData name="Riccardo Berta" userId="c8694f89-bba4-4576-b0a8-456619ca5a8c" providerId="ADAL" clId="{BB313934-00E8-AF43-88F0-EEB6DAC44355}" dt="2022-12-16T09:21:33.024" v="24" actId="2696"/>
        <pc:sldMkLst>
          <pc:docMk/>
          <pc:sldMk cId="1497503087" sldId="275"/>
        </pc:sldMkLst>
      </pc:sldChg>
      <pc:sldChg chg="del">
        <pc:chgData name="Riccardo Berta" userId="c8694f89-bba4-4576-b0a8-456619ca5a8c" providerId="ADAL" clId="{BB313934-00E8-AF43-88F0-EEB6DAC44355}" dt="2022-12-16T09:21:33.372" v="25" actId="2696"/>
        <pc:sldMkLst>
          <pc:docMk/>
          <pc:sldMk cId="189339524" sldId="276"/>
        </pc:sldMkLst>
      </pc:sldChg>
      <pc:sldChg chg="del">
        <pc:chgData name="Riccardo Berta" userId="c8694f89-bba4-4576-b0a8-456619ca5a8c" providerId="ADAL" clId="{BB313934-00E8-AF43-88F0-EEB6DAC44355}" dt="2022-12-16T09:21:33.661" v="26" actId="2696"/>
        <pc:sldMkLst>
          <pc:docMk/>
          <pc:sldMk cId="3867073266" sldId="277"/>
        </pc:sldMkLst>
      </pc:sldChg>
      <pc:sldChg chg="del">
        <pc:chgData name="Riccardo Berta" userId="c8694f89-bba4-4576-b0a8-456619ca5a8c" providerId="ADAL" clId="{BB313934-00E8-AF43-88F0-EEB6DAC44355}" dt="2022-12-16T09:21:38.937" v="38" actId="2696"/>
        <pc:sldMkLst>
          <pc:docMk/>
          <pc:sldMk cId="2178928758" sldId="278"/>
        </pc:sldMkLst>
      </pc:sldChg>
      <pc:sldChg chg="del">
        <pc:chgData name="Riccardo Berta" userId="c8694f89-bba4-4576-b0a8-456619ca5a8c" providerId="ADAL" clId="{BB313934-00E8-AF43-88F0-EEB6DAC44355}" dt="2022-12-16T09:21:38.412" v="37" actId="2696"/>
        <pc:sldMkLst>
          <pc:docMk/>
          <pc:sldMk cId="2509645545" sldId="279"/>
        </pc:sldMkLst>
      </pc:sldChg>
      <pc:sldChg chg="delSp modSp mod">
        <pc:chgData name="Riccardo Berta" userId="c8694f89-bba4-4576-b0a8-456619ca5a8c" providerId="ADAL" clId="{BB313934-00E8-AF43-88F0-EEB6DAC44355}" dt="2022-12-16T09:21:47.859" v="45" actId="478"/>
        <pc:sldMkLst>
          <pc:docMk/>
          <pc:sldMk cId="1073505695" sldId="280"/>
        </pc:sldMkLst>
        <pc:spChg chg="mod">
          <ac:chgData name="Riccardo Berta" userId="c8694f89-bba4-4576-b0a8-456619ca5a8c" providerId="ADAL" clId="{BB313934-00E8-AF43-88F0-EEB6DAC44355}" dt="2022-12-16T09:21:46.794" v="44" actId="20577"/>
          <ac:spMkLst>
            <pc:docMk/>
            <pc:sldMk cId="1073505695" sldId="280"/>
            <ac:spMk id="84" creationId="{00000000-0000-0000-0000-000000000000}"/>
          </ac:spMkLst>
        </pc:spChg>
        <pc:picChg chg="del">
          <ac:chgData name="Riccardo Berta" userId="c8694f89-bba4-4576-b0a8-456619ca5a8c" providerId="ADAL" clId="{BB313934-00E8-AF43-88F0-EEB6DAC44355}" dt="2022-12-16T09:21:43.888" v="43" actId="478"/>
          <ac:picMkLst>
            <pc:docMk/>
            <pc:sldMk cId="1073505695" sldId="280"/>
            <ac:picMk id="3" creationId="{FA939A29-95AA-C12B-A415-81D0BA373123}"/>
          </ac:picMkLst>
        </pc:picChg>
        <pc:picChg chg="del">
          <ac:chgData name="Riccardo Berta" userId="c8694f89-bba4-4576-b0a8-456619ca5a8c" providerId="ADAL" clId="{BB313934-00E8-AF43-88F0-EEB6DAC44355}" dt="2022-12-16T09:21:47.859" v="45" actId="478"/>
          <ac:picMkLst>
            <pc:docMk/>
            <pc:sldMk cId="1073505695" sldId="280"/>
            <ac:picMk id="5" creationId="{05C16011-9F8D-F647-EAC6-509C6AA49CC3}"/>
          </ac:picMkLst>
        </pc:picChg>
      </pc:sldChg>
      <pc:sldChg chg="del">
        <pc:chgData name="Riccardo Berta" userId="c8694f89-bba4-4576-b0a8-456619ca5a8c" providerId="ADAL" clId="{BB313934-00E8-AF43-88F0-EEB6DAC44355}" dt="2022-12-16T09:21:34.582" v="28" actId="2696"/>
        <pc:sldMkLst>
          <pc:docMk/>
          <pc:sldMk cId="3158693030" sldId="284"/>
        </pc:sldMkLst>
      </pc:sldChg>
      <pc:sldChg chg="del">
        <pc:chgData name="Riccardo Berta" userId="c8694f89-bba4-4576-b0a8-456619ca5a8c" providerId="ADAL" clId="{BB313934-00E8-AF43-88F0-EEB6DAC44355}" dt="2022-12-16T09:21:34.868" v="29" actId="2696"/>
        <pc:sldMkLst>
          <pc:docMk/>
          <pc:sldMk cId="2315955737" sldId="285"/>
        </pc:sldMkLst>
      </pc:sldChg>
      <pc:sldChg chg="del">
        <pc:chgData name="Riccardo Berta" userId="c8694f89-bba4-4576-b0a8-456619ca5a8c" providerId="ADAL" clId="{BB313934-00E8-AF43-88F0-EEB6DAC44355}" dt="2022-12-16T09:21:35.088" v="30" actId="2696"/>
        <pc:sldMkLst>
          <pc:docMk/>
          <pc:sldMk cId="2279489737" sldId="286"/>
        </pc:sldMkLst>
      </pc:sldChg>
      <pc:sldChg chg="del">
        <pc:chgData name="Riccardo Berta" userId="c8694f89-bba4-4576-b0a8-456619ca5a8c" providerId="ADAL" clId="{BB313934-00E8-AF43-88F0-EEB6DAC44355}" dt="2022-12-16T09:21:35.918" v="32" actId="2696"/>
        <pc:sldMkLst>
          <pc:docMk/>
          <pc:sldMk cId="4193766810" sldId="287"/>
        </pc:sldMkLst>
      </pc:sldChg>
      <pc:sldChg chg="del">
        <pc:chgData name="Riccardo Berta" userId="c8694f89-bba4-4576-b0a8-456619ca5a8c" providerId="ADAL" clId="{BB313934-00E8-AF43-88F0-EEB6DAC44355}" dt="2022-12-16T09:21:36.362" v="33" actId="2696"/>
        <pc:sldMkLst>
          <pc:docMk/>
          <pc:sldMk cId="3981929228" sldId="288"/>
        </pc:sldMkLst>
      </pc:sldChg>
      <pc:sldChg chg="del">
        <pc:chgData name="Riccardo Berta" userId="c8694f89-bba4-4576-b0a8-456619ca5a8c" providerId="ADAL" clId="{BB313934-00E8-AF43-88F0-EEB6DAC44355}" dt="2022-12-16T09:21:37.252" v="34" actId="2696"/>
        <pc:sldMkLst>
          <pc:docMk/>
          <pc:sldMk cId="4281954021" sldId="289"/>
        </pc:sldMkLst>
      </pc:sldChg>
      <pc:sldChg chg="del">
        <pc:chgData name="Riccardo Berta" userId="c8694f89-bba4-4576-b0a8-456619ca5a8c" providerId="ADAL" clId="{BB313934-00E8-AF43-88F0-EEB6DAC44355}" dt="2022-12-16T09:21:37.523" v="35" actId="2696"/>
        <pc:sldMkLst>
          <pc:docMk/>
          <pc:sldMk cId="342907949" sldId="290"/>
        </pc:sldMkLst>
      </pc:sldChg>
      <pc:sldChg chg="del">
        <pc:chgData name="Riccardo Berta" userId="c8694f89-bba4-4576-b0a8-456619ca5a8c" providerId="ADAL" clId="{BB313934-00E8-AF43-88F0-EEB6DAC44355}" dt="2022-12-16T09:21:37.868" v="36" actId="2696"/>
        <pc:sldMkLst>
          <pc:docMk/>
          <pc:sldMk cId="1120693371" sldId="292"/>
        </pc:sldMkLst>
      </pc:sldChg>
      <pc:sldChg chg="del">
        <pc:chgData name="Riccardo Berta" userId="c8694f89-bba4-4576-b0a8-456619ca5a8c" providerId="ADAL" clId="{BB313934-00E8-AF43-88F0-EEB6DAC44355}" dt="2022-12-16T09:21:35.541" v="31" actId="2696"/>
        <pc:sldMkLst>
          <pc:docMk/>
          <pc:sldMk cId="3495919440" sldId="293"/>
        </pc:sldMkLst>
      </pc:sldChg>
    </pc:docChg>
  </pc:docChgLst>
  <pc:docChgLst>
    <pc:chgData name="Riccardo Berta" userId="c8694f89-bba4-4576-b0a8-456619ca5a8c" providerId="ADAL" clId="{80F6E880-6B18-A04C-AFC0-7C261801A904}"/>
    <pc:docChg chg="undo custSel addSld delSld modSld sldOrd">
      <pc:chgData name="Riccardo Berta" userId="c8694f89-bba4-4576-b0a8-456619ca5a8c" providerId="ADAL" clId="{80F6E880-6B18-A04C-AFC0-7C261801A904}" dt="2022-11-08T13:14:14.871" v="3050" actId="2696"/>
      <pc:docMkLst>
        <pc:docMk/>
      </pc:docMkLst>
      <pc:sldChg chg="modSp mod">
        <pc:chgData name="Riccardo Berta" userId="c8694f89-bba4-4576-b0a8-456619ca5a8c" providerId="ADAL" clId="{80F6E880-6B18-A04C-AFC0-7C261801A904}" dt="2022-11-02T11:32:41.709" v="13" actId="20577"/>
        <pc:sldMkLst>
          <pc:docMk/>
          <pc:sldMk cId="0" sldId="256"/>
        </pc:sldMkLst>
        <pc:spChg chg="mod">
          <ac:chgData name="Riccardo Berta" userId="c8694f89-bba4-4576-b0a8-456619ca5a8c" providerId="ADAL" clId="{80F6E880-6B18-A04C-AFC0-7C261801A904}" dt="2022-11-02T11:32:41.709" v="13" actId="20577"/>
          <ac:spMkLst>
            <pc:docMk/>
            <pc:sldMk cId="0" sldId="256"/>
            <ac:spMk id="62" creationId="{00000000-0000-0000-0000-000000000000}"/>
          </ac:spMkLst>
        </pc:spChg>
      </pc:sldChg>
      <pc:sldChg chg="modSp mod">
        <pc:chgData name="Riccardo Berta" userId="c8694f89-bba4-4576-b0a8-456619ca5a8c" providerId="ADAL" clId="{80F6E880-6B18-A04C-AFC0-7C261801A904}" dt="2022-11-08T11:41:26.440" v="2804" actId="20577"/>
        <pc:sldMkLst>
          <pc:docMk/>
          <pc:sldMk cId="0" sldId="264"/>
        </pc:sldMkLst>
        <pc:spChg chg="mod">
          <ac:chgData name="Riccardo Berta" userId="c8694f89-bba4-4576-b0a8-456619ca5a8c" providerId="ADAL" clId="{80F6E880-6B18-A04C-AFC0-7C261801A904}" dt="2022-11-08T11:41:26.440" v="2804" actId="20577"/>
          <ac:spMkLst>
            <pc:docMk/>
            <pc:sldMk cId="0" sldId="264"/>
            <ac:spMk id="84" creationId="{00000000-0000-0000-0000-000000000000}"/>
          </ac:spMkLst>
        </pc:spChg>
      </pc:sldChg>
      <pc:sldChg chg="modSp mod">
        <pc:chgData name="Riccardo Berta" userId="c8694f89-bba4-4576-b0a8-456619ca5a8c" providerId="ADAL" clId="{80F6E880-6B18-A04C-AFC0-7C261801A904}" dt="2022-11-07T07:17:21.067" v="797" actId="20577"/>
        <pc:sldMkLst>
          <pc:docMk/>
          <pc:sldMk cId="3775027952" sldId="269"/>
        </pc:sldMkLst>
        <pc:spChg chg="mod">
          <ac:chgData name="Riccardo Berta" userId="c8694f89-bba4-4576-b0a8-456619ca5a8c" providerId="ADAL" clId="{80F6E880-6B18-A04C-AFC0-7C261801A904}" dt="2022-11-07T07:17:21.067" v="797" actId="20577"/>
          <ac:spMkLst>
            <pc:docMk/>
            <pc:sldMk cId="3775027952" sldId="269"/>
            <ac:spMk id="83" creationId="{00000000-0000-0000-0000-000000000000}"/>
          </ac:spMkLst>
        </pc:spChg>
        <pc:spChg chg="mod">
          <ac:chgData name="Riccardo Berta" userId="c8694f89-bba4-4576-b0a8-456619ca5a8c" providerId="ADAL" clId="{80F6E880-6B18-A04C-AFC0-7C261801A904}" dt="2022-11-07T06:53:11.378" v="285" actId="20577"/>
          <ac:spMkLst>
            <pc:docMk/>
            <pc:sldMk cId="3775027952" sldId="269"/>
            <ac:spMk id="84" creationId="{00000000-0000-0000-0000-000000000000}"/>
          </ac:spMkLst>
        </pc:spChg>
      </pc:sldChg>
      <pc:sldChg chg="modSp mod">
        <pc:chgData name="Riccardo Berta" userId="c8694f89-bba4-4576-b0a8-456619ca5a8c" providerId="ADAL" clId="{80F6E880-6B18-A04C-AFC0-7C261801A904}" dt="2022-11-07T07:18:11.402" v="816" actId="14100"/>
        <pc:sldMkLst>
          <pc:docMk/>
          <pc:sldMk cId="1310310143" sldId="270"/>
        </pc:sldMkLst>
        <pc:spChg chg="mod">
          <ac:chgData name="Riccardo Berta" userId="c8694f89-bba4-4576-b0a8-456619ca5a8c" providerId="ADAL" clId="{80F6E880-6B18-A04C-AFC0-7C261801A904}" dt="2022-11-07T07:17:32.354" v="799" actId="20577"/>
          <ac:spMkLst>
            <pc:docMk/>
            <pc:sldMk cId="1310310143" sldId="270"/>
            <ac:spMk id="83" creationId="{00000000-0000-0000-0000-000000000000}"/>
          </ac:spMkLst>
        </pc:spChg>
        <pc:spChg chg="mod">
          <ac:chgData name="Riccardo Berta" userId="c8694f89-bba4-4576-b0a8-456619ca5a8c" providerId="ADAL" clId="{80F6E880-6B18-A04C-AFC0-7C261801A904}" dt="2022-11-07T07:18:11.402" v="816" actId="14100"/>
          <ac:spMkLst>
            <pc:docMk/>
            <pc:sldMk cId="1310310143" sldId="270"/>
            <ac:spMk id="84" creationId="{00000000-0000-0000-0000-000000000000}"/>
          </ac:spMkLst>
        </pc:spChg>
      </pc:sldChg>
      <pc:sldChg chg="modSp mod ord">
        <pc:chgData name="Riccardo Berta" userId="c8694f89-bba4-4576-b0a8-456619ca5a8c" providerId="ADAL" clId="{80F6E880-6B18-A04C-AFC0-7C261801A904}" dt="2022-11-08T08:51:58.241" v="1598" actId="1076"/>
        <pc:sldMkLst>
          <pc:docMk/>
          <pc:sldMk cId="3840907075" sldId="271"/>
        </pc:sldMkLst>
        <pc:spChg chg="mod">
          <ac:chgData name="Riccardo Berta" userId="c8694f89-bba4-4576-b0a8-456619ca5a8c" providerId="ADAL" clId="{80F6E880-6B18-A04C-AFC0-7C261801A904}" dt="2022-11-08T08:51:12.309" v="1586" actId="20577"/>
          <ac:spMkLst>
            <pc:docMk/>
            <pc:sldMk cId="3840907075" sldId="271"/>
            <ac:spMk id="83" creationId="{00000000-0000-0000-0000-000000000000}"/>
          </ac:spMkLst>
        </pc:spChg>
        <pc:spChg chg="mod">
          <ac:chgData name="Riccardo Berta" userId="c8694f89-bba4-4576-b0a8-456619ca5a8c" providerId="ADAL" clId="{80F6E880-6B18-A04C-AFC0-7C261801A904}" dt="2022-11-08T08:51:58.241" v="1598" actId="1076"/>
          <ac:spMkLst>
            <pc:docMk/>
            <pc:sldMk cId="3840907075" sldId="271"/>
            <ac:spMk id="84" creationId="{00000000-0000-0000-0000-000000000000}"/>
          </ac:spMkLst>
        </pc:spChg>
      </pc:sldChg>
      <pc:sldChg chg="addSp delSp modSp add mod ord">
        <pc:chgData name="Riccardo Berta" userId="c8694f89-bba4-4576-b0a8-456619ca5a8c" providerId="ADAL" clId="{80F6E880-6B18-A04C-AFC0-7C261801A904}" dt="2022-11-07T07:17:44.640" v="804" actId="20577"/>
        <pc:sldMkLst>
          <pc:docMk/>
          <pc:sldMk cId="3791912446" sldId="272"/>
        </pc:sldMkLst>
        <pc:spChg chg="mod">
          <ac:chgData name="Riccardo Berta" userId="c8694f89-bba4-4576-b0a8-456619ca5a8c" providerId="ADAL" clId="{80F6E880-6B18-A04C-AFC0-7C261801A904}" dt="2022-11-07T07:04:25.924" v="522" actId="313"/>
          <ac:spMkLst>
            <pc:docMk/>
            <pc:sldMk cId="3791912446" sldId="272"/>
            <ac:spMk id="83" creationId="{00000000-0000-0000-0000-000000000000}"/>
          </ac:spMkLst>
        </pc:spChg>
        <pc:spChg chg="mod">
          <ac:chgData name="Riccardo Berta" userId="c8694f89-bba4-4576-b0a8-456619ca5a8c" providerId="ADAL" clId="{80F6E880-6B18-A04C-AFC0-7C261801A904}" dt="2022-11-07T07:17:44.640" v="804" actId="20577"/>
          <ac:spMkLst>
            <pc:docMk/>
            <pc:sldMk cId="3791912446" sldId="272"/>
            <ac:spMk id="84" creationId="{00000000-0000-0000-0000-000000000000}"/>
          </ac:spMkLst>
        </pc:spChg>
        <pc:picChg chg="add mod">
          <ac:chgData name="Riccardo Berta" userId="c8694f89-bba4-4576-b0a8-456619ca5a8c" providerId="ADAL" clId="{80F6E880-6B18-A04C-AFC0-7C261801A904}" dt="2022-11-07T06:59:31.298" v="465" actId="1076"/>
          <ac:picMkLst>
            <pc:docMk/>
            <pc:sldMk cId="3791912446" sldId="272"/>
            <ac:picMk id="3" creationId="{466B1340-2784-EFA1-4625-73CB8D368F35}"/>
          </ac:picMkLst>
        </pc:picChg>
        <pc:picChg chg="add del mod">
          <ac:chgData name="Riccardo Berta" userId="c8694f89-bba4-4576-b0a8-456619ca5a8c" providerId="ADAL" clId="{80F6E880-6B18-A04C-AFC0-7C261801A904}" dt="2022-11-07T07:05:54.847" v="556" actId="478"/>
          <ac:picMkLst>
            <pc:docMk/>
            <pc:sldMk cId="3791912446" sldId="272"/>
            <ac:picMk id="5" creationId="{96DCD402-891D-3F66-34A1-46DFB85BA2F8}"/>
          </ac:picMkLst>
        </pc:picChg>
      </pc:sldChg>
      <pc:sldChg chg="addSp modSp add mod">
        <pc:chgData name="Riccardo Berta" userId="c8694f89-bba4-4576-b0a8-456619ca5a8c" providerId="ADAL" clId="{80F6E880-6B18-A04C-AFC0-7C261801A904}" dt="2022-11-07T13:36:31.855" v="1227" actId="1035"/>
        <pc:sldMkLst>
          <pc:docMk/>
          <pc:sldMk cId="80569211" sldId="273"/>
        </pc:sldMkLst>
        <pc:spChg chg="mod">
          <ac:chgData name="Riccardo Berta" userId="c8694f89-bba4-4576-b0a8-456619ca5a8c" providerId="ADAL" clId="{80F6E880-6B18-A04C-AFC0-7C261801A904}" dt="2022-11-07T07:18:15.205" v="820" actId="20577"/>
          <ac:spMkLst>
            <pc:docMk/>
            <pc:sldMk cId="80569211" sldId="273"/>
            <ac:spMk id="83" creationId="{00000000-0000-0000-0000-000000000000}"/>
          </ac:spMkLst>
        </pc:spChg>
        <pc:spChg chg="mod">
          <ac:chgData name="Riccardo Berta" userId="c8694f89-bba4-4576-b0a8-456619ca5a8c" providerId="ADAL" clId="{80F6E880-6B18-A04C-AFC0-7C261801A904}" dt="2022-11-07T13:36:26.290" v="1215" actId="20577"/>
          <ac:spMkLst>
            <pc:docMk/>
            <pc:sldMk cId="80569211" sldId="273"/>
            <ac:spMk id="84" creationId="{00000000-0000-0000-0000-000000000000}"/>
          </ac:spMkLst>
        </pc:spChg>
        <pc:picChg chg="add mod">
          <ac:chgData name="Riccardo Berta" userId="c8694f89-bba4-4576-b0a8-456619ca5a8c" providerId="ADAL" clId="{80F6E880-6B18-A04C-AFC0-7C261801A904}" dt="2022-11-07T13:36:31.855" v="1227" actId="1035"/>
          <ac:picMkLst>
            <pc:docMk/>
            <pc:sldMk cId="80569211" sldId="273"/>
            <ac:picMk id="2" creationId="{DCC6CAAD-0559-8398-98AA-0E6212EA80FC}"/>
          </ac:picMkLst>
        </pc:picChg>
      </pc:sldChg>
      <pc:sldChg chg="addSp modSp add mod">
        <pc:chgData name="Riccardo Berta" userId="c8694f89-bba4-4576-b0a8-456619ca5a8c" providerId="ADAL" clId="{80F6E880-6B18-A04C-AFC0-7C261801A904}" dt="2022-11-07T07:16:45.002" v="791" actId="20577"/>
        <pc:sldMkLst>
          <pc:docMk/>
          <pc:sldMk cId="411550242" sldId="274"/>
        </pc:sldMkLst>
        <pc:spChg chg="mod">
          <ac:chgData name="Riccardo Berta" userId="c8694f89-bba4-4576-b0a8-456619ca5a8c" providerId="ADAL" clId="{80F6E880-6B18-A04C-AFC0-7C261801A904}" dt="2022-11-07T07:16:45.002" v="791" actId="20577"/>
          <ac:spMkLst>
            <pc:docMk/>
            <pc:sldMk cId="411550242" sldId="274"/>
            <ac:spMk id="83" creationId="{00000000-0000-0000-0000-000000000000}"/>
          </ac:spMkLst>
        </pc:spChg>
        <pc:spChg chg="mod">
          <ac:chgData name="Riccardo Berta" userId="c8694f89-bba4-4576-b0a8-456619ca5a8c" providerId="ADAL" clId="{80F6E880-6B18-A04C-AFC0-7C261801A904}" dt="2022-11-07T07:16:12.859" v="785" actId="20577"/>
          <ac:spMkLst>
            <pc:docMk/>
            <pc:sldMk cId="411550242" sldId="274"/>
            <ac:spMk id="84" creationId="{00000000-0000-0000-0000-000000000000}"/>
          </ac:spMkLst>
        </pc:spChg>
        <pc:picChg chg="add mod">
          <ac:chgData name="Riccardo Berta" userId="c8694f89-bba4-4576-b0a8-456619ca5a8c" providerId="ADAL" clId="{80F6E880-6B18-A04C-AFC0-7C261801A904}" dt="2022-11-07T07:16:39.276" v="787" actId="1076"/>
          <ac:picMkLst>
            <pc:docMk/>
            <pc:sldMk cId="411550242" sldId="274"/>
            <ac:picMk id="3" creationId="{30EC4DDD-F5AC-A253-9088-288CB536E14A}"/>
          </ac:picMkLst>
        </pc:picChg>
      </pc:sldChg>
      <pc:sldChg chg="addSp delSp modSp add mod">
        <pc:chgData name="Riccardo Berta" userId="c8694f89-bba4-4576-b0a8-456619ca5a8c" providerId="ADAL" clId="{80F6E880-6B18-A04C-AFC0-7C261801A904}" dt="2022-11-07T13:21:44.410" v="1081" actId="1037"/>
        <pc:sldMkLst>
          <pc:docMk/>
          <pc:sldMk cId="1497503087" sldId="275"/>
        </pc:sldMkLst>
        <pc:spChg chg="mod">
          <ac:chgData name="Riccardo Berta" userId="c8694f89-bba4-4576-b0a8-456619ca5a8c" providerId="ADAL" clId="{80F6E880-6B18-A04C-AFC0-7C261801A904}" dt="2022-11-07T07:16:53.860" v="794" actId="20577"/>
          <ac:spMkLst>
            <pc:docMk/>
            <pc:sldMk cId="1497503087" sldId="275"/>
            <ac:spMk id="83" creationId="{00000000-0000-0000-0000-000000000000}"/>
          </ac:spMkLst>
        </pc:spChg>
        <pc:spChg chg="mod">
          <ac:chgData name="Riccardo Berta" userId="c8694f89-bba4-4576-b0a8-456619ca5a8c" providerId="ADAL" clId="{80F6E880-6B18-A04C-AFC0-7C261801A904}" dt="2022-11-07T13:21:32.910" v="1077" actId="403"/>
          <ac:spMkLst>
            <pc:docMk/>
            <pc:sldMk cId="1497503087" sldId="275"/>
            <ac:spMk id="84" creationId="{00000000-0000-0000-0000-000000000000}"/>
          </ac:spMkLst>
        </pc:spChg>
        <pc:picChg chg="add del mod">
          <ac:chgData name="Riccardo Berta" userId="c8694f89-bba4-4576-b0a8-456619ca5a8c" providerId="ADAL" clId="{80F6E880-6B18-A04C-AFC0-7C261801A904}" dt="2022-11-07T13:21:44.410" v="1081" actId="1037"/>
          <ac:picMkLst>
            <pc:docMk/>
            <pc:sldMk cId="1497503087" sldId="275"/>
            <ac:picMk id="3" creationId="{4F36E7FA-7FDA-441A-FB01-56F921235354}"/>
          </ac:picMkLst>
        </pc:picChg>
        <pc:picChg chg="add del mod">
          <ac:chgData name="Riccardo Berta" userId="c8694f89-bba4-4576-b0a8-456619ca5a8c" providerId="ADAL" clId="{80F6E880-6B18-A04C-AFC0-7C261801A904}" dt="2022-11-07T13:14:43.240" v="923"/>
          <ac:picMkLst>
            <pc:docMk/>
            <pc:sldMk cId="1497503087" sldId="275"/>
            <ac:picMk id="5" creationId="{1AF8E800-F7F9-2A5C-5DC8-53A54EB15185}"/>
          </ac:picMkLst>
        </pc:picChg>
        <pc:picChg chg="add mod">
          <ac:chgData name="Riccardo Berta" userId="c8694f89-bba4-4576-b0a8-456619ca5a8c" providerId="ADAL" clId="{80F6E880-6B18-A04C-AFC0-7C261801A904}" dt="2022-11-07T13:21:44.410" v="1081" actId="1037"/>
          <ac:picMkLst>
            <pc:docMk/>
            <pc:sldMk cId="1497503087" sldId="275"/>
            <ac:picMk id="7" creationId="{8B0795EC-DA43-EC5C-EFC5-2544DB5854EC}"/>
          </ac:picMkLst>
        </pc:picChg>
      </pc:sldChg>
      <pc:sldChg chg="addSp delSp modSp add mod">
        <pc:chgData name="Riccardo Berta" userId="c8694f89-bba4-4576-b0a8-456619ca5a8c" providerId="ADAL" clId="{80F6E880-6B18-A04C-AFC0-7C261801A904}" dt="2022-11-07T13:21:16.745" v="1073" actId="1038"/>
        <pc:sldMkLst>
          <pc:docMk/>
          <pc:sldMk cId="189339524" sldId="276"/>
        </pc:sldMkLst>
        <pc:spChg chg="add del mod">
          <ac:chgData name="Riccardo Berta" userId="c8694f89-bba4-4576-b0a8-456619ca5a8c" providerId="ADAL" clId="{80F6E880-6B18-A04C-AFC0-7C261801A904}" dt="2022-11-07T13:19:01.292" v="972" actId="767"/>
          <ac:spMkLst>
            <pc:docMk/>
            <pc:sldMk cId="189339524" sldId="276"/>
            <ac:spMk id="4" creationId="{128674F4-627D-5212-BC9C-4D6510320220}"/>
          </ac:spMkLst>
        </pc:spChg>
        <pc:spChg chg="mod">
          <ac:chgData name="Riccardo Berta" userId="c8694f89-bba4-4576-b0a8-456619ca5a8c" providerId="ADAL" clId="{80F6E880-6B18-A04C-AFC0-7C261801A904}" dt="2022-11-07T13:18:01.068" v="966" actId="20577"/>
          <ac:spMkLst>
            <pc:docMk/>
            <pc:sldMk cId="189339524" sldId="276"/>
            <ac:spMk id="83" creationId="{00000000-0000-0000-0000-000000000000}"/>
          </ac:spMkLst>
        </pc:spChg>
        <pc:spChg chg="mod">
          <ac:chgData name="Riccardo Berta" userId="c8694f89-bba4-4576-b0a8-456619ca5a8c" providerId="ADAL" clId="{80F6E880-6B18-A04C-AFC0-7C261801A904}" dt="2022-11-07T13:21:05.434" v="1070" actId="20577"/>
          <ac:spMkLst>
            <pc:docMk/>
            <pc:sldMk cId="189339524" sldId="276"/>
            <ac:spMk id="84" creationId="{00000000-0000-0000-0000-000000000000}"/>
          </ac:spMkLst>
        </pc:spChg>
        <pc:picChg chg="add mod">
          <ac:chgData name="Riccardo Berta" userId="c8694f89-bba4-4576-b0a8-456619ca5a8c" providerId="ADAL" clId="{80F6E880-6B18-A04C-AFC0-7C261801A904}" dt="2022-11-07T13:21:16.745" v="1073" actId="1038"/>
          <ac:picMkLst>
            <pc:docMk/>
            <pc:sldMk cId="189339524" sldId="276"/>
            <ac:picMk id="3" creationId="{48A7D41D-F76F-69CC-4E65-FFA311770409}"/>
          </ac:picMkLst>
        </pc:picChg>
      </pc:sldChg>
      <pc:sldChg chg="addSp modSp add mod">
        <pc:chgData name="Riccardo Berta" userId="c8694f89-bba4-4576-b0a8-456619ca5a8c" providerId="ADAL" clId="{80F6E880-6B18-A04C-AFC0-7C261801A904}" dt="2022-11-07T13:36:39.259" v="1228" actId="1076"/>
        <pc:sldMkLst>
          <pc:docMk/>
          <pc:sldMk cId="3867073266" sldId="277"/>
        </pc:sldMkLst>
        <pc:spChg chg="mod">
          <ac:chgData name="Riccardo Berta" userId="c8694f89-bba4-4576-b0a8-456619ca5a8c" providerId="ADAL" clId="{80F6E880-6B18-A04C-AFC0-7C261801A904}" dt="2022-11-07T13:23:08.976" v="1109" actId="20577"/>
          <ac:spMkLst>
            <pc:docMk/>
            <pc:sldMk cId="3867073266" sldId="277"/>
            <ac:spMk id="83" creationId="{00000000-0000-0000-0000-000000000000}"/>
          </ac:spMkLst>
        </pc:spChg>
        <pc:spChg chg="mod">
          <ac:chgData name="Riccardo Berta" userId="c8694f89-bba4-4576-b0a8-456619ca5a8c" providerId="ADAL" clId="{80F6E880-6B18-A04C-AFC0-7C261801A904}" dt="2022-11-07T13:33:30.982" v="1180"/>
          <ac:spMkLst>
            <pc:docMk/>
            <pc:sldMk cId="3867073266" sldId="277"/>
            <ac:spMk id="84" creationId="{00000000-0000-0000-0000-000000000000}"/>
          </ac:spMkLst>
        </pc:spChg>
        <pc:picChg chg="add mod">
          <ac:chgData name="Riccardo Berta" userId="c8694f89-bba4-4576-b0a8-456619ca5a8c" providerId="ADAL" clId="{80F6E880-6B18-A04C-AFC0-7C261801A904}" dt="2022-11-07T13:36:39.259" v="1228" actId="1076"/>
          <ac:picMkLst>
            <pc:docMk/>
            <pc:sldMk cId="3867073266" sldId="277"/>
            <ac:picMk id="3" creationId="{B24D9C62-9E1D-9F8D-F689-FC2C53DAD899}"/>
          </ac:picMkLst>
        </pc:picChg>
      </pc:sldChg>
      <pc:sldChg chg="addSp delSp modSp add mod">
        <pc:chgData name="Riccardo Berta" userId="c8694f89-bba4-4576-b0a8-456619ca5a8c" providerId="ADAL" clId="{80F6E880-6B18-A04C-AFC0-7C261801A904}" dt="2022-11-08T13:08:32.099" v="2838" actId="1038"/>
        <pc:sldMkLst>
          <pc:docMk/>
          <pc:sldMk cId="2178928758" sldId="278"/>
        </pc:sldMkLst>
        <pc:spChg chg="mod">
          <ac:chgData name="Riccardo Berta" userId="c8694f89-bba4-4576-b0a8-456619ca5a8c" providerId="ADAL" clId="{80F6E880-6B18-A04C-AFC0-7C261801A904}" dt="2022-11-08T11:37:40.970" v="2798" actId="20577"/>
          <ac:spMkLst>
            <pc:docMk/>
            <pc:sldMk cId="2178928758" sldId="278"/>
            <ac:spMk id="83" creationId="{00000000-0000-0000-0000-000000000000}"/>
          </ac:spMkLst>
        </pc:spChg>
        <pc:spChg chg="mod">
          <ac:chgData name="Riccardo Berta" userId="c8694f89-bba4-4576-b0a8-456619ca5a8c" providerId="ADAL" clId="{80F6E880-6B18-A04C-AFC0-7C261801A904}" dt="2022-11-08T13:04:36.077" v="2826" actId="20577"/>
          <ac:spMkLst>
            <pc:docMk/>
            <pc:sldMk cId="2178928758" sldId="278"/>
            <ac:spMk id="84" creationId="{00000000-0000-0000-0000-000000000000}"/>
          </ac:spMkLst>
        </pc:spChg>
        <pc:picChg chg="add del mod">
          <ac:chgData name="Riccardo Berta" userId="c8694f89-bba4-4576-b0a8-456619ca5a8c" providerId="ADAL" clId="{80F6E880-6B18-A04C-AFC0-7C261801A904}" dt="2022-11-08T13:05:10.996" v="2828" actId="478"/>
          <ac:picMkLst>
            <pc:docMk/>
            <pc:sldMk cId="2178928758" sldId="278"/>
            <ac:picMk id="3" creationId="{AEA6BC5A-EC7D-B52F-0AE5-E2E047F7B3CA}"/>
          </ac:picMkLst>
        </pc:picChg>
        <pc:picChg chg="add mod">
          <ac:chgData name="Riccardo Berta" userId="c8694f89-bba4-4576-b0a8-456619ca5a8c" providerId="ADAL" clId="{80F6E880-6B18-A04C-AFC0-7C261801A904}" dt="2022-11-08T13:08:32.099" v="2838" actId="1038"/>
          <ac:picMkLst>
            <pc:docMk/>
            <pc:sldMk cId="2178928758" sldId="278"/>
            <ac:picMk id="5" creationId="{639CDC13-4388-7D37-CC26-05B942819027}"/>
          </ac:picMkLst>
        </pc:picChg>
      </pc:sldChg>
      <pc:sldChg chg="addSp modSp add mod ord">
        <pc:chgData name="Riccardo Berta" userId="c8694f89-bba4-4576-b0a8-456619ca5a8c" providerId="ADAL" clId="{80F6E880-6B18-A04C-AFC0-7C261801A904}" dt="2022-11-08T11:35:56.696" v="2788" actId="1076"/>
        <pc:sldMkLst>
          <pc:docMk/>
          <pc:sldMk cId="2509645545" sldId="279"/>
        </pc:sldMkLst>
        <pc:spChg chg="mod">
          <ac:chgData name="Riccardo Berta" userId="c8694f89-bba4-4576-b0a8-456619ca5a8c" providerId="ADAL" clId="{80F6E880-6B18-A04C-AFC0-7C261801A904}" dt="2022-11-08T11:33:26.712" v="2765" actId="20577"/>
          <ac:spMkLst>
            <pc:docMk/>
            <pc:sldMk cId="2509645545" sldId="279"/>
            <ac:spMk id="83" creationId="{00000000-0000-0000-0000-000000000000}"/>
          </ac:spMkLst>
        </pc:spChg>
        <pc:spChg chg="mod">
          <ac:chgData name="Riccardo Berta" userId="c8694f89-bba4-4576-b0a8-456619ca5a8c" providerId="ADAL" clId="{80F6E880-6B18-A04C-AFC0-7C261801A904}" dt="2022-11-08T11:34:06.148" v="2786" actId="20577"/>
          <ac:spMkLst>
            <pc:docMk/>
            <pc:sldMk cId="2509645545" sldId="279"/>
            <ac:spMk id="84" creationId="{00000000-0000-0000-0000-000000000000}"/>
          </ac:spMkLst>
        </pc:spChg>
        <pc:picChg chg="add mod">
          <ac:chgData name="Riccardo Berta" userId="c8694f89-bba4-4576-b0a8-456619ca5a8c" providerId="ADAL" clId="{80F6E880-6B18-A04C-AFC0-7C261801A904}" dt="2022-11-08T11:35:56.696" v="2788" actId="1076"/>
          <ac:picMkLst>
            <pc:docMk/>
            <pc:sldMk cId="2509645545" sldId="279"/>
            <ac:picMk id="3" creationId="{97E1ABF5-025A-AC1A-6F2C-66566A1BE85F}"/>
          </ac:picMkLst>
        </pc:picChg>
      </pc:sldChg>
      <pc:sldChg chg="new del">
        <pc:chgData name="Riccardo Berta" userId="c8694f89-bba4-4576-b0a8-456619ca5a8c" providerId="ADAL" clId="{80F6E880-6B18-A04C-AFC0-7C261801A904}" dt="2022-11-07T13:12:55.302" v="901" actId="2696"/>
        <pc:sldMkLst>
          <pc:docMk/>
          <pc:sldMk cId="3057566652" sldId="279"/>
        </pc:sldMkLst>
      </pc:sldChg>
      <pc:sldChg chg="new del">
        <pc:chgData name="Riccardo Berta" userId="c8694f89-bba4-4576-b0a8-456619ca5a8c" providerId="ADAL" clId="{80F6E880-6B18-A04C-AFC0-7C261801A904}" dt="2022-11-07T13:12:55.762" v="902" actId="2696"/>
        <pc:sldMkLst>
          <pc:docMk/>
          <pc:sldMk cId="55856503" sldId="280"/>
        </pc:sldMkLst>
      </pc:sldChg>
      <pc:sldChg chg="addSp modSp add mod">
        <pc:chgData name="Riccardo Berta" userId="c8694f89-bba4-4576-b0a8-456619ca5a8c" providerId="ADAL" clId="{80F6E880-6B18-A04C-AFC0-7C261801A904}" dt="2022-11-08T13:14:10.401" v="3047" actId="14100"/>
        <pc:sldMkLst>
          <pc:docMk/>
          <pc:sldMk cId="1073505695" sldId="280"/>
        </pc:sldMkLst>
        <pc:spChg chg="mod">
          <ac:chgData name="Riccardo Berta" userId="c8694f89-bba4-4576-b0a8-456619ca5a8c" providerId="ADAL" clId="{80F6E880-6B18-A04C-AFC0-7C261801A904}" dt="2022-11-08T13:12:36.677" v="2926" actId="20577"/>
          <ac:spMkLst>
            <pc:docMk/>
            <pc:sldMk cId="1073505695" sldId="280"/>
            <ac:spMk id="83" creationId="{00000000-0000-0000-0000-000000000000}"/>
          </ac:spMkLst>
        </pc:spChg>
        <pc:spChg chg="mod">
          <ac:chgData name="Riccardo Berta" userId="c8694f89-bba4-4576-b0a8-456619ca5a8c" providerId="ADAL" clId="{80F6E880-6B18-A04C-AFC0-7C261801A904}" dt="2022-11-08T13:14:10.401" v="3047" actId="14100"/>
          <ac:spMkLst>
            <pc:docMk/>
            <pc:sldMk cId="1073505695" sldId="280"/>
            <ac:spMk id="84" creationId="{00000000-0000-0000-0000-000000000000}"/>
          </ac:spMkLst>
        </pc:spChg>
        <pc:picChg chg="add mod">
          <ac:chgData name="Riccardo Berta" userId="c8694f89-bba4-4576-b0a8-456619ca5a8c" providerId="ADAL" clId="{80F6E880-6B18-A04C-AFC0-7C261801A904}" dt="2022-11-08T13:13:46.037" v="3031" actId="14100"/>
          <ac:picMkLst>
            <pc:docMk/>
            <pc:sldMk cId="1073505695" sldId="280"/>
            <ac:picMk id="3" creationId="{FA939A29-95AA-C12B-A415-81D0BA373123}"/>
          </ac:picMkLst>
        </pc:picChg>
        <pc:picChg chg="add mod">
          <ac:chgData name="Riccardo Berta" userId="c8694f89-bba4-4576-b0a8-456619ca5a8c" providerId="ADAL" clId="{80F6E880-6B18-A04C-AFC0-7C261801A904}" dt="2022-11-08T13:13:51.016" v="3033" actId="1076"/>
          <ac:picMkLst>
            <pc:docMk/>
            <pc:sldMk cId="1073505695" sldId="280"/>
            <ac:picMk id="5" creationId="{05C16011-9F8D-F647-EAC6-509C6AA49CC3}"/>
          </ac:picMkLst>
        </pc:picChg>
      </pc:sldChg>
      <pc:sldChg chg="modSp add del mod">
        <pc:chgData name="Riccardo Berta" userId="c8694f89-bba4-4576-b0a8-456619ca5a8c" providerId="ADAL" clId="{80F6E880-6B18-A04C-AFC0-7C261801A904}" dt="2022-11-08T13:14:12.762" v="3048" actId="2696"/>
        <pc:sldMkLst>
          <pc:docMk/>
          <pc:sldMk cId="3142141447" sldId="281"/>
        </pc:sldMkLst>
        <pc:spChg chg="mod">
          <ac:chgData name="Riccardo Berta" userId="c8694f89-bba4-4576-b0a8-456619ca5a8c" providerId="ADAL" clId="{80F6E880-6B18-A04C-AFC0-7C261801A904}" dt="2022-11-08T13:12:44.483" v="2929" actId="20577"/>
          <ac:spMkLst>
            <pc:docMk/>
            <pc:sldMk cId="3142141447" sldId="281"/>
            <ac:spMk id="83" creationId="{00000000-0000-0000-0000-000000000000}"/>
          </ac:spMkLst>
        </pc:spChg>
        <pc:spChg chg="mod">
          <ac:chgData name="Riccardo Berta" userId="c8694f89-bba4-4576-b0a8-456619ca5a8c" providerId="ADAL" clId="{80F6E880-6B18-A04C-AFC0-7C261801A904}" dt="2022-11-08T13:13:40.083" v="3030" actId="20577"/>
          <ac:spMkLst>
            <pc:docMk/>
            <pc:sldMk cId="3142141447" sldId="281"/>
            <ac:spMk id="84" creationId="{00000000-0000-0000-0000-000000000000}"/>
          </ac:spMkLst>
        </pc:spChg>
      </pc:sldChg>
      <pc:sldChg chg="new del">
        <pc:chgData name="Riccardo Berta" userId="c8694f89-bba4-4576-b0a8-456619ca5a8c" providerId="ADAL" clId="{80F6E880-6B18-A04C-AFC0-7C261801A904}" dt="2022-11-07T13:12:56.113" v="903" actId="2696"/>
        <pc:sldMkLst>
          <pc:docMk/>
          <pc:sldMk cId="3406097516" sldId="281"/>
        </pc:sldMkLst>
      </pc:sldChg>
      <pc:sldChg chg="add del">
        <pc:chgData name="Riccardo Berta" userId="c8694f89-bba4-4576-b0a8-456619ca5a8c" providerId="ADAL" clId="{80F6E880-6B18-A04C-AFC0-7C261801A904}" dt="2022-11-08T13:14:13.351" v="3049" actId="2696"/>
        <pc:sldMkLst>
          <pc:docMk/>
          <pc:sldMk cId="1823650288" sldId="282"/>
        </pc:sldMkLst>
      </pc:sldChg>
      <pc:sldChg chg="new del">
        <pc:chgData name="Riccardo Berta" userId="c8694f89-bba4-4576-b0a8-456619ca5a8c" providerId="ADAL" clId="{80F6E880-6B18-A04C-AFC0-7C261801A904}" dt="2022-11-07T13:12:56.409" v="904" actId="2696"/>
        <pc:sldMkLst>
          <pc:docMk/>
          <pc:sldMk cId="3190019216" sldId="282"/>
        </pc:sldMkLst>
      </pc:sldChg>
      <pc:sldChg chg="new del">
        <pc:chgData name="Riccardo Berta" userId="c8694f89-bba4-4576-b0a8-456619ca5a8c" providerId="ADAL" clId="{80F6E880-6B18-A04C-AFC0-7C261801A904}" dt="2022-11-07T13:12:56.655" v="905" actId="2696"/>
        <pc:sldMkLst>
          <pc:docMk/>
          <pc:sldMk cId="1664264173" sldId="283"/>
        </pc:sldMkLst>
      </pc:sldChg>
      <pc:sldChg chg="add del">
        <pc:chgData name="Riccardo Berta" userId="c8694f89-bba4-4576-b0a8-456619ca5a8c" providerId="ADAL" clId="{80F6E880-6B18-A04C-AFC0-7C261801A904}" dt="2022-11-08T13:14:14.871" v="3050" actId="2696"/>
        <pc:sldMkLst>
          <pc:docMk/>
          <pc:sldMk cId="3669811619" sldId="283"/>
        </pc:sldMkLst>
      </pc:sldChg>
      <pc:sldChg chg="modSp add mod">
        <pc:chgData name="Riccardo Berta" userId="c8694f89-bba4-4576-b0a8-456619ca5a8c" providerId="ADAL" clId="{80F6E880-6B18-A04C-AFC0-7C261801A904}" dt="2022-11-08T08:54:56.464" v="1684" actId="21"/>
        <pc:sldMkLst>
          <pc:docMk/>
          <pc:sldMk cId="3158693030" sldId="284"/>
        </pc:sldMkLst>
        <pc:spChg chg="mod">
          <ac:chgData name="Riccardo Berta" userId="c8694f89-bba4-4576-b0a8-456619ca5a8c" providerId="ADAL" clId="{80F6E880-6B18-A04C-AFC0-7C261801A904}" dt="2022-11-08T08:51:21.996" v="1589" actId="20577"/>
          <ac:spMkLst>
            <pc:docMk/>
            <pc:sldMk cId="3158693030" sldId="284"/>
            <ac:spMk id="83" creationId="{00000000-0000-0000-0000-000000000000}"/>
          </ac:spMkLst>
        </pc:spChg>
        <pc:spChg chg="mod">
          <ac:chgData name="Riccardo Berta" userId="c8694f89-bba4-4576-b0a8-456619ca5a8c" providerId="ADAL" clId="{80F6E880-6B18-A04C-AFC0-7C261801A904}" dt="2022-11-08T08:54:56.464" v="1684" actId="21"/>
          <ac:spMkLst>
            <pc:docMk/>
            <pc:sldMk cId="3158693030" sldId="284"/>
            <ac:spMk id="84" creationId="{00000000-0000-0000-0000-000000000000}"/>
          </ac:spMkLst>
        </pc:spChg>
      </pc:sldChg>
      <pc:sldChg chg="new del">
        <pc:chgData name="Riccardo Berta" userId="c8694f89-bba4-4576-b0a8-456619ca5a8c" providerId="ADAL" clId="{80F6E880-6B18-A04C-AFC0-7C261801A904}" dt="2022-11-07T13:12:56.914" v="906" actId="2696"/>
        <pc:sldMkLst>
          <pc:docMk/>
          <pc:sldMk cId="3362312584" sldId="284"/>
        </pc:sldMkLst>
      </pc:sldChg>
      <pc:sldChg chg="new del">
        <pc:chgData name="Riccardo Berta" userId="c8694f89-bba4-4576-b0a8-456619ca5a8c" providerId="ADAL" clId="{80F6E880-6B18-A04C-AFC0-7C261801A904}" dt="2022-11-07T13:12:57.245" v="907" actId="2696"/>
        <pc:sldMkLst>
          <pc:docMk/>
          <pc:sldMk cId="1856807698" sldId="285"/>
        </pc:sldMkLst>
      </pc:sldChg>
      <pc:sldChg chg="modSp add mod">
        <pc:chgData name="Riccardo Berta" userId="c8694f89-bba4-4576-b0a8-456619ca5a8c" providerId="ADAL" clId="{80F6E880-6B18-A04C-AFC0-7C261801A904}" dt="2022-11-08T08:57:04.527" v="1737" actId="20577"/>
        <pc:sldMkLst>
          <pc:docMk/>
          <pc:sldMk cId="2315955737" sldId="285"/>
        </pc:sldMkLst>
        <pc:spChg chg="mod">
          <ac:chgData name="Riccardo Berta" userId="c8694f89-bba4-4576-b0a8-456619ca5a8c" providerId="ADAL" clId="{80F6E880-6B18-A04C-AFC0-7C261801A904}" dt="2022-11-08T08:55:11.191" v="1688" actId="20577"/>
          <ac:spMkLst>
            <pc:docMk/>
            <pc:sldMk cId="2315955737" sldId="285"/>
            <ac:spMk id="83" creationId="{00000000-0000-0000-0000-000000000000}"/>
          </ac:spMkLst>
        </pc:spChg>
        <pc:spChg chg="mod">
          <ac:chgData name="Riccardo Berta" userId="c8694f89-bba4-4576-b0a8-456619ca5a8c" providerId="ADAL" clId="{80F6E880-6B18-A04C-AFC0-7C261801A904}" dt="2022-11-08T08:57:04.527" v="1737" actId="20577"/>
          <ac:spMkLst>
            <pc:docMk/>
            <pc:sldMk cId="2315955737" sldId="285"/>
            <ac:spMk id="84" creationId="{00000000-0000-0000-0000-000000000000}"/>
          </ac:spMkLst>
        </pc:spChg>
      </pc:sldChg>
      <pc:sldChg chg="new del">
        <pc:chgData name="Riccardo Berta" userId="c8694f89-bba4-4576-b0a8-456619ca5a8c" providerId="ADAL" clId="{80F6E880-6B18-A04C-AFC0-7C261801A904}" dt="2022-11-07T13:12:57.923" v="908" actId="2696"/>
        <pc:sldMkLst>
          <pc:docMk/>
          <pc:sldMk cId="204211360" sldId="286"/>
        </pc:sldMkLst>
      </pc:sldChg>
      <pc:sldChg chg="addSp modSp add mod">
        <pc:chgData name="Riccardo Berta" userId="c8694f89-bba4-4576-b0a8-456619ca5a8c" providerId="ADAL" clId="{80F6E880-6B18-A04C-AFC0-7C261801A904}" dt="2022-11-08T09:28:50.620" v="2170" actId="108"/>
        <pc:sldMkLst>
          <pc:docMk/>
          <pc:sldMk cId="2279489737" sldId="286"/>
        </pc:sldMkLst>
        <pc:spChg chg="mod">
          <ac:chgData name="Riccardo Berta" userId="c8694f89-bba4-4576-b0a8-456619ca5a8c" providerId="ADAL" clId="{80F6E880-6B18-A04C-AFC0-7C261801A904}" dt="2022-11-08T09:00:55.647" v="1837" actId="20577"/>
          <ac:spMkLst>
            <pc:docMk/>
            <pc:sldMk cId="2279489737" sldId="286"/>
            <ac:spMk id="83" creationId="{00000000-0000-0000-0000-000000000000}"/>
          </ac:spMkLst>
        </pc:spChg>
        <pc:spChg chg="mod">
          <ac:chgData name="Riccardo Berta" userId="c8694f89-bba4-4576-b0a8-456619ca5a8c" providerId="ADAL" clId="{80F6E880-6B18-A04C-AFC0-7C261801A904}" dt="2022-11-08T09:28:50.620" v="2170" actId="108"/>
          <ac:spMkLst>
            <pc:docMk/>
            <pc:sldMk cId="2279489737" sldId="286"/>
            <ac:spMk id="84" creationId="{00000000-0000-0000-0000-000000000000}"/>
          </ac:spMkLst>
        </pc:spChg>
        <pc:picChg chg="add mod">
          <ac:chgData name="Riccardo Berta" userId="c8694f89-bba4-4576-b0a8-456619ca5a8c" providerId="ADAL" clId="{80F6E880-6B18-A04C-AFC0-7C261801A904}" dt="2022-11-08T09:00:52.400" v="1833" actId="1076"/>
          <ac:picMkLst>
            <pc:docMk/>
            <pc:sldMk cId="2279489737" sldId="286"/>
            <ac:picMk id="3" creationId="{9E29E584-3980-6C4A-D025-DBC1AC8DFD41}"/>
          </ac:picMkLst>
        </pc:picChg>
      </pc:sldChg>
      <pc:sldChg chg="new del">
        <pc:chgData name="Riccardo Berta" userId="c8694f89-bba4-4576-b0a8-456619ca5a8c" providerId="ADAL" clId="{80F6E880-6B18-A04C-AFC0-7C261801A904}" dt="2022-11-07T13:12:58.266" v="909" actId="2696"/>
        <pc:sldMkLst>
          <pc:docMk/>
          <pc:sldMk cId="733547696" sldId="287"/>
        </pc:sldMkLst>
      </pc:sldChg>
      <pc:sldChg chg="addSp delSp modSp add mod">
        <pc:chgData name="Riccardo Berta" userId="c8694f89-bba4-4576-b0a8-456619ca5a8c" providerId="ADAL" clId="{80F6E880-6B18-A04C-AFC0-7C261801A904}" dt="2022-11-08T09:34:08.214" v="2178" actId="1076"/>
        <pc:sldMkLst>
          <pc:docMk/>
          <pc:sldMk cId="4193766810" sldId="287"/>
        </pc:sldMkLst>
        <pc:spChg chg="add del mod">
          <ac:chgData name="Riccardo Berta" userId="c8694f89-bba4-4576-b0a8-456619ca5a8c" providerId="ADAL" clId="{80F6E880-6B18-A04C-AFC0-7C261801A904}" dt="2022-11-08T09:34:01.821" v="2175" actId="478"/>
          <ac:spMkLst>
            <pc:docMk/>
            <pc:sldMk cId="4193766810" sldId="287"/>
            <ac:spMk id="5" creationId="{096EDD2A-1C7C-7A16-FFAC-437B003A7509}"/>
          </ac:spMkLst>
        </pc:spChg>
        <pc:spChg chg="mod">
          <ac:chgData name="Riccardo Berta" userId="c8694f89-bba4-4576-b0a8-456619ca5a8c" providerId="ADAL" clId="{80F6E880-6B18-A04C-AFC0-7C261801A904}" dt="2022-11-08T09:01:38.892" v="1850" actId="20577"/>
          <ac:spMkLst>
            <pc:docMk/>
            <pc:sldMk cId="4193766810" sldId="287"/>
            <ac:spMk id="83" creationId="{00000000-0000-0000-0000-000000000000}"/>
          </ac:spMkLst>
        </pc:spChg>
        <pc:spChg chg="del">
          <ac:chgData name="Riccardo Berta" userId="c8694f89-bba4-4576-b0a8-456619ca5a8c" providerId="ADAL" clId="{80F6E880-6B18-A04C-AFC0-7C261801A904}" dt="2022-11-08T09:33:59.048" v="2174" actId="478"/>
          <ac:spMkLst>
            <pc:docMk/>
            <pc:sldMk cId="4193766810" sldId="287"/>
            <ac:spMk id="84" creationId="{00000000-0000-0000-0000-000000000000}"/>
          </ac:spMkLst>
        </pc:spChg>
        <pc:picChg chg="add mod">
          <ac:chgData name="Riccardo Berta" userId="c8694f89-bba4-4576-b0a8-456619ca5a8c" providerId="ADAL" clId="{80F6E880-6B18-A04C-AFC0-7C261801A904}" dt="2022-11-08T09:34:08.214" v="2178" actId="1076"/>
          <ac:picMkLst>
            <pc:docMk/>
            <pc:sldMk cId="4193766810" sldId="287"/>
            <ac:picMk id="3" creationId="{CEBEE24E-7A8A-DAB3-53B8-DED06882E63A}"/>
          </ac:picMkLst>
        </pc:picChg>
      </pc:sldChg>
      <pc:sldChg chg="new del">
        <pc:chgData name="Riccardo Berta" userId="c8694f89-bba4-4576-b0a8-456619ca5a8c" providerId="ADAL" clId="{80F6E880-6B18-A04C-AFC0-7C261801A904}" dt="2022-11-07T13:12:58.591" v="910" actId="2696"/>
        <pc:sldMkLst>
          <pc:docMk/>
          <pc:sldMk cId="157096826" sldId="288"/>
        </pc:sldMkLst>
      </pc:sldChg>
      <pc:sldChg chg="addSp delSp modSp add mod">
        <pc:chgData name="Riccardo Berta" userId="c8694f89-bba4-4576-b0a8-456619ca5a8c" providerId="ADAL" clId="{80F6E880-6B18-A04C-AFC0-7C261801A904}" dt="2022-11-08T11:33:06.848" v="2759" actId="1035"/>
        <pc:sldMkLst>
          <pc:docMk/>
          <pc:sldMk cId="3981929228" sldId="288"/>
        </pc:sldMkLst>
        <pc:spChg chg="mod">
          <ac:chgData name="Riccardo Berta" userId="c8694f89-bba4-4576-b0a8-456619ca5a8c" providerId="ADAL" clId="{80F6E880-6B18-A04C-AFC0-7C261801A904}" dt="2022-11-08T09:52:38.166" v="2256" actId="20577"/>
          <ac:spMkLst>
            <pc:docMk/>
            <pc:sldMk cId="3981929228" sldId="288"/>
            <ac:spMk id="83" creationId="{00000000-0000-0000-0000-000000000000}"/>
          </ac:spMkLst>
        </pc:spChg>
        <pc:spChg chg="mod">
          <ac:chgData name="Riccardo Berta" userId="c8694f89-bba4-4576-b0a8-456619ca5a8c" providerId="ADAL" clId="{80F6E880-6B18-A04C-AFC0-7C261801A904}" dt="2022-11-08T11:33:06.848" v="2759" actId="1035"/>
          <ac:spMkLst>
            <pc:docMk/>
            <pc:sldMk cId="3981929228" sldId="288"/>
            <ac:spMk id="84" creationId="{00000000-0000-0000-0000-000000000000}"/>
          </ac:spMkLst>
        </pc:spChg>
        <pc:grpChg chg="add mod">
          <ac:chgData name="Riccardo Berta" userId="c8694f89-bba4-4576-b0a8-456619ca5a8c" providerId="ADAL" clId="{80F6E880-6B18-A04C-AFC0-7C261801A904}" dt="2022-11-08T09:57:00.588" v="2339" actId="1076"/>
          <ac:grpSpMkLst>
            <pc:docMk/>
            <pc:sldMk cId="3981929228" sldId="288"/>
            <ac:grpSpMk id="8" creationId="{0A8169F3-360D-1D8A-562C-7992B396C7CA}"/>
          </ac:grpSpMkLst>
        </pc:grpChg>
        <pc:picChg chg="add del mod">
          <ac:chgData name="Riccardo Berta" userId="c8694f89-bba4-4576-b0a8-456619ca5a8c" providerId="ADAL" clId="{80F6E880-6B18-A04C-AFC0-7C261801A904}" dt="2022-11-08T09:53:28.846" v="2259" actId="478"/>
          <ac:picMkLst>
            <pc:docMk/>
            <pc:sldMk cId="3981929228" sldId="288"/>
            <ac:picMk id="3" creationId="{34D7DF99-E4C9-B7ED-1228-969662A334D0}"/>
          </ac:picMkLst>
        </pc:picChg>
        <pc:picChg chg="add mod">
          <ac:chgData name="Riccardo Berta" userId="c8694f89-bba4-4576-b0a8-456619ca5a8c" providerId="ADAL" clId="{80F6E880-6B18-A04C-AFC0-7C261801A904}" dt="2022-11-08T09:54:15.596" v="2266" actId="164"/>
          <ac:picMkLst>
            <pc:docMk/>
            <pc:sldMk cId="3981929228" sldId="288"/>
            <ac:picMk id="5" creationId="{BD787726-913A-F743-4D25-3CA7A203F306}"/>
          </ac:picMkLst>
        </pc:picChg>
        <pc:picChg chg="add mod">
          <ac:chgData name="Riccardo Berta" userId="c8694f89-bba4-4576-b0a8-456619ca5a8c" providerId="ADAL" clId="{80F6E880-6B18-A04C-AFC0-7C261801A904}" dt="2022-11-08T09:54:15.596" v="2266" actId="164"/>
          <ac:picMkLst>
            <pc:docMk/>
            <pc:sldMk cId="3981929228" sldId="288"/>
            <ac:picMk id="7" creationId="{F94800CC-10EF-9754-5ED3-5E258388614F}"/>
          </ac:picMkLst>
        </pc:picChg>
      </pc:sldChg>
      <pc:sldChg chg="new del">
        <pc:chgData name="Riccardo Berta" userId="c8694f89-bba4-4576-b0a8-456619ca5a8c" providerId="ADAL" clId="{80F6E880-6B18-A04C-AFC0-7C261801A904}" dt="2022-11-07T13:12:58.979" v="911" actId="2696"/>
        <pc:sldMkLst>
          <pc:docMk/>
          <pc:sldMk cId="1980966413" sldId="289"/>
        </pc:sldMkLst>
      </pc:sldChg>
      <pc:sldChg chg="addSp modSp add mod">
        <pc:chgData name="Riccardo Berta" userId="c8694f89-bba4-4576-b0a8-456619ca5a8c" providerId="ADAL" clId="{80F6E880-6B18-A04C-AFC0-7C261801A904}" dt="2022-11-08T09:59:56.768" v="2361" actId="1038"/>
        <pc:sldMkLst>
          <pc:docMk/>
          <pc:sldMk cId="4281954021" sldId="289"/>
        </pc:sldMkLst>
        <pc:spChg chg="mod">
          <ac:chgData name="Riccardo Berta" userId="c8694f89-bba4-4576-b0a8-456619ca5a8c" providerId="ADAL" clId="{80F6E880-6B18-A04C-AFC0-7C261801A904}" dt="2022-11-08T09:57:21.665" v="2343" actId="20577"/>
          <ac:spMkLst>
            <pc:docMk/>
            <pc:sldMk cId="4281954021" sldId="289"/>
            <ac:spMk id="83" creationId="{00000000-0000-0000-0000-000000000000}"/>
          </ac:spMkLst>
        </pc:spChg>
        <pc:spChg chg="mod">
          <ac:chgData name="Riccardo Berta" userId="c8694f89-bba4-4576-b0a8-456619ca5a8c" providerId="ADAL" clId="{80F6E880-6B18-A04C-AFC0-7C261801A904}" dt="2022-11-08T09:58:59.454" v="2351" actId="1076"/>
          <ac:spMkLst>
            <pc:docMk/>
            <pc:sldMk cId="4281954021" sldId="289"/>
            <ac:spMk id="84" creationId="{00000000-0000-0000-0000-000000000000}"/>
          </ac:spMkLst>
        </pc:spChg>
        <pc:picChg chg="add mod">
          <ac:chgData name="Riccardo Berta" userId="c8694f89-bba4-4576-b0a8-456619ca5a8c" providerId="ADAL" clId="{80F6E880-6B18-A04C-AFC0-7C261801A904}" dt="2022-11-08T09:59:05.054" v="2352" actId="1076"/>
          <ac:picMkLst>
            <pc:docMk/>
            <pc:sldMk cId="4281954021" sldId="289"/>
            <ac:picMk id="3" creationId="{3C5726FB-7423-8B1C-3FAF-8F453DE21F6C}"/>
          </ac:picMkLst>
        </pc:picChg>
        <pc:picChg chg="add mod">
          <ac:chgData name="Riccardo Berta" userId="c8694f89-bba4-4576-b0a8-456619ca5a8c" providerId="ADAL" clId="{80F6E880-6B18-A04C-AFC0-7C261801A904}" dt="2022-11-08T09:59:56.768" v="2361" actId="1038"/>
          <ac:picMkLst>
            <pc:docMk/>
            <pc:sldMk cId="4281954021" sldId="289"/>
            <ac:picMk id="5" creationId="{41C72122-DABB-2CE3-3178-805E9C0287B8}"/>
          </ac:picMkLst>
        </pc:picChg>
      </pc:sldChg>
      <pc:sldChg chg="addSp delSp modSp add mod">
        <pc:chgData name="Riccardo Berta" userId="c8694f89-bba4-4576-b0a8-456619ca5a8c" providerId="ADAL" clId="{80F6E880-6B18-A04C-AFC0-7C261801A904}" dt="2022-11-08T11:33:17.209" v="2763" actId="20577"/>
        <pc:sldMkLst>
          <pc:docMk/>
          <pc:sldMk cId="342907949" sldId="290"/>
        </pc:sldMkLst>
        <pc:spChg chg="mod">
          <ac:chgData name="Riccardo Berta" userId="c8694f89-bba4-4576-b0a8-456619ca5a8c" providerId="ADAL" clId="{80F6E880-6B18-A04C-AFC0-7C261801A904}" dt="2022-11-08T11:33:17.209" v="2763" actId="20577"/>
          <ac:spMkLst>
            <pc:docMk/>
            <pc:sldMk cId="342907949" sldId="290"/>
            <ac:spMk id="83" creationId="{00000000-0000-0000-0000-000000000000}"/>
          </ac:spMkLst>
        </pc:spChg>
        <pc:spChg chg="mod">
          <ac:chgData name="Riccardo Berta" userId="c8694f89-bba4-4576-b0a8-456619ca5a8c" providerId="ADAL" clId="{80F6E880-6B18-A04C-AFC0-7C261801A904}" dt="2022-11-08T11:24:45.324" v="2667" actId="20577"/>
          <ac:spMkLst>
            <pc:docMk/>
            <pc:sldMk cId="342907949" sldId="290"/>
            <ac:spMk id="84" creationId="{00000000-0000-0000-0000-000000000000}"/>
          </ac:spMkLst>
        </pc:spChg>
        <pc:picChg chg="add del mod">
          <ac:chgData name="Riccardo Berta" userId="c8694f89-bba4-4576-b0a8-456619ca5a8c" providerId="ADAL" clId="{80F6E880-6B18-A04C-AFC0-7C261801A904}" dt="2022-11-08T11:11:13.172" v="2452" actId="478"/>
          <ac:picMkLst>
            <pc:docMk/>
            <pc:sldMk cId="342907949" sldId="290"/>
            <ac:picMk id="3" creationId="{2A648950-2B68-437D-D475-B845769EC08D}"/>
          </ac:picMkLst>
        </pc:picChg>
        <pc:picChg chg="add mod">
          <ac:chgData name="Riccardo Berta" userId="c8694f89-bba4-4576-b0a8-456619ca5a8c" providerId="ADAL" clId="{80F6E880-6B18-A04C-AFC0-7C261801A904}" dt="2022-11-08T11:24:07.377" v="2650" actId="1076"/>
          <ac:picMkLst>
            <pc:docMk/>
            <pc:sldMk cId="342907949" sldId="290"/>
            <ac:picMk id="5" creationId="{32FFBFA3-ECA1-D2F1-EE9D-3C8551F7748C}"/>
          </ac:picMkLst>
        </pc:picChg>
        <pc:picChg chg="add del">
          <ac:chgData name="Riccardo Berta" userId="c8694f89-bba4-4576-b0a8-456619ca5a8c" providerId="ADAL" clId="{80F6E880-6B18-A04C-AFC0-7C261801A904}" dt="2022-11-08T11:19:56.481" v="2581" actId="478"/>
          <ac:picMkLst>
            <pc:docMk/>
            <pc:sldMk cId="342907949" sldId="290"/>
            <ac:picMk id="6" creationId="{86D4BCD5-4430-BEBF-5768-783045643D7C}"/>
          </ac:picMkLst>
        </pc:picChg>
        <pc:picChg chg="add mod">
          <ac:chgData name="Riccardo Berta" userId="c8694f89-bba4-4576-b0a8-456619ca5a8c" providerId="ADAL" clId="{80F6E880-6B18-A04C-AFC0-7C261801A904}" dt="2022-11-08T11:24:18.444" v="2658" actId="1035"/>
          <ac:picMkLst>
            <pc:docMk/>
            <pc:sldMk cId="342907949" sldId="290"/>
            <ac:picMk id="8" creationId="{53040676-5816-1FFA-03D6-FB229693EF5D}"/>
          </ac:picMkLst>
        </pc:picChg>
        <pc:picChg chg="add mod">
          <ac:chgData name="Riccardo Berta" userId="c8694f89-bba4-4576-b0a8-456619ca5a8c" providerId="ADAL" clId="{80F6E880-6B18-A04C-AFC0-7C261801A904}" dt="2022-11-08T11:24:43.118" v="2665" actId="1035"/>
          <ac:picMkLst>
            <pc:docMk/>
            <pc:sldMk cId="342907949" sldId="290"/>
            <ac:picMk id="10" creationId="{755F6B99-3AC5-DEAE-A794-BD0CAE209319}"/>
          </ac:picMkLst>
        </pc:picChg>
      </pc:sldChg>
      <pc:sldChg chg="new del">
        <pc:chgData name="Riccardo Berta" userId="c8694f89-bba4-4576-b0a8-456619ca5a8c" providerId="ADAL" clId="{80F6E880-6B18-A04C-AFC0-7C261801A904}" dt="2022-11-07T13:12:59.393" v="912" actId="2696"/>
        <pc:sldMkLst>
          <pc:docMk/>
          <pc:sldMk cId="2563080473" sldId="290"/>
        </pc:sldMkLst>
      </pc:sldChg>
      <pc:sldChg chg="new del">
        <pc:chgData name="Riccardo Berta" userId="c8694f89-bba4-4576-b0a8-456619ca5a8c" providerId="ADAL" clId="{80F6E880-6B18-A04C-AFC0-7C261801A904}" dt="2022-11-07T13:13:00.755" v="913" actId="2696"/>
        <pc:sldMkLst>
          <pc:docMk/>
          <pc:sldMk cId="2365329101" sldId="291"/>
        </pc:sldMkLst>
      </pc:sldChg>
      <pc:sldChg chg="addSp delSp modSp add del mod">
        <pc:chgData name="Riccardo Berta" userId="c8694f89-bba4-4576-b0a8-456619ca5a8c" providerId="ADAL" clId="{80F6E880-6B18-A04C-AFC0-7C261801A904}" dt="2022-11-08T11:23:29.003" v="2638" actId="2696"/>
        <pc:sldMkLst>
          <pc:docMk/>
          <pc:sldMk cId="2968168629" sldId="291"/>
        </pc:sldMkLst>
        <pc:spChg chg="add del mod">
          <ac:chgData name="Riccardo Berta" userId="c8694f89-bba4-4576-b0a8-456619ca5a8c" providerId="ADAL" clId="{80F6E880-6B18-A04C-AFC0-7C261801A904}" dt="2022-11-08T11:20:53.418" v="2592" actId="478"/>
          <ac:spMkLst>
            <pc:docMk/>
            <pc:sldMk cId="2968168629" sldId="291"/>
            <ac:spMk id="5" creationId="{8874A803-3EF9-FDBA-D173-6AA5E253F92F}"/>
          </ac:spMkLst>
        </pc:spChg>
        <pc:spChg chg="mod">
          <ac:chgData name="Riccardo Berta" userId="c8694f89-bba4-4576-b0a8-456619ca5a8c" providerId="ADAL" clId="{80F6E880-6B18-A04C-AFC0-7C261801A904}" dt="2022-11-08T11:20:17.189" v="2586" actId="20577"/>
          <ac:spMkLst>
            <pc:docMk/>
            <pc:sldMk cId="2968168629" sldId="291"/>
            <ac:spMk id="83" creationId="{00000000-0000-0000-0000-000000000000}"/>
          </ac:spMkLst>
        </pc:spChg>
        <pc:spChg chg="del">
          <ac:chgData name="Riccardo Berta" userId="c8694f89-bba4-4576-b0a8-456619ca5a8c" providerId="ADAL" clId="{80F6E880-6B18-A04C-AFC0-7C261801A904}" dt="2022-11-08T11:20:48.334" v="2591" actId="478"/>
          <ac:spMkLst>
            <pc:docMk/>
            <pc:sldMk cId="2968168629" sldId="291"/>
            <ac:spMk id="84" creationId="{00000000-0000-0000-0000-000000000000}"/>
          </ac:spMkLst>
        </pc:spChg>
        <pc:picChg chg="add del mod">
          <ac:chgData name="Riccardo Berta" userId="c8694f89-bba4-4576-b0a8-456619ca5a8c" providerId="ADAL" clId="{80F6E880-6B18-A04C-AFC0-7C261801A904}" dt="2022-11-08T11:23:13.129" v="2634" actId="21"/>
          <ac:picMkLst>
            <pc:docMk/>
            <pc:sldMk cId="2968168629" sldId="291"/>
            <ac:picMk id="3" creationId="{B066B159-0917-5017-D8EA-958100249D59}"/>
          </ac:picMkLst>
        </pc:picChg>
      </pc:sldChg>
      <pc:sldChg chg="addSp modSp add mod">
        <pc:chgData name="Riccardo Berta" userId="c8694f89-bba4-4576-b0a8-456619ca5a8c" providerId="ADAL" clId="{80F6E880-6B18-A04C-AFC0-7C261801A904}" dt="2022-11-08T11:23:26.670" v="2637"/>
        <pc:sldMkLst>
          <pc:docMk/>
          <pc:sldMk cId="1120693371" sldId="292"/>
        </pc:sldMkLst>
        <pc:spChg chg="mod">
          <ac:chgData name="Riccardo Berta" userId="c8694f89-bba4-4576-b0a8-456619ca5a8c" providerId="ADAL" clId="{80F6E880-6B18-A04C-AFC0-7C261801A904}" dt="2022-11-08T11:23:26.670" v="2637"/>
          <ac:spMkLst>
            <pc:docMk/>
            <pc:sldMk cId="1120693371" sldId="292"/>
            <ac:spMk id="83" creationId="{00000000-0000-0000-0000-000000000000}"/>
          </ac:spMkLst>
        </pc:spChg>
        <pc:spChg chg="mod">
          <ac:chgData name="Riccardo Berta" userId="c8694f89-bba4-4576-b0a8-456619ca5a8c" providerId="ADAL" clId="{80F6E880-6B18-A04C-AFC0-7C261801A904}" dt="2022-11-08T11:23:04.570" v="2633" actId="20577"/>
          <ac:spMkLst>
            <pc:docMk/>
            <pc:sldMk cId="1120693371" sldId="292"/>
            <ac:spMk id="84" creationId="{00000000-0000-0000-0000-000000000000}"/>
          </ac:spMkLst>
        </pc:spChg>
        <pc:picChg chg="add mod">
          <ac:chgData name="Riccardo Berta" userId="c8694f89-bba4-4576-b0a8-456619ca5a8c" providerId="ADAL" clId="{80F6E880-6B18-A04C-AFC0-7C261801A904}" dt="2022-11-08T11:23:19.478" v="2636" actId="1076"/>
          <ac:picMkLst>
            <pc:docMk/>
            <pc:sldMk cId="1120693371" sldId="292"/>
            <ac:picMk id="2" creationId="{DF895359-B510-302F-2B09-4F569AA35837}"/>
          </ac:picMkLst>
        </pc:picChg>
      </pc:sldChg>
      <pc:sldChg chg="new del">
        <pc:chgData name="Riccardo Berta" userId="c8694f89-bba4-4576-b0a8-456619ca5a8c" providerId="ADAL" clId="{80F6E880-6B18-A04C-AFC0-7C261801A904}" dt="2022-11-07T13:13:01.286" v="914" actId="2696"/>
        <pc:sldMkLst>
          <pc:docMk/>
          <pc:sldMk cId="1454095561" sldId="292"/>
        </pc:sldMkLst>
      </pc:sldChg>
      <pc:sldChg chg="addSp modSp add mod ord">
        <pc:chgData name="Riccardo Berta" userId="c8694f89-bba4-4576-b0a8-456619ca5a8c" providerId="ADAL" clId="{80F6E880-6B18-A04C-AFC0-7C261801A904}" dt="2022-11-08T09:11:06.067" v="2169" actId="20577"/>
        <pc:sldMkLst>
          <pc:docMk/>
          <pc:sldMk cId="3495919440" sldId="293"/>
        </pc:sldMkLst>
        <pc:spChg chg="add mod">
          <ac:chgData name="Riccardo Berta" userId="c8694f89-bba4-4576-b0a8-456619ca5a8c" providerId="ADAL" clId="{80F6E880-6B18-A04C-AFC0-7C261801A904}" dt="2022-11-08T09:07:37.112" v="2067" actId="164"/>
          <ac:spMkLst>
            <pc:docMk/>
            <pc:sldMk cId="3495919440" sldId="293"/>
            <ac:spMk id="10" creationId="{022126D6-0754-D28A-4051-F82DCBC16F22}"/>
          </ac:spMkLst>
        </pc:spChg>
        <pc:spChg chg="add mod">
          <ac:chgData name="Riccardo Berta" userId="c8694f89-bba4-4576-b0a8-456619ca5a8c" providerId="ADAL" clId="{80F6E880-6B18-A04C-AFC0-7C261801A904}" dt="2022-11-08T09:07:27.481" v="2066" actId="164"/>
          <ac:spMkLst>
            <pc:docMk/>
            <pc:sldMk cId="3495919440" sldId="293"/>
            <ac:spMk id="11" creationId="{8608BA2B-CF43-A908-45EF-EBEFB966AA92}"/>
          </ac:spMkLst>
        </pc:spChg>
        <pc:spChg chg="mod">
          <ac:chgData name="Riccardo Berta" userId="c8694f89-bba4-4576-b0a8-456619ca5a8c" providerId="ADAL" clId="{80F6E880-6B18-A04C-AFC0-7C261801A904}" dt="2022-11-08T09:01:45.630" v="1853" actId="20577"/>
          <ac:spMkLst>
            <pc:docMk/>
            <pc:sldMk cId="3495919440" sldId="293"/>
            <ac:spMk id="83" creationId="{00000000-0000-0000-0000-000000000000}"/>
          </ac:spMkLst>
        </pc:spChg>
        <pc:spChg chg="mod">
          <ac:chgData name="Riccardo Berta" userId="c8694f89-bba4-4576-b0a8-456619ca5a8c" providerId="ADAL" clId="{80F6E880-6B18-A04C-AFC0-7C261801A904}" dt="2022-11-08T09:11:06.067" v="2169" actId="20577"/>
          <ac:spMkLst>
            <pc:docMk/>
            <pc:sldMk cId="3495919440" sldId="293"/>
            <ac:spMk id="84" creationId="{00000000-0000-0000-0000-000000000000}"/>
          </ac:spMkLst>
        </pc:spChg>
        <pc:grpChg chg="add mod">
          <ac:chgData name="Riccardo Berta" userId="c8694f89-bba4-4576-b0a8-456619ca5a8c" providerId="ADAL" clId="{80F6E880-6B18-A04C-AFC0-7C261801A904}" dt="2022-11-08T09:07:51.933" v="2086" actId="1036"/>
          <ac:grpSpMkLst>
            <pc:docMk/>
            <pc:sldMk cId="3495919440" sldId="293"/>
            <ac:grpSpMk id="12" creationId="{C86138BD-67EF-1645-112A-670C3560035F}"/>
          </ac:grpSpMkLst>
        </pc:grpChg>
        <pc:grpChg chg="add mod">
          <ac:chgData name="Riccardo Berta" userId="c8694f89-bba4-4576-b0a8-456619ca5a8c" providerId="ADAL" clId="{80F6E880-6B18-A04C-AFC0-7C261801A904}" dt="2022-11-08T09:07:51.933" v="2086" actId="1036"/>
          <ac:grpSpMkLst>
            <pc:docMk/>
            <pc:sldMk cId="3495919440" sldId="293"/>
            <ac:grpSpMk id="13" creationId="{92CF3242-15C1-26DD-A557-3644941B0152}"/>
          </ac:grpSpMkLst>
        </pc:grpChg>
        <pc:picChg chg="add mod">
          <ac:chgData name="Riccardo Berta" userId="c8694f89-bba4-4576-b0a8-456619ca5a8c" providerId="ADAL" clId="{80F6E880-6B18-A04C-AFC0-7C261801A904}" dt="2022-11-08T09:05:04.764" v="1951" actId="1076"/>
          <ac:picMkLst>
            <pc:docMk/>
            <pc:sldMk cId="3495919440" sldId="293"/>
            <ac:picMk id="3" creationId="{B6911059-0EBE-F1FE-2AC9-C5F90E680B9B}"/>
          </ac:picMkLst>
        </pc:picChg>
        <pc:picChg chg="add mod">
          <ac:chgData name="Riccardo Berta" userId="c8694f89-bba4-4576-b0a8-456619ca5a8c" providerId="ADAL" clId="{80F6E880-6B18-A04C-AFC0-7C261801A904}" dt="2022-11-08T09:08:58.738" v="2108" actId="1035"/>
          <ac:picMkLst>
            <pc:docMk/>
            <pc:sldMk cId="3495919440" sldId="293"/>
            <ac:picMk id="5" creationId="{FB5330A5-32DF-DB0D-954E-2A85ACF30D52}"/>
          </ac:picMkLst>
        </pc:picChg>
        <pc:picChg chg="add mod">
          <ac:chgData name="Riccardo Berta" userId="c8694f89-bba4-4576-b0a8-456619ca5a8c" providerId="ADAL" clId="{80F6E880-6B18-A04C-AFC0-7C261801A904}" dt="2022-11-08T09:07:37.112" v="2067" actId="164"/>
          <ac:picMkLst>
            <pc:docMk/>
            <pc:sldMk cId="3495919440" sldId="293"/>
            <ac:picMk id="7" creationId="{112104E9-F0E5-D3C4-CE44-88EA10DA61DC}"/>
          </ac:picMkLst>
        </pc:picChg>
        <pc:picChg chg="add mod">
          <ac:chgData name="Riccardo Berta" userId="c8694f89-bba4-4576-b0a8-456619ca5a8c" providerId="ADAL" clId="{80F6E880-6B18-A04C-AFC0-7C261801A904}" dt="2022-11-08T09:07:27.481" v="2066" actId="164"/>
          <ac:picMkLst>
            <pc:docMk/>
            <pc:sldMk cId="3495919440" sldId="293"/>
            <ac:picMk id="9" creationId="{865B1465-9FA5-FCE8-89F2-26406EFD4F3B}"/>
          </ac:picMkLst>
        </pc:picChg>
      </pc:sldChg>
      <pc:sldChg chg="new del">
        <pc:chgData name="Riccardo Berta" userId="c8694f89-bba4-4576-b0a8-456619ca5a8c" providerId="ADAL" clId="{80F6E880-6B18-A04C-AFC0-7C261801A904}" dt="2022-11-07T13:13:01.897" v="915" actId="2696"/>
        <pc:sldMkLst>
          <pc:docMk/>
          <pc:sldMk cId="3740881538" sldId="293"/>
        </pc:sldMkLst>
      </pc:sldChg>
      <pc:sldChg chg="new del">
        <pc:chgData name="Riccardo Berta" userId="c8694f89-bba4-4576-b0a8-456619ca5a8c" providerId="ADAL" clId="{80F6E880-6B18-A04C-AFC0-7C261801A904}" dt="2022-11-07T13:13:02.349" v="916" actId="2696"/>
        <pc:sldMkLst>
          <pc:docMk/>
          <pc:sldMk cId="3810454763" sldId="294"/>
        </pc:sldMkLst>
      </pc:sldChg>
    </pc:docChg>
  </pc:docChgLst>
  <pc:docChgLst>
    <pc:chgData name="Riccardo Berta" userId="c8694f89-bba4-4576-b0a8-456619ca5a8c" providerId="ADAL" clId="{4967B734-A465-2844-BA15-7FBACE49D2F8}"/>
    <pc:docChg chg="undo redo custSel addSld delSld modSld sldOrd">
      <pc:chgData name="Riccardo Berta" userId="c8694f89-bba4-4576-b0a8-456619ca5a8c" providerId="ADAL" clId="{4967B734-A465-2844-BA15-7FBACE49D2F8}" dt="2022-10-10T05:41:52.141" v="2700" actId="1036"/>
      <pc:docMkLst>
        <pc:docMk/>
      </pc:docMkLst>
      <pc:sldChg chg="modSp mod">
        <pc:chgData name="Riccardo Berta" userId="c8694f89-bba4-4576-b0a8-456619ca5a8c" providerId="ADAL" clId="{4967B734-A465-2844-BA15-7FBACE49D2F8}" dt="2022-10-04T09:21:06.296" v="1514" actId="790"/>
        <pc:sldMkLst>
          <pc:docMk/>
          <pc:sldMk cId="0" sldId="256"/>
        </pc:sldMkLst>
        <pc:spChg chg="mod">
          <ac:chgData name="Riccardo Berta" userId="c8694f89-bba4-4576-b0a8-456619ca5a8c" providerId="ADAL" clId="{4967B734-A465-2844-BA15-7FBACE49D2F8}" dt="2022-10-04T09:21:06.296" v="1514" actId="790"/>
          <ac:spMkLst>
            <pc:docMk/>
            <pc:sldMk cId="0" sldId="256"/>
            <ac:spMk id="62" creationId="{00000000-0000-0000-0000-000000000000}"/>
          </ac:spMkLst>
        </pc:spChg>
      </pc:sldChg>
      <pc:sldChg chg="delSp modSp mod">
        <pc:chgData name="Riccardo Berta" userId="c8694f89-bba4-4576-b0a8-456619ca5a8c" providerId="ADAL" clId="{4967B734-A465-2844-BA15-7FBACE49D2F8}" dt="2022-10-05T05:37:06.487" v="2566" actId="20577"/>
        <pc:sldMkLst>
          <pc:docMk/>
          <pc:sldMk cId="0" sldId="257"/>
        </pc:sldMkLst>
        <pc:spChg chg="mod">
          <ac:chgData name="Riccardo Berta" userId="c8694f89-bba4-4576-b0a8-456619ca5a8c" providerId="ADAL" clId="{4967B734-A465-2844-BA15-7FBACE49D2F8}" dt="2022-10-04T06:59:58.583" v="222" actId="20577"/>
          <ac:spMkLst>
            <pc:docMk/>
            <pc:sldMk cId="0" sldId="257"/>
            <ac:spMk id="83" creationId="{00000000-0000-0000-0000-000000000000}"/>
          </ac:spMkLst>
        </pc:spChg>
        <pc:spChg chg="mod">
          <ac:chgData name="Riccardo Berta" userId="c8694f89-bba4-4576-b0a8-456619ca5a8c" providerId="ADAL" clId="{4967B734-A465-2844-BA15-7FBACE49D2F8}" dt="2022-10-05T05:37:06.487" v="2566" actId="20577"/>
          <ac:spMkLst>
            <pc:docMk/>
            <pc:sldMk cId="0" sldId="257"/>
            <ac:spMk id="84" creationId="{00000000-0000-0000-0000-000000000000}"/>
          </ac:spMkLst>
        </pc:spChg>
        <pc:picChg chg="del">
          <ac:chgData name="Riccardo Berta" userId="c8694f89-bba4-4576-b0a8-456619ca5a8c" providerId="ADAL" clId="{4967B734-A465-2844-BA15-7FBACE49D2F8}" dt="2022-10-04T06:53:54.793" v="41" actId="478"/>
          <ac:picMkLst>
            <pc:docMk/>
            <pc:sldMk cId="0" sldId="257"/>
            <ac:picMk id="2" creationId="{1E81BD5B-9F1C-4180-0225-A6FA7F7521E2}"/>
          </ac:picMkLst>
        </pc:picChg>
      </pc:sldChg>
      <pc:sldChg chg="del">
        <pc:chgData name="Riccardo Berta" userId="c8694f89-bba4-4576-b0a8-456619ca5a8c" providerId="ADAL" clId="{4967B734-A465-2844-BA15-7FBACE49D2F8}" dt="2022-10-04T06:54:03.310" v="50" actId="2696"/>
        <pc:sldMkLst>
          <pc:docMk/>
          <pc:sldMk cId="3018556184" sldId="259"/>
        </pc:sldMkLst>
      </pc:sldChg>
      <pc:sldChg chg="del">
        <pc:chgData name="Riccardo Berta" userId="c8694f89-bba4-4576-b0a8-456619ca5a8c" providerId="ADAL" clId="{4967B734-A465-2844-BA15-7FBACE49D2F8}" dt="2022-10-04T06:54:03.809" v="51" actId="2696"/>
        <pc:sldMkLst>
          <pc:docMk/>
          <pc:sldMk cId="723946338" sldId="261"/>
        </pc:sldMkLst>
      </pc:sldChg>
      <pc:sldChg chg="modSp mod">
        <pc:chgData name="Riccardo Berta" userId="c8694f89-bba4-4576-b0a8-456619ca5a8c" providerId="ADAL" clId="{4967B734-A465-2844-BA15-7FBACE49D2F8}" dt="2022-10-04T09:53:48.313" v="2176" actId="1076"/>
        <pc:sldMkLst>
          <pc:docMk/>
          <pc:sldMk cId="0" sldId="264"/>
        </pc:sldMkLst>
        <pc:spChg chg="mod">
          <ac:chgData name="Riccardo Berta" userId="c8694f89-bba4-4576-b0a8-456619ca5a8c" providerId="ADAL" clId="{4967B734-A465-2844-BA15-7FBACE49D2F8}" dt="2022-10-04T09:53:48.313" v="2176" actId="1076"/>
          <ac:spMkLst>
            <pc:docMk/>
            <pc:sldMk cId="0" sldId="264"/>
            <ac:spMk id="84" creationId="{00000000-0000-0000-0000-000000000000}"/>
          </ac:spMkLst>
        </pc:spChg>
      </pc:sldChg>
      <pc:sldChg chg="del">
        <pc:chgData name="Riccardo Berta" userId="c8694f89-bba4-4576-b0a8-456619ca5a8c" providerId="ADAL" clId="{4967B734-A465-2844-BA15-7FBACE49D2F8}" dt="2022-10-04T06:54:04.269" v="52" actId="2696"/>
        <pc:sldMkLst>
          <pc:docMk/>
          <pc:sldMk cId="2752186034" sldId="265"/>
        </pc:sldMkLst>
      </pc:sldChg>
      <pc:sldChg chg="addSp modSp add mod">
        <pc:chgData name="Riccardo Berta" userId="c8694f89-bba4-4576-b0a8-456619ca5a8c" providerId="ADAL" clId="{4967B734-A465-2844-BA15-7FBACE49D2F8}" dt="2022-10-05T05:38:43.218" v="2573" actId="20577"/>
        <pc:sldMkLst>
          <pc:docMk/>
          <pc:sldMk cId="4260925133" sldId="265"/>
        </pc:sldMkLst>
        <pc:spChg chg="mod">
          <ac:chgData name="Riccardo Berta" userId="c8694f89-bba4-4576-b0a8-456619ca5a8c" providerId="ADAL" clId="{4967B734-A465-2844-BA15-7FBACE49D2F8}" dt="2022-10-04T07:03:57.181" v="300" actId="20577"/>
          <ac:spMkLst>
            <pc:docMk/>
            <pc:sldMk cId="4260925133" sldId="265"/>
            <ac:spMk id="83" creationId="{00000000-0000-0000-0000-000000000000}"/>
          </ac:spMkLst>
        </pc:spChg>
        <pc:spChg chg="mod">
          <ac:chgData name="Riccardo Berta" userId="c8694f89-bba4-4576-b0a8-456619ca5a8c" providerId="ADAL" clId="{4967B734-A465-2844-BA15-7FBACE49D2F8}" dt="2022-10-05T05:38:43.218" v="2573" actId="20577"/>
          <ac:spMkLst>
            <pc:docMk/>
            <pc:sldMk cId="4260925133" sldId="265"/>
            <ac:spMk id="84" creationId="{00000000-0000-0000-0000-000000000000}"/>
          </ac:spMkLst>
        </pc:spChg>
        <pc:picChg chg="add mod">
          <ac:chgData name="Riccardo Berta" userId="c8694f89-bba4-4576-b0a8-456619ca5a8c" providerId="ADAL" clId="{4967B734-A465-2844-BA15-7FBACE49D2F8}" dt="2022-10-04T07:04:48.519" v="307" actId="167"/>
          <ac:picMkLst>
            <pc:docMk/>
            <pc:sldMk cId="4260925133" sldId="265"/>
            <ac:picMk id="3" creationId="{674E15D2-3951-6F58-7582-C0EB4A615F1D}"/>
          </ac:picMkLst>
        </pc:picChg>
      </pc:sldChg>
      <pc:sldChg chg="addSp delSp modSp add mod">
        <pc:chgData name="Riccardo Berta" userId="c8694f89-bba4-4576-b0a8-456619ca5a8c" providerId="ADAL" clId="{4967B734-A465-2844-BA15-7FBACE49D2F8}" dt="2022-10-05T05:43:30.967" v="2628" actId="20577"/>
        <pc:sldMkLst>
          <pc:docMk/>
          <pc:sldMk cId="2074499598" sldId="266"/>
        </pc:sldMkLst>
        <pc:spChg chg="mod">
          <ac:chgData name="Riccardo Berta" userId="c8694f89-bba4-4576-b0a8-456619ca5a8c" providerId="ADAL" clId="{4967B734-A465-2844-BA15-7FBACE49D2F8}" dt="2022-10-04T08:27:30.224" v="813" actId="20577"/>
          <ac:spMkLst>
            <pc:docMk/>
            <pc:sldMk cId="2074499598" sldId="266"/>
            <ac:spMk id="83" creationId="{00000000-0000-0000-0000-000000000000}"/>
          </ac:spMkLst>
        </pc:spChg>
        <pc:spChg chg="mod">
          <ac:chgData name="Riccardo Berta" userId="c8694f89-bba4-4576-b0a8-456619ca5a8c" providerId="ADAL" clId="{4967B734-A465-2844-BA15-7FBACE49D2F8}" dt="2022-10-05T05:43:30.967" v="2628" actId="20577"/>
          <ac:spMkLst>
            <pc:docMk/>
            <pc:sldMk cId="2074499598" sldId="266"/>
            <ac:spMk id="84" creationId="{00000000-0000-0000-0000-000000000000}"/>
          </ac:spMkLst>
        </pc:spChg>
        <pc:picChg chg="add del mod">
          <ac:chgData name="Riccardo Berta" userId="c8694f89-bba4-4576-b0a8-456619ca5a8c" providerId="ADAL" clId="{4967B734-A465-2844-BA15-7FBACE49D2F8}" dt="2022-10-04T08:28:52.112" v="847" actId="478"/>
          <ac:picMkLst>
            <pc:docMk/>
            <pc:sldMk cId="2074499598" sldId="266"/>
            <ac:picMk id="3" creationId="{44D37D90-9379-A202-D5CB-57A361B7ED10}"/>
          </ac:picMkLst>
        </pc:picChg>
      </pc:sldChg>
      <pc:sldChg chg="addSp delSp modSp add mod ord">
        <pc:chgData name="Riccardo Berta" userId="c8694f89-bba4-4576-b0a8-456619ca5a8c" providerId="ADAL" clId="{4967B734-A465-2844-BA15-7FBACE49D2F8}" dt="2022-10-05T05:40:18.404" v="2582" actId="20577"/>
        <pc:sldMkLst>
          <pc:docMk/>
          <pc:sldMk cId="2259674710" sldId="267"/>
        </pc:sldMkLst>
        <pc:spChg chg="mod">
          <ac:chgData name="Riccardo Berta" userId="c8694f89-bba4-4576-b0a8-456619ca5a8c" providerId="ADAL" clId="{4967B734-A465-2844-BA15-7FBACE49D2F8}" dt="2022-10-04T07:10:58.043" v="468" actId="20577"/>
          <ac:spMkLst>
            <pc:docMk/>
            <pc:sldMk cId="2259674710" sldId="267"/>
            <ac:spMk id="83" creationId="{00000000-0000-0000-0000-000000000000}"/>
          </ac:spMkLst>
        </pc:spChg>
        <pc:spChg chg="mod">
          <ac:chgData name="Riccardo Berta" userId="c8694f89-bba4-4576-b0a8-456619ca5a8c" providerId="ADAL" clId="{4967B734-A465-2844-BA15-7FBACE49D2F8}" dt="2022-10-05T05:40:18.404" v="2582" actId="20577"/>
          <ac:spMkLst>
            <pc:docMk/>
            <pc:sldMk cId="2259674710" sldId="267"/>
            <ac:spMk id="84" creationId="{00000000-0000-0000-0000-000000000000}"/>
          </ac:spMkLst>
        </pc:spChg>
        <pc:grpChg chg="add mod">
          <ac:chgData name="Riccardo Berta" userId="c8694f89-bba4-4576-b0a8-456619ca5a8c" providerId="ADAL" clId="{4967B734-A465-2844-BA15-7FBACE49D2F8}" dt="2022-10-04T07:10:46.067" v="451" actId="1076"/>
          <ac:grpSpMkLst>
            <pc:docMk/>
            <pc:sldMk cId="2259674710" sldId="267"/>
            <ac:grpSpMk id="8" creationId="{76E119E0-3152-62BD-BDB3-39042BF2F1A5}"/>
          </ac:grpSpMkLst>
        </pc:grpChg>
        <pc:grpChg chg="add mod">
          <ac:chgData name="Riccardo Berta" userId="c8694f89-bba4-4576-b0a8-456619ca5a8c" providerId="ADAL" clId="{4967B734-A465-2844-BA15-7FBACE49D2F8}" dt="2022-10-04T07:10:41.433" v="450" actId="1076"/>
          <ac:grpSpMkLst>
            <pc:docMk/>
            <pc:sldMk cId="2259674710" sldId="267"/>
            <ac:grpSpMk id="13" creationId="{06C159A0-B8B5-40E9-02ED-983116530DFD}"/>
          </ac:grpSpMkLst>
        </pc:grpChg>
        <pc:picChg chg="add del mod">
          <ac:chgData name="Riccardo Berta" userId="c8694f89-bba4-4576-b0a8-456619ca5a8c" providerId="ADAL" clId="{4967B734-A465-2844-BA15-7FBACE49D2F8}" dt="2022-10-04T07:09:16.200" v="426" actId="478"/>
          <ac:picMkLst>
            <pc:docMk/>
            <pc:sldMk cId="2259674710" sldId="267"/>
            <ac:picMk id="3" creationId="{2ABEDA67-0163-D4F3-A664-9064A870FA11}"/>
          </ac:picMkLst>
        </pc:picChg>
        <pc:picChg chg="add mod">
          <ac:chgData name="Riccardo Berta" userId="c8694f89-bba4-4576-b0a8-456619ca5a8c" providerId="ADAL" clId="{4967B734-A465-2844-BA15-7FBACE49D2F8}" dt="2022-10-04T07:09:56.780" v="438" actId="164"/>
          <ac:picMkLst>
            <pc:docMk/>
            <pc:sldMk cId="2259674710" sldId="267"/>
            <ac:picMk id="5" creationId="{32BFCBAB-B883-C97F-EB56-9BCA8EFD7C98}"/>
          </ac:picMkLst>
        </pc:picChg>
        <pc:picChg chg="add mod">
          <ac:chgData name="Riccardo Berta" userId="c8694f89-bba4-4576-b0a8-456619ca5a8c" providerId="ADAL" clId="{4967B734-A465-2844-BA15-7FBACE49D2F8}" dt="2022-10-04T07:09:56.780" v="438" actId="164"/>
          <ac:picMkLst>
            <pc:docMk/>
            <pc:sldMk cId="2259674710" sldId="267"/>
            <ac:picMk id="7" creationId="{40DBC67E-51C8-0100-997A-3D832D4D8980}"/>
          </ac:picMkLst>
        </pc:picChg>
        <pc:picChg chg="add mod">
          <ac:chgData name="Riccardo Berta" userId="c8694f89-bba4-4576-b0a8-456619ca5a8c" providerId="ADAL" clId="{4967B734-A465-2844-BA15-7FBACE49D2F8}" dt="2022-10-04T07:10:38.910" v="449" actId="164"/>
          <ac:picMkLst>
            <pc:docMk/>
            <pc:sldMk cId="2259674710" sldId="267"/>
            <ac:picMk id="10" creationId="{CE457A6C-F4AE-07DF-22FD-0203427E5E4D}"/>
          </ac:picMkLst>
        </pc:picChg>
        <pc:picChg chg="add mod">
          <ac:chgData name="Riccardo Berta" userId="c8694f89-bba4-4576-b0a8-456619ca5a8c" providerId="ADAL" clId="{4967B734-A465-2844-BA15-7FBACE49D2F8}" dt="2022-10-04T07:10:38.910" v="449" actId="164"/>
          <ac:picMkLst>
            <pc:docMk/>
            <pc:sldMk cId="2259674710" sldId="267"/>
            <ac:picMk id="12" creationId="{C697C6E3-A578-4BB5-2F96-37B0F860D0FA}"/>
          </ac:picMkLst>
        </pc:picChg>
      </pc:sldChg>
      <pc:sldChg chg="addSp delSp modSp add mod ord">
        <pc:chgData name="Riccardo Berta" userId="c8694f89-bba4-4576-b0a8-456619ca5a8c" providerId="ADAL" clId="{4967B734-A465-2844-BA15-7FBACE49D2F8}" dt="2022-10-04T08:21:03.314" v="615" actId="20577"/>
        <pc:sldMkLst>
          <pc:docMk/>
          <pc:sldMk cId="2756532613" sldId="268"/>
        </pc:sldMkLst>
        <pc:spChg chg="mod">
          <ac:chgData name="Riccardo Berta" userId="c8694f89-bba4-4576-b0a8-456619ca5a8c" providerId="ADAL" clId="{4967B734-A465-2844-BA15-7FBACE49D2F8}" dt="2022-10-04T08:19:34.413" v="566" actId="20577"/>
          <ac:spMkLst>
            <pc:docMk/>
            <pc:sldMk cId="2756532613" sldId="268"/>
            <ac:spMk id="83" creationId="{00000000-0000-0000-0000-000000000000}"/>
          </ac:spMkLst>
        </pc:spChg>
        <pc:spChg chg="mod">
          <ac:chgData name="Riccardo Berta" userId="c8694f89-bba4-4576-b0a8-456619ca5a8c" providerId="ADAL" clId="{4967B734-A465-2844-BA15-7FBACE49D2F8}" dt="2022-10-04T08:21:03.314" v="615" actId="20577"/>
          <ac:spMkLst>
            <pc:docMk/>
            <pc:sldMk cId="2756532613" sldId="268"/>
            <ac:spMk id="84" creationId="{00000000-0000-0000-0000-000000000000}"/>
          </ac:spMkLst>
        </pc:spChg>
        <pc:picChg chg="add del mod">
          <ac:chgData name="Riccardo Berta" userId="c8694f89-bba4-4576-b0a8-456619ca5a8c" providerId="ADAL" clId="{4967B734-A465-2844-BA15-7FBACE49D2F8}" dt="2022-10-04T08:20:02.584" v="570" actId="21"/>
          <ac:picMkLst>
            <pc:docMk/>
            <pc:sldMk cId="2756532613" sldId="268"/>
            <ac:picMk id="3" creationId="{98442946-176C-875C-17DD-8426B4357AF0}"/>
          </ac:picMkLst>
        </pc:picChg>
      </pc:sldChg>
      <pc:sldChg chg="addSp delSp modSp add mod ord">
        <pc:chgData name="Riccardo Berta" userId="c8694f89-bba4-4576-b0a8-456619ca5a8c" providerId="ADAL" clId="{4967B734-A465-2844-BA15-7FBACE49D2F8}" dt="2022-10-04T08:22:30.428" v="629" actId="20577"/>
        <pc:sldMkLst>
          <pc:docMk/>
          <pc:sldMk cId="3950372499" sldId="269"/>
        </pc:sldMkLst>
        <pc:spChg chg="add del mod">
          <ac:chgData name="Riccardo Berta" userId="c8694f89-bba4-4576-b0a8-456619ca5a8c" providerId="ADAL" clId="{4967B734-A465-2844-BA15-7FBACE49D2F8}" dt="2022-10-04T08:21:20.713" v="620" actId="478"/>
          <ac:spMkLst>
            <pc:docMk/>
            <pc:sldMk cId="3950372499" sldId="269"/>
            <ac:spMk id="4" creationId="{39E4D033-B0C4-D65C-AF4F-60006E851E46}"/>
          </ac:spMkLst>
        </pc:spChg>
        <pc:spChg chg="mod">
          <ac:chgData name="Riccardo Berta" userId="c8694f89-bba4-4576-b0a8-456619ca5a8c" providerId="ADAL" clId="{4967B734-A465-2844-BA15-7FBACE49D2F8}" dt="2022-10-04T08:22:30.428" v="629" actId="20577"/>
          <ac:spMkLst>
            <pc:docMk/>
            <pc:sldMk cId="3950372499" sldId="269"/>
            <ac:spMk id="83" creationId="{00000000-0000-0000-0000-000000000000}"/>
          </ac:spMkLst>
        </pc:spChg>
        <pc:spChg chg="del">
          <ac:chgData name="Riccardo Berta" userId="c8694f89-bba4-4576-b0a8-456619ca5a8c" providerId="ADAL" clId="{4967B734-A465-2844-BA15-7FBACE49D2F8}" dt="2022-10-04T08:21:12.185" v="617" actId="478"/>
          <ac:spMkLst>
            <pc:docMk/>
            <pc:sldMk cId="3950372499" sldId="269"/>
            <ac:spMk id="84" creationId="{00000000-0000-0000-0000-000000000000}"/>
          </ac:spMkLst>
        </pc:spChg>
        <pc:picChg chg="add del mod modCrop">
          <ac:chgData name="Riccardo Berta" userId="c8694f89-bba4-4576-b0a8-456619ca5a8c" providerId="ADAL" clId="{4967B734-A465-2844-BA15-7FBACE49D2F8}" dt="2022-10-04T08:22:28.190" v="625" actId="1076"/>
          <ac:picMkLst>
            <pc:docMk/>
            <pc:sldMk cId="3950372499" sldId="269"/>
            <ac:picMk id="2" creationId="{DD7459EB-2FB9-EE3F-1B0C-BEEC31DF7753}"/>
          </ac:picMkLst>
        </pc:picChg>
      </pc:sldChg>
      <pc:sldChg chg="addSp delSp modSp add mod">
        <pc:chgData name="Riccardo Berta" userId="c8694f89-bba4-4576-b0a8-456619ca5a8c" providerId="ADAL" clId="{4967B734-A465-2844-BA15-7FBACE49D2F8}" dt="2022-10-04T08:30:10.946" v="871" actId="1076"/>
        <pc:sldMkLst>
          <pc:docMk/>
          <pc:sldMk cId="3668836689" sldId="270"/>
        </pc:sldMkLst>
        <pc:spChg chg="add del mod">
          <ac:chgData name="Riccardo Berta" userId="c8694f89-bba4-4576-b0a8-456619ca5a8c" providerId="ADAL" clId="{4967B734-A465-2844-BA15-7FBACE49D2F8}" dt="2022-10-04T08:28:59.088" v="849" actId="478"/>
          <ac:spMkLst>
            <pc:docMk/>
            <pc:sldMk cId="3668836689" sldId="270"/>
            <ac:spMk id="3" creationId="{ADD0BEAE-9DF8-C7CC-E5FD-45BD4BBED0AD}"/>
          </ac:spMkLst>
        </pc:spChg>
        <pc:spChg chg="mod">
          <ac:chgData name="Riccardo Berta" userId="c8694f89-bba4-4576-b0a8-456619ca5a8c" providerId="ADAL" clId="{4967B734-A465-2844-BA15-7FBACE49D2F8}" dt="2022-10-04T08:29:04.981" v="863" actId="20577"/>
          <ac:spMkLst>
            <pc:docMk/>
            <pc:sldMk cId="3668836689" sldId="270"/>
            <ac:spMk id="83" creationId="{00000000-0000-0000-0000-000000000000}"/>
          </ac:spMkLst>
        </pc:spChg>
        <pc:spChg chg="del">
          <ac:chgData name="Riccardo Berta" userId="c8694f89-bba4-4576-b0a8-456619ca5a8c" providerId="ADAL" clId="{4967B734-A465-2844-BA15-7FBACE49D2F8}" dt="2022-10-04T08:28:56.705" v="848" actId="478"/>
          <ac:spMkLst>
            <pc:docMk/>
            <pc:sldMk cId="3668836689" sldId="270"/>
            <ac:spMk id="84" creationId="{00000000-0000-0000-0000-000000000000}"/>
          </ac:spMkLst>
        </pc:spChg>
        <pc:picChg chg="add mod modCrop">
          <ac:chgData name="Riccardo Berta" userId="c8694f89-bba4-4576-b0a8-456619ca5a8c" providerId="ADAL" clId="{4967B734-A465-2844-BA15-7FBACE49D2F8}" dt="2022-10-04T08:30:10.946" v="871" actId="1076"/>
          <ac:picMkLst>
            <pc:docMk/>
            <pc:sldMk cId="3668836689" sldId="270"/>
            <ac:picMk id="4" creationId="{577B3EB2-1884-58A5-AA7F-C288CC12280D}"/>
          </ac:picMkLst>
        </pc:picChg>
      </pc:sldChg>
      <pc:sldChg chg="addSp modSp add mod">
        <pc:chgData name="Riccardo Berta" userId="c8694f89-bba4-4576-b0a8-456619ca5a8c" providerId="ADAL" clId="{4967B734-A465-2844-BA15-7FBACE49D2F8}" dt="2022-10-04T08:33:08.776" v="912" actId="1076"/>
        <pc:sldMkLst>
          <pc:docMk/>
          <pc:sldMk cId="1894295752" sldId="271"/>
        </pc:sldMkLst>
        <pc:spChg chg="mod">
          <ac:chgData name="Riccardo Berta" userId="c8694f89-bba4-4576-b0a8-456619ca5a8c" providerId="ADAL" clId="{4967B734-A465-2844-BA15-7FBACE49D2F8}" dt="2022-10-04T08:30:25.791" v="874" actId="20577"/>
          <ac:spMkLst>
            <pc:docMk/>
            <pc:sldMk cId="1894295752" sldId="271"/>
            <ac:spMk id="83" creationId="{00000000-0000-0000-0000-000000000000}"/>
          </ac:spMkLst>
        </pc:spChg>
        <pc:spChg chg="mod">
          <ac:chgData name="Riccardo Berta" userId="c8694f89-bba4-4576-b0a8-456619ca5a8c" providerId="ADAL" clId="{4967B734-A465-2844-BA15-7FBACE49D2F8}" dt="2022-10-04T08:33:01.838" v="909" actId="1035"/>
          <ac:spMkLst>
            <pc:docMk/>
            <pc:sldMk cId="1894295752" sldId="271"/>
            <ac:spMk id="84" creationId="{00000000-0000-0000-0000-000000000000}"/>
          </ac:spMkLst>
        </pc:spChg>
        <pc:picChg chg="add mod">
          <ac:chgData name="Riccardo Berta" userId="c8694f89-bba4-4576-b0a8-456619ca5a8c" providerId="ADAL" clId="{4967B734-A465-2844-BA15-7FBACE49D2F8}" dt="2022-10-04T08:33:08.776" v="912" actId="1076"/>
          <ac:picMkLst>
            <pc:docMk/>
            <pc:sldMk cId="1894295752" sldId="271"/>
            <ac:picMk id="3" creationId="{B5A2D85B-25EA-51CE-30EE-5FCC2A5BCEE7}"/>
          </ac:picMkLst>
        </pc:picChg>
      </pc:sldChg>
      <pc:sldChg chg="del">
        <pc:chgData name="Riccardo Berta" userId="c8694f89-bba4-4576-b0a8-456619ca5a8c" providerId="ADAL" clId="{4967B734-A465-2844-BA15-7FBACE49D2F8}" dt="2022-10-04T06:54:05.175" v="54" actId="2696"/>
        <pc:sldMkLst>
          <pc:docMk/>
          <pc:sldMk cId="1942012932" sldId="271"/>
        </pc:sldMkLst>
      </pc:sldChg>
      <pc:sldChg chg="addSp modSp add mod">
        <pc:chgData name="Riccardo Berta" userId="c8694f89-bba4-4576-b0a8-456619ca5a8c" providerId="ADAL" clId="{4967B734-A465-2844-BA15-7FBACE49D2F8}" dt="2022-10-05T05:45:21.155" v="2636" actId="20577"/>
        <pc:sldMkLst>
          <pc:docMk/>
          <pc:sldMk cId="732868139" sldId="272"/>
        </pc:sldMkLst>
        <pc:spChg chg="mod">
          <ac:chgData name="Riccardo Berta" userId="c8694f89-bba4-4576-b0a8-456619ca5a8c" providerId="ADAL" clId="{4967B734-A465-2844-BA15-7FBACE49D2F8}" dt="2022-10-04T08:33:38.186" v="939" actId="20577"/>
          <ac:spMkLst>
            <pc:docMk/>
            <pc:sldMk cId="732868139" sldId="272"/>
            <ac:spMk id="83" creationId="{00000000-0000-0000-0000-000000000000}"/>
          </ac:spMkLst>
        </pc:spChg>
        <pc:spChg chg="mod">
          <ac:chgData name="Riccardo Berta" userId="c8694f89-bba4-4576-b0a8-456619ca5a8c" providerId="ADAL" clId="{4967B734-A465-2844-BA15-7FBACE49D2F8}" dt="2022-10-05T05:45:21.155" v="2636" actId="20577"/>
          <ac:spMkLst>
            <pc:docMk/>
            <pc:sldMk cId="732868139" sldId="272"/>
            <ac:spMk id="84" creationId="{00000000-0000-0000-0000-000000000000}"/>
          </ac:spMkLst>
        </pc:spChg>
        <pc:picChg chg="add mod">
          <ac:chgData name="Riccardo Berta" userId="c8694f89-bba4-4576-b0a8-456619ca5a8c" providerId="ADAL" clId="{4967B734-A465-2844-BA15-7FBACE49D2F8}" dt="2022-10-04T08:36:29.105" v="1008" actId="1076"/>
          <ac:picMkLst>
            <pc:docMk/>
            <pc:sldMk cId="732868139" sldId="272"/>
            <ac:picMk id="3" creationId="{06C364F7-5AEB-D00D-6586-D30FF7199764}"/>
          </ac:picMkLst>
        </pc:picChg>
      </pc:sldChg>
      <pc:sldChg chg="addSp delSp modSp add mod">
        <pc:chgData name="Riccardo Berta" userId="c8694f89-bba4-4576-b0a8-456619ca5a8c" providerId="ADAL" clId="{4967B734-A465-2844-BA15-7FBACE49D2F8}" dt="2022-10-04T08:54:59.469" v="1509" actId="20577"/>
        <pc:sldMkLst>
          <pc:docMk/>
          <pc:sldMk cId="3859598341" sldId="273"/>
        </pc:sldMkLst>
        <pc:spChg chg="add del">
          <ac:chgData name="Riccardo Berta" userId="c8694f89-bba4-4576-b0a8-456619ca5a8c" providerId="ADAL" clId="{4967B734-A465-2844-BA15-7FBACE49D2F8}" dt="2022-10-04T08:40:47.038" v="1073" actId="478"/>
          <ac:spMkLst>
            <pc:docMk/>
            <pc:sldMk cId="3859598341" sldId="273"/>
            <ac:spMk id="5" creationId="{4BD7BBB3-7BD1-8528-AAC5-76102E39DEBE}"/>
          </ac:spMkLst>
        </pc:spChg>
        <pc:spChg chg="mod">
          <ac:chgData name="Riccardo Berta" userId="c8694f89-bba4-4576-b0a8-456619ca5a8c" providerId="ADAL" clId="{4967B734-A465-2844-BA15-7FBACE49D2F8}" dt="2022-10-04T08:54:59.469" v="1509" actId="20577"/>
          <ac:spMkLst>
            <pc:docMk/>
            <pc:sldMk cId="3859598341" sldId="273"/>
            <ac:spMk id="83" creationId="{00000000-0000-0000-0000-000000000000}"/>
          </ac:spMkLst>
        </pc:spChg>
        <pc:spChg chg="mod">
          <ac:chgData name="Riccardo Berta" userId="c8694f89-bba4-4576-b0a8-456619ca5a8c" providerId="ADAL" clId="{4967B734-A465-2844-BA15-7FBACE49D2F8}" dt="2022-10-04T08:50:37.924" v="1412" actId="113"/>
          <ac:spMkLst>
            <pc:docMk/>
            <pc:sldMk cId="3859598341" sldId="273"/>
            <ac:spMk id="84" creationId="{00000000-0000-0000-0000-000000000000}"/>
          </ac:spMkLst>
        </pc:spChg>
        <pc:picChg chg="add del mod">
          <ac:chgData name="Riccardo Berta" userId="c8694f89-bba4-4576-b0a8-456619ca5a8c" providerId="ADAL" clId="{4967B734-A465-2844-BA15-7FBACE49D2F8}" dt="2022-10-04T08:40:42.684" v="1072" actId="478"/>
          <ac:picMkLst>
            <pc:docMk/>
            <pc:sldMk cId="3859598341" sldId="273"/>
            <ac:picMk id="3" creationId="{20386706-AA10-6FE6-3018-AE4EEDC01050}"/>
          </ac:picMkLst>
        </pc:picChg>
        <pc:picChg chg="add mod">
          <ac:chgData name="Riccardo Berta" userId="c8694f89-bba4-4576-b0a8-456619ca5a8c" providerId="ADAL" clId="{4967B734-A465-2844-BA15-7FBACE49D2F8}" dt="2022-10-04T08:50:21.355" v="1410" actId="1076"/>
          <ac:picMkLst>
            <pc:docMk/>
            <pc:sldMk cId="3859598341" sldId="273"/>
            <ac:picMk id="7" creationId="{3AA9CA5E-B11C-5354-F133-CC2410A67F28}"/>
          </ac:picMkLst>
        </pc:picChg>
      </pc:sldChg>
      <pc:sldChg chg="addSp modSp add mod">
        <pc:chgData name="Riccardo Berta" userId="c8694f89-bba4-4576-b0a8-456619ca5a8c" providerId="ADAL" clId="{4967B734-A465-2844-BA15-7FBACE49D2F8}" dt="2022-10-04T08:55:10.050" v="1510" actId="1076"/>
        <pc:sldMkLst>
          <pc:docMk/>
          <pc:sldMk cId="2213323745" sldId="274"/>
        </pc:sldMkLst>
        <pc:spChg chg="mod">
          <ac:chgData name="Riccardo Berta" userId="c8694f89-bba4-4576-b0a8-456619ca5a8c" providerId="ADAL" clId="{4967B734-A465-2844-BA15-7FBACE49D2F8}" dt="2022-10-04T08:54:47.815" v="1503" actId="20577"/>
          <ac:spMkLst>
            <pc:docMk/>
            <pc:sldMk cId="2213323745" sldId="274"/>
            <ac:spMk id="83" creationId="{00000000-0000-0000-0000-000000000000}"/>
          </ac:spMkLst>
        </pc:spChg>
        <pc:spChg chg="mod">
          <ac:chgData name="Riccardo Berta" userId="c8694f89-bba4-4576-b0a8-456619ca5a8c" providerId="ADAL" clId="{4967B734-A465-2844-BA15-7FBACE49D2F8}" dt="2022-10-04T08:54:36.556" v="1475" actId="5793"/>
          <ac:spMkLst>
            <pc:docMk/>
            <pc:sldMk cId="2213323745" sldId="274"/>
            <ac:spMk id="84" creationId="{00000000-0000-0000-0000-000000000000}"/>
          </ac:spMkLst>
        </pc:spChg>
        <pc:picChg chg="add mod">
          <ac:chgData name="Riccardo Berta" userId="c8694f89-bba4-4576-b0a8-456619ca5a8c" providerId="ADAL" clId="{4967B734-A465-2844-BA15-7FBACE49D2F8}" dt="2022-10-04T08:55:10.050" v="1510" actId="1076"/>
          <ac:picMkLst>
            <pc:docMk/>
            <pc:sldMk cId="2213323745" sldId="274"/>
            <ac:picMk id="3" creationId="{DC8EA310-4CEB-F6CD-8EBA-90EBC000E7D0}"/>
          </ac:picMkLst>
        </pc:picChg>
      </pc:sldChg>
      <pc:sldChg chg="del">
        <pc:chgData name="Riccardo Berta" userId="c8694f89-bba4-4576-b0a8-456619ca5a8c" providerId="ADAL" clId="{4967B734-A465-2844-BA15-7FBACE49D2F8}" dt="2022-10-04T06:54:05.569" v="55" actId="2696"/>
        <pc:sldMkLst>
          <pc:docMk/>
          <pc:sldMk cId="2759966790" sldId="274"/>
        </pc:sldMkLst>
      </pc:sldChg>
      <pc:sldChg chg="addSp modSp add mod">
        <pc:chgData name="Riccardo Berta" userId="c8694f89-bba4-4576-b0a8-456619ca5a8c" providerId="ADAL" clId="{4967B734-A465-2844-BA15-7FBACE49D2F8}" dt="2022-10-10T05:36:43.547" v="2688" actId="20577"/>
        <pc:sldMkLst>
          <pc:docMk/>
          <pc:sldMk cId="303121765" sldId="275"/>
        </pc:sldMkLst>
        <pc:spChg chg="mod">
          <ac:chgData name="Riccardo Berta" userId="c8694f89-bba4-4576-b0a8-456619ca5a8c" providerId="ADAL" clId="{4967B734-A465-2844-BA15-7FBACE49D2F8}" dt="2022-10-04T08:56:19.042" v="1513"/>
          <ac:spMkLst>
            <pc:docMk/>
            <pc:sldMk cId="303121765" sldId="275"/>
            <ac:spMk id="83" creationId="{00000000-0000-0000-0000-000000000000}"/>
          </ac:spMkLst>
        </pc:spChg>
        <pc:spChg chg="mod">
          <ac:chgData name="Riccardo Berta" userId="c8694f89-bba4-4576-b0a8-456619ca5a8c" providerId="ADAL" clId="{4967B734-A465-2844-BA15-7FBACE49D2F8}" dt="2022-10-10T05:36:43.547" v="2688" actId="20577"/>
          <ac:spMkLst>
            <pc:docMk/>
            <pc:sldMk cId="303121765" sldId="275"/>
            <ac:spMk id="84" creationId="{00000000-0000-0000-0000-000000000000}"/>
          </ac:spMkLst>
        </pc:spChg>
        <pc:picChg chg="add mod">
          <ac:chgData name="Riccardo Berta" userId="c8694f89-bba4-4576-b0a8-456619ca5a8c" providerId="ADAL" clId="{4967B734-A465-2844-BA15-7FBACE49D2F8}" dt="2022-10-04T09:29:01.183" v="1661" actId="1076"/>
          <ac:picMkLst>
            <pc:docMk/>
            <pc:sldMk cId="303121765" sldId="275"/>
            <ac:picMk id="3" creationId="{1558432E-BB9A-36EE-DEE9-411FA3BCAAC6}"/>
          </ac:picMkLst>
        </pc:picChg>
        <pc:picChg chg="add mod">
          <ac:chgData name="Riccardo Berta" userId="c8694f89-bba4-4576-b0a8-456619ca5a8c" providerId="ADAL" clId="{4967B734-A465-2844-BA15-7FBACE49D2F8}" dt="2022-10-04T09:29:10.609" v="1671" actId="1076"/>
          <ac:picMkLst>
            <pc:docMk/>
            <pc:sldMk cId="303121765" sldId="275"/>
            <ac:picMk id="5" creationId="{AFA7E6B6-E78E-79EF-CB15-0348F1C7B395}"/>
          </ac:picMkLst>
        </pc:picChg>
      </pc:sldChg>
      <pc:sldChg chg="del">
        <pc:chgData name="Riccardo Berta" userId="c8694f89-bba4-4576-b0a8-456619ca5a8c" providerId="ADAL" clId="{4967B734-A465-2844-BA15-7FBACE49D2F8}" dt="2022-10-04T06:54:06.082" v="56" actId="2696"/>
        <pc:sldMkLst>
          <pc:docMk/>
          <pc:sldMk cId="3965473342" sldId="275"/>
        </pc:sldMkLst>
      </pc:sldChg>
      <pc:sldChg chg="addSp modSp add mod">
        <pc:chgData name="Riccardo Berta" userId="c8694f89-bba4-4576-b0a8-456619ca5a8c" providerId="ADAL" clId="{4967B734-A465-2844-BA15-7FBACE49D2F8}" dt="2022-10-04T09:35:09.338" v="1844" actId="113"/>
        <pc:sldMkLst>
          <pc:docMk/>
          <pc:sldMk cId="2020526202" sldId="276"/>
        </pc:sldMkLst>
        <pc:spChg chg="mod">
          <ac:chgData name="Riccardo Berta" userId="c8694f89-bba4-4576-b0a8-456619ca5a8c" providerId="ADAL" clId="{4967B734-A465-2844-BA15-7FBACE49D2F8}" dt="2022-10-04T09:29:30.015" v="1699" actId="20577"/>
          <ac:spMkLst>
            <pc:docMk/>
            <pc:sldMk cId="2020526202" sldId="276"/>
            <ac:spMk id="83" creationId="{00000000-0000-0000-0000-000000000000}"/>
          </ac:spMkLst>
        </pc:spChg>
        <pc:spChg chg="mod">
          <ac:chgData name="Riccardo Berta" userId="c8694f89-bba4-4576-b0a8-456619ca5a8c" providerId="ADAL" clId="{4967B734-A465-2844-BA15-7FBACE49D2F8}" dt="2022-10-04T09:35:09.338" v="1844" actId="113"/>
          <ac:spMkLst>
            <pc:docMk/>
            <pc:sldMk cId="2020526202" sldId="276"/>
            <ac:spMk id="84" creationId="{00000000-0000-0000-0000-000000000000}"/>
          </ac:spMkLst>
        </pc:spChg>
        <pc:picChg chg="add mod">
          <ac:chgData name="Riccardo Berta" userId="c8694f89-bba4-4576-b0a8-456619ca5a8c" providerId="ADAL" clId="{4967B734-A465-2844-BA15-7FBACE49D2F8}" dt="2022-10-04T09:34:22.336" v="1806" actId="1076"/>
          <ac:picMkLst>
            <pc:docMk/>
            <pc:sldMk cId="2020526202" sldId="276"/>
            <ac:picMk id="3" creationId="{88ECFE04-FF14-52F4-A978-DE862D655546}"/>
          </ac:picMkLst>
        </pc:picChg>
      </pc:sldChg>
      <pc:sldChg chg="del">
        <pc:chgData name="Riccardo Berta" userId="c8694f89-bba4-4576-b0a8-456619ca5a8c" providerId="ADAL" clId="{4967B734-A465-2844-BA15-7FBACE49D2F8}" dt="2022-10-04T06:54:06.650" v="57" actId="2696"/>
        <pc:sldMkLst>
          <pc:docMk/>
          <pc:sldMk cId="3364334937" sldId="276"/>
        </pc:sldMkLst>
      </pc:sldChg>
      <pc:sldChg chg="del">
        <pc:chgData name="Riccardo Berta" userId="c8694f89-bba4-4576-b0a8-456619ca5a8c" providerId="ADAL" clId="{4967B734-A465-2844-BA15-7FBACE49D2F8}" dt="2022-10-04T06:54:07.117" v="58" actId="2696"/>
        <pc:sldMkLst>
          <pc:docMk/>
          <pc:sldMk cId="2920432797" sldId="277"/>
        </pc:sldMkLst>
      </pc:sldChg>
      <pc:sldChg chg="addSp modSp add mod">
        <pc:chgData name="Riccardo Berta" userId="c8694f89-bba4-4576-b0a8-456619ca5a8c" providerId="ADAL" clId="{4967B734-A465-2844-BA15-7FBACE49D2F8}" dt="2022-10-10T05:38:42.742" v="2693" actId="20577"/>
        <pc:sldMkLst>
          <pc:docMk/>
          <pc:sldMk cId="3156887330" sldId="277"/>
        </pc:sldMkLst>
        <pc:spChg chg="mod">
          <ac:chgData name="Riccardo Berta" userId="c8694f89-bba4-4576-b0a8-456619ca5a8c" providerId="ADAL" clId="{4967B734-A465-2844-BA15-7FBACE49D2F8}" dt="2022-10-04T09:34:47.105" v="1828" actId="20577"/>
          <ac:spMkLst>
            <pc:docMk/>
            <pc:sldMk cId="3156887330" sldId="277"/>
            <ac:spMk id="83" creationId="{00000000-0000-0000-0000-000000000000}"/>
          </ac:spMkLst>
        </pc:spChg>
        <pc:spChg chg="mod">
          <ac:chgData name="Riccardo Berta" userId="c8694f89-bba4-4576-b0a8-456619ca5a8c" providerId="ADAL" clId="{4967B734-A465-2844-BA15-7FBACE49D2F8}" dt="2022-10-10T05:38:42.742" v="2693" actId="20577"/>
          <ac:spMkLst>
            <pc:docMk/>
            <pc:sldMk cId="3156887330" sldId="277"/>
            <ac:spMk id="84" creationId="{00000000-0000-0000-0000-000000000000}"/>
          </ac:spMkLst>
        </pc:spChg>
        <pc:picChg chg="add mod">
          <ac:chgData name="Riccardo Berta" userId="c8694f89-bba4-4576-b0a8-456619ca5a8c" providerId="ADAL" clId="{4967B734-A465-2844-BA15-7FBACE49D2F8}" dt="2022-10-04T09:39:19.764" v="1943" actId="1076"/>
          <ac:picMkLst>
            <pc:docMk/>
            <pc:sldMk cId="3156887330" sldId="277"/>
            <ac:picMk id="3" creationId="{EC767993-3E78-5F54-36E2-E40875AD49A1}"/>
          </ac:picMkLst>
        </pc:picChg>
      </pc:sldChg>
      <pc:sldChg chg="addSp modSp add mod">
        <pc:chgData name="Riccardo Berta" userId="c8694f89-bba4-4576-b0a8-456619ca5a8c" providerId="ADAL" clId="{4967B734-A465-2844-BA15-7FBACE49D2F8}" dt="2022-10-04T09:50:43.485" v="2061" actId="1076"/>
        <pc:sldMkLst>
          <pc:docMk/>
          <pc:sldMk cId="1586284290" sldId="278"/>
        </pc:sldMkLst>
        <pc:spChg chg="mod">
          <ac:chgData name="Riccardo Berta" userId="c8694f89-bba4-4576-b0a8-456619ca5a8c" providerId="ADAL" clId="{4967B734-A465-2844-BA15-7FBACE49D2F8}" dt="2022-10-04T09:39:46.696" v="1972" actId="20577"/>
          <ac:spMkLst>
            <pc:docMk/>
            <pc:sldMk cId="1586284290" sldId="278"/>
            <ac:spMk id="83" creationId="{00000000-0000-0000-0000-000000000000}"/>
          </ac:spMkLst>
        </pc:spChg>
        <pc:spChg chg="mod">
          <ac:chgData name="Riccardo Berta" userId="c8694f89-bba4-4576-b0a8-456619ca5a8c" providerId="ADAL" clId="{4967B734-A465-2844-BA15-7FBACE49D2F8}" dt="2022-10-04T09:50:25.842" v="2059" actId="20577"/>
          <ac:spMkLst>
            <pc:docMk/>
            <pc:sldMk cId="1586284290" sldId="278"/>
            <ac:spMk id="84" creationId="{00000000-0000-0000-0000-000000000000}"/>
          </ac:spMkLst>
        </pc:spChg>
        <pc:picChg chg="add mod modCrop">
          <ac:chgData name="Riccardo Berta" userId="c8694f89-bba4-4576-b0a8-456619ca5a8c" providerId="ADAL" clId="{4967B734-A465-2844-BA15-7FBACE49D2F8}" dt="2022-10-04T09:48:54.619" v="2028" actId="1076"/>
          <ac:picMkLst>
            <pc:docMk/>
            <pc:sldMk cId="1586284290" sldId="278"/>
            <ac:picMk id="3" creationId="{EC904396-95B0-3596-C30B-F4DAD67A93A0}"/>
          </ac:picMkLst>
        </pc:picChg>
        <pc:picChg chg="add mod">
          <ac:chgData name="Riccardo Berta" userId="c8694f89-bba4-4576-b0a8-456619ca5a8c" providerId="ADAL" clId="{4967B734-A465-2844-BA15-7FBACE49D2F8}" dt="2022-10-04T09:50:43.485" v="2061" actId="1076"/>
          <ac:picMkLst>
            <pc:docMk/>
            <pc:sldMk cId="1586284290" sldId="278"/>
            <ac:picMk id="5" creationId="{F263AB65-02BC-B30C-60E2-24FB398F2F09}"/>
          </ac:picMkLst>
        </pc:picChg>
      </pc:sldChg>
      <pc:sldChg chg="del">
        <pc:chgData name="Riccardo Berta" userId="c8694f89-bba4-4576-b0a8-456619ca5a8c" providerId="ADAL" clId="{4967B734-A465-2844-BA15-7FBACE49D2F8}" dt="2022-10-04T06:54:07.594" v="59" actId="2696"/>
        <pc:sldMkLst>
          <pc:docMk/>
          <pc:sldMk cId="3024273348" sldId="278"/>
        </pc:sldMkLst>
      </pc:sldChg>
      <pc:sldChg chg="del">
        <pc:chgData name="Riccardo Berta" userId="c8694f89-bba4-4576-b0a8-456619ca5a8c" providerId="ADAL" clId="{4967B734-A465-2844-BA15-7FBACE49D2F8}" dt="2022-10-04T06:54:08.017" v="60" actId="2696"/>
        <pc:sldMkLst>
          <pc:docMk/>
          <pc:sldMk cId="2505677359" sldId="279"/>
        </pc:sldMkLst>
      </pc:sldChg>
      <pc:sldChg chg="modSp add mod">
        <pc:chgData name="Riccardo Berta" userId="c8694f89-bba4-4576-b0a8-456619ca5a8c" providerId="ADAL" clId="{4967B734-A465-2844-BA15-7FBACE49D2F8}" dt="2022-10-04T09:56:29.719" v="2268" actId="404"/>
        <pc:sldMkLst>
          <pc:docMk/>
          <pc:sldMk cId="2677523252" sldId="279"/>
        </pc:sldMkLst>
        <pc:spChg chg="mod">
          <ac:chgData name="Riccardo Berta" userId="c8694f89-bba4-4576-b0a8-456619ca5a8c" providerId="ADAL" clId="{4967B734-A465-2844-BA15-7FBACE49D2F8}" dt="2022-10-04T09:51:16.166" v="2076" actId="20577"/>
          <ac:spMkLst>
            <pc:docMk/>
            <pc:sldMk cId="2677523252" sldId="279"/>
            <ac:spMk id="83" creationId="{00000000-0000-0000-0000-000000000000}"/>
          </ac:spMkLst>
        </pc:spChg>
        <pc:spChg chg="mod">
          <ac:chgData name="Riccardo Berta" userId="c8694f89-bba4-4576-b0a8-456619ca5a8c" providerId="ADAL" clId="{4967B734-A465-2844-BA15-7FBACE49D2F8}" dt="2022-10-04T09:56:29.719" v="2268" actId="404"/>
          <ac:spMkLst>
            <pc:docMk/>
            <pc:sldMk cId="2677523252" sldId="279"/>
            <ac:spMk id="84" creationId="{00000000-0000-0000-0000-000000000000}"/>
          </ac:spMkLst>
        </pc:spChg>
      </pc:sldChg>
      <pc:sldChg chg="addSp delSp modSp add mod">
        <pc:chgData name="Riccardo Berta" userId="c8694f89-bba4-4576-b0a8-456619ca5a8c" providerId="ADAL" clId="{4967B734-A465-2844-BA15-7FBACE49D2F8}" dt="2022-10-10T05:41:52.141" v="2700" actId="1036"/>
        <pc:sldMkLst>
          <pc:docMk/>
          <pc:sldMk cId="635836889" sldId="280"/>
        </pc:sldMkLst>
        <pc:spChg chg="add del mod">
          <ac:chgData name="Riccardo Berta" userId="c8694f89-bba4-4576-b0a8-456619ca5a8c" providerId="ADAL" clId="{4967B734-A465-2844-BA15-7FBACE49D2F8}" dt="2022-10-04T10:06:24.142" v="2388"/>
          <ac:spMkLst>
            <pc:docMk/>
            <pc:sldMk cId="635836889" sldId="280"/>
            <ac:spMk id="4" creationId="{CD5234B4-8570-26AF-D55A-23B29365C2EC}"/>
          </ac:spMkLst>
        </pc:spChg>
        <pc:spChg chg="mod">
          <ac:chgData name="Riccardo Berta" userId="c8694f89-bba4-4576-b0a8-456619ca5a8c" providerId="ADAL" clId="{4967B734-A465-2844-BA15-7FBACE49D2F8}" dt="2022-10-04T10:04:00.493" v="2348" actId="20577"/>
          <ac:spMkLst>
            <pc:docMk/>
            <pc:sldMk cId="635836889" sldId="280"/>
            <ac:spMk id="83" creationId="{00000000-0000-0000-0000-000000000000}"/>
          </ac:spMkLst>
        </pc:spChg>
        <pc:spChg chg="mod">
          <ac:chgData name="Riccardo Berta" userId="c8694f89-bba4-4576-b0a8-456619ca5a8c" providerId="ADAL" clId="{4967B734-A465-2844-BA15-7FBACE49D2F8}" dt="2022-10-10T05:41:42.757" v="2695" actId="20577"/>
          <ac:spMkLst>
            <pc:docMk/>
            <pc:sldMk cId="635836889" sldId="280"/>
            <ac:spMk id="84" creationId="{00000000-0000-0000-0000-000000000000}"/>
          </ac:spMkLst>
        </pc:spChg>
        <pc:picChg chg="add mod">
          <ac:chgData name="Riccardo Berta" userId="c8694f89-bba4-4576-b0a8-456619ca5a8c" providerId="ADAL" clId="{4967B734-A465-2844-BA15-7FBACE49D2F8}" dt="2022-10-10T05:41:52.141" v="2700" actId="1036"/>
          <ac:picMkLst>
            <pc:docMk/>
            <pc:sldMk cId="635836889" sldId="280"/>
            <ac:picMk id="3" creationId="{9D698964-6810-0A38-210E-1AC551FB61ED}"/>
          </ac:picMkLst>
        </pc:picChg>
      </pc:sldChg>
      <pc:sldChg chg="del">
        <pc:chgData name="Riccardo Berta" userId="c8694f89-bba4-4576-b0a8-456619ca5a8c" providerId="ADAL" clId="{4967B734-A465-2844-BA15-7FBACE49D2F8}" dt="2022-10-04T06:54:08.481" v="61" actId="2696"/>
        <pc:sldMkLst>
          <pc:docMk/>
          <pc:sldMk cId="3525330065" sldId="280"/>
        </pc:sldMkLst>
      </pc:sldChg>
      <pc:sldChg chg="del">
        <pc:chgData name="Riccardo Berta" userId="c8694f89-bba4-4576-b0a8-456619ca5a8c" providerId="ADAL" clId="{4967B734-A465-2844-BA15-7FBACE49D2F8}" dt="2022-10-04T06:54:08.911" v="62" actId="2696"/>
        <pc:sldMkLst>
          <pc:docMk/>
          <pc:sldMk cId="349541788" sldId="281"/>
        </pc:sldMkLst>
      </pc:sldChg>
      <pc:sldChg chg="addSp modSp add mod">
        <pc:chgData name="Riccardo Berta" userId="c8694f89-bba4-4576-b0a8-456619ca5a8c" providerId="ADAL" clId="{4967B734-A465-2844-BA15-7FBACE49D2F8}" dt="2022-10-04T10:06:15.809" v="2385" actId="1076"/>
        <pc:sldMkLst>
          <pc:docMk/>
          <pc:sldMk cId="2288803032" sldId="281"/>
        </pc:sldMkLst>
        <pc:spChg chg="mod">
          <ac:chgData name="Riccardo Berta" userId="c8694f89-bba4-4576-b0a8-456619ca5a8c" providerId="ADAL" clId="{4967B734-A465-2844-BA15-7FBACE49D2F8}" dt="2022-10-04T10:04:07.647" v="2351" actId="20577"/>
          <ac:spMkLst>
            <pc:docMk/>
            <pc:sldMk cId="2288803032" sldId="281"/>
            <ac:spMk id="83" creationId="{00000000-0000-0000-0000-000000000000}"/>
          </ac:spMkLst>
        </pc:spChg>
        <pc:spChg chg="mod">
          <ac:chgData name="Riccardo Berta" userId="c8694f89-bba4-4576-b0a8-456619ca5a8c" providerId="ADAL" clId="{4967B734-A465-2844-BA15-7FBACE49D2F8}" dt="2022-10-04T10:06:05.744" v="2382" actId="113"/>
          <ac:spMkLst>
            <pc:docMk/>
            <pc:sldMk cId="2288803032" sldId="281"/>
            <ac:spMk id="84" creationId="{00000000-0000-0000-0000-000000000000}"/>
          </ac:spMkLst>
        </pc:spChg>
        <pc:picChg chg="add mod">
          <ac:chgData name="Riccardo Berta" userId="c8694f89-bba4-4576-b0a8-456619ca5a8c" providerId="ADAL" clId="{4967B734-A465-2844-BA15-7FBACE49D2F8}" dt="2022-10-04T10:06:15.809" v="2385" actId="1076"/>
          <ac:picMkLst>
            <pc:docMk/>
            <pc:sldMk cId="2288803032" sldId="281"/>
            <ac:picMk id="3" creationId="{54E22ADE-C1D5-4C60-42F1-3C4C79C16916}"/>
          </ac:picMkLst>
        </pc:picChg>
      </pc:sldChg>
      <pc:sldChg chg="addSp delSp modSp add mod">
        <pc:chgData name="Riccardo Berta" userId="c8694f89-bba4-4576-b0a8-456619ca5a8c" providerId="ADAL" clId="{4967B734-A465-2844-BA15-7FBACE49D2F8}" dt="2022-10-04T10:16:31.835" v="2463" actId="20577"/>
        <pc:sldMkLst>
          <pc:docMk/>
          <pc:sldMk cId="663506827" sldId="282"/>
        </pc:sldMkLst>
        <pc:spChg chg="mod">
          <ac:chgData name="Riccardo Berta" userId="c8694f89-bba4-4576-b0a8-456619ca5a8c" providerId="ADAL" clId="{4967B734-A465-2844-BA15-7FBACE49D2F8}" dt="2022-10-04T10:16:31.835" v="2463" actId="20577"/>
          <ac:spMkLst>
            <pc:docMk/>
            <pc:sldMk cId="663506827" sldId="282"/>
            <ac:spMk id="83" creationId="{00000000-0000-0000-0000-000000000000}"/>
          </ac:spMkLst>
        </pc:spChg>
        <pc:spChg chg="mod">
          <ac:chgData name="Riccardo Berta" userId="c8694f89-bba4-4576-b0a8-456619ca5a8c" providerId="ADAL" clId="{4967B734-A465-2844-BA15-7FBACE49D2F8}" dt="2022-10-04T10:07:50.041" v="2416" actId="1076"/>
          <ac:spMkLst>
            <pc:docMk/>
            <pc:sldMk cId="663506827" sldId="282"/>
            <ac:spMk id="84" creationId="{00000000-0000-0000-0000-000000000000}"/>
          </ac:spMkLst>
        </pc:spChg>
        <pc:picChg chg="del">
          <ac:chgData name="Riccardo Berta" userId="c8694f89-bba4-4576-b0a8-456619ca5a8c" providerId="ADAL" clId="{4967B734-A465-2844-BA15-7FBACE49D2F8}" dt="2022-10-04T10:06:28.259" v="2391" actId="478"/>
          <ac:picMkLst>
            <pc:docMk/>
            <pc:sldMk cId="663506827" sldId="282"/>
            <ac:picMk id="3" creationId="{54E22ADE-C1D5-4C60-42F1-3C4C79C16916}"/>
          </ac:picMkLst>
        </pc:picChg>
        <pc:picChg chg="add mod">
          <ac:chgData name="Riccardo Berta" userId="c8694f89-bba4-4576-b0a8-456619ca5a8c" providerId="ADAL" clId="{4967B734-A465-2844-BA15-7FBACE49D2F8}" dt="2022-10-04T10:07:56.607" v="2418" actId="1076"/>
          <ac:picMkLst>
            <pc:docMk/>
            <pc:sldMk cId="663506827" sldId="282"/>
            <ac:picMk id="4" creationId="{CB17357D-3BA1-B6CF-F4B0-06F6D3C3026E}"/>
          </ac:picMkLst>
        </pc:picChg>
      </pc:sldChg>
      <pc:sldChg chg="del">
        <pc:chgData name="Riccardo Berta" userId="c8694f89-bba4-4576-b0a8-456619ca5a8c" providerId="ADAL" clId="{4967B734-A465-2844-BA15-7FBACE49D2F8}" dt="2022-10-04T06:54:09.464" v="63" actId="2696"/>
        <pc:sldMkLst>
          <pc:docMk/>
          <pc:sldMk cId="2584172506" sldId="282"/>
        </pc:sldMkLst>
      </pc:sldChg>
      <pc:sldChg chg="addSp delSp modSp add mod">
        <pc:chgData name="Riccardo Berta" userId="c8694f89-bba4-4576-b0a8-456619ca5a8c" providerId="ADAL" clId="{4967B734-A465-2844-BA15-7FBACE49D2F8}" dt="2022-10-04T10:17:39.088" v="2550" actId="20577"/>
        <pc:sldMkLst>
          <pc:docMk/>
          <pc:sldMk cId="2423864326" sldId="283"/>
        </pc:sldMkLst>
        <pc:spChg chg="mod">
          <ac:chgData name="Riccardo Berta" userId="c8694f89-bba4-4576-b0a8-456619ca5a8c" providerId="ADAL" clId="{4967B734-A465-2844-BA15-7FBACE49D2F8}" dt="2022-10-04T10:16:35.426" v="2465" actId="20577"/>
          <ac:spMkLst>
            <pc:docMk/>
            <pc:sldMk cId="2423864326" sldId="283"/>
            <ac:spMk id="83" creationId="{00000000-0000-0000-0000-000000000000}"/>
          </ac:spMkLst>
        </pc:spChg>
        <pc:spChg chg="mod">
          <ac:chgData name="Riccardo Berta" userId="c8694f89-bba4-4576-b0a8-456619ca5a8c" providerId="ADAL" clId="{4967B734-A465-2844-BA15-7FBACE49D2F8}" dt="2022-10-04T10:17:39.088" v="2550" actId="20577"/>
          <ac:spMkLst>
            <pc:docMk/>
            <pc:sldMk cId="2423864326" sldId="283"/>
            <ac:spMk id="84" creationId="{00000000-0000-0000-0000-000000000000}"/>
          </ac:spMkLst>
        </pc:spChg>
        <pc:picChg chg="add mod">
          <ac:chgData name="Riccardo Berta" userId="c8694f89-bba4-4576-b0a8-456619ca5a8c" providerId="ADAL" clId="{4967B734-A465-2844-BA15-7FBACE49D2F8}" dt="2022-10-04T10:16:40.395" v="2467" actId="1076"/>
          <ac:picMkLst>
            <pc:docMk/>
            <pc:sldMk cId="2423864326" sldId="283"/>
            <ac:picMk id="3" creationId="{A9220B9F-26DE-F97C-B182-0C5B8ACF52A6}"/>
          </ac:picMkLst>
        </pc:picChg>
        <pc:picChg chg="del">
          <ac:chgData name="Riccardo Berta" userId="c8694f89-bba4-4576-b0a8-456619ca5a8c" providerId="ADAL" clId="{4967B734-A465-2844-BA15-7FBACE49D2F8}" dt="2022-10-04T10:08:28.635" v="2424" actId="478"/>
          <ac:picMkLst>
            <pc:docMk/>
            <pc:sldMk cId="2423864326" sldId="283"/>
            <ac:picMk id="4" creationId="{CB17357D-3BA1-B6CF-F4B0-06F6D3C3026E}"/>
          </ac:picMkLst>
        </pc:picChg>
        <pc:picChg chg="add del mod">
          <ac:chgData name="Riccardo Berta" userId="c8694f89-bba4-4576-b0a8-456619ca5a8c" providerId="ADAL" clId="{4967B734-A465-2844-BA15-7FBACE49D2F8}" dt="2022-10-04T10:15:22.510" v="2440" actId="21"/>
          <ac:picMkLst>
            <pc:docMk/>
            <pc:sldMk cId="2423864326" sldId="283"/>
            <ac:picMk id="6" creationId="{47EEA959-CD75-423F-FF11-1B537B275B90}"/>
          </ac:picMkLst>
        </pc:picChg>
      </pc:sldChg>
      <pc:sldChg chg="del">
        <pc:chgData name="Riccardo Berta" userId="c8694f89-bba4-4576-b0a8-456619ca5a8c" providerId="ADAL" clId="{4967B734-A465-2844-BA15-7FBACE49D2F8}" dt="2022-10-04T06:54:09.892" v="64" actId="2696"/>
        <pc:sldMkLst>
          <pc:docMk/>
          <pc:sldMk cId="2548826204" sldId="283"/>
        </pc:sldMkLst>
      </pc:sldChg>
      <pc:sldChg chg="add del">
        <pc:chgData name="Riccardo Berta" userId="c8694f89-bba4-4576-b0a8-456619ca5a8c" providerId="ADAL" clId="{4967B734-A465-2844-BA15-7FBACE49D2F8}" dt="2022-10-04T10:14:48.405" v="2429"/>
        <pc:sldMkLst>
          <pc:docMk/>
          <pc:sldMk cId="196183857" sldId="284"/>
        </pc:sldMkLst>
      </pc:sldChg>
      <pc:sldChg chg="addSp delSp modSp add mod">
        <pc:chgData name="Riccardo Berta" userId="c8694f89-bba4-4576-b0a8-456619ca5a8c" providerId="ADAL" clId="{4967B734-A465-2844-BA15-7FBACE49D2F8}" dt="2022-10-04T10:16:23.053" v="2461" actId="1076"/>
        <pc:sldMkLst>
          <pc:docMk/>
          <pc:sldMk cId="852930802" sldId="284"/>
        </pc:sldMkLst>
        <pc:spChg chg="mod">
          <ac:chgData name="Riccardo Berta" userId="c8694f89-bba4-4576-b0a8-456619ca5a8c" providerId="ADAL" clId="{4967B734-A465-2844-BA15-7FBACE49D2F8}" dt="2022-10-04T10:15:10.060" v="2434" actId="20577"/>
          <ac:spMkLst>
            <pc:docMk/>
            <pc:sldMk cId="852930802" sldId="284"/>
            <ac:spMk id="83" creationId="{00000000-0000-0000-0000-000000000000}"/>
          </ac:spMkLst>
        </pc:spChg>
        <pc:spChg chg="mod">
          <ac:chgData name="Riccardo Berta" userId="c8694f89-bba4-4576-b0a8-456619ca5a8c" providerId="ADAL" clId="{4967B734-A465-2844-BA15-7FBACE49D2F8}" dt="2022-10-04T10:16:02.996" v="2458" actId="20577"/>
          <ac:spMkLst>
            <pc:docMk/>
            <pc:sldMk cId="852930802" sldId="284"/>
            <ac:spMk id="84" creationId="{00000000-0000-0000-0000-000000000000}"/>
          </ac:spMkLst>
        </pc:spChg>
        <pc:picChg chg="add mod">
          <ac:chgData name="Riccardo Berta" userId="c8694f89-bba4-4576-b0a8-456619ca5a8c" providerId="ADAL" clId="{4967B734-A465-2844-BA15-7FBACE49D2F8}" dt="2022-10-04T10:16:23.053" v="2461" actId="1076"/>
          <ac:picMkLst>
            <pc:docMk/>
            <pc:sldMk cId="852930802" sldId="284"/>
            <ac:picMk id="2" creationId="{DF568B29-4E99-A3CF-2B9A-96B190172962}"/>
          </ac:picMkLst>
        </pc:picChg>
        <pc:picChg chg="del">
          <ac:chgData name="Riccardo Berta" userId="c8694f89-bba4-4576-b0a8-456619ca5a8c" providerId="ADAL" clId="{4967B734-A465-2844-BA15-7FBACE49D2F8}" dt="2022-10-04T10:15:11.873" v="2435" actId="478"/>
          <ac:picMkLst>
            <pc:docMk/>
            <pc:sldMk cId="852930802" sldId="284"/>
            <ac:picMk id="3" creationId="{54E22ADE-C1D5-4C60-42F1-3C4C79C16916}"/>
          </ac:picMkLst>
        </pc:picChg>
      </pc:sldChg>
      <pc:sldChg chg="del">
        <pc:chgData name="Riccardo Berta" userId="c8694f89-bba4-4576-b0a8-456619ca5a8c" providerId="ADAL" clId="{4967B734-A465-2844-BA15-7FBACE49D2F8}" dt="2022-10-04T06:54:10.321" v="65" actId="2696"/>
        <pc:sldMkLst>
          <pc:docMk/>
          <pc:sldMk cId="3494619461" sldId="284"/>
        </pc:sldMkLst>
      </pc:sldChg>
      <pc:sldChg chg="del">
        <pc:chgData name="Riccardo Berta" userId="c8694f89-bba4-4576-b0a8-456619ca5a8c" providerId="ADAL" clId="{4967B734-A465-2844-BA15-7FBACE49D2F8}" dt="2022-10-04T06:54:10.985" v="66" actId="2696"/>
        <pc:sldMkLst>
          <pc:docMk/>
          <pc:sldMk cId="3458162749" sldId="285"/>
        </pc:sldMkLst>
      </pc:sldChg>
      <pc:sldChg chg="del">
        <pc:chgData name="Riccardo Berta" userId="c8694f89-bba4-4576-b0a8-456619ca5a8c" providerId="ADAL" clId="{4967B734-A465-2844-BA15-7FBACE49D2F8}" dt="2022-10-04T06:54:13.372" v="69" actId="2696"/>
        <pc:sldMkLst>
          <pc:docMk/>
          <pc:sldMk cId="3186725423" sldId="286"/>
        </pc:sldMkLst>
      </pc:sldChg>
      <pc:sldChg chg="del">
        <pc:chgData name="Riccardo Berta" userId="c8694f89-bba4-4576-b0a8-456619ca5a8c" providerId="ADAL" clId="{4967B734-A465-2844-BA15-7FBACE49D2F8}" dt="2022-10-04T06:54:04.705" v="53" actId="2696"/>
        <pc:sldMkLst>
          <pc:docMk/>
          <pc:sldMk cId="1166550415" sldId="288"/>
        </pc:sldMkLst>
      </pc:sldChg>
      <pc:sldChg chg="del">
        <pc:chgData name="Riccardo Berta" userId="c8694f89-bba4-4576-b0a8-456619ca5a8c" providerId="ADAL" clId="{4967B734-A465-2844-BA15-7FBACE49D2F8}" dt="2022-10-04T06:54:12.030" v="67" actId="2696"/>
        <pc:sldMkLst>
          <pc:docMk/>
          <pc:sldMk cId="0" sldId="344"/>
        </pc:sldMkLst>
      </pc:sldChg>
      <pc:sldChg chg="del">
        <pc:chgData name="Riccardo Berta" userId="c8694f89-bba4-4576-b0a8-456619ca5a8c" providerId="ADAL" clId="{4967B734-A465-2844-BA15-7FBACE49D2F8}" dt="2022-10-04T06:54:12.601" v="68" actId="2696"/>
        <pc:sldMkLst>
          <pc:docMk/>
          <pc:sldMk cId="615642029" sldId="403"/>
        </pc:sldMkLst>
      </pc:sldChg>
      <pc:sldMasterChg chg="delSldLayout">
        <pc:chgData name="Riccardo Berta" userId="c8694f89-bba4-4576-b0a8-456619ca5a8c" providerId="ADAL" clId="{4967B734-A465-2844-BA15-7FBACE49D2F8}" dt="2022-10-04T06:54:12.601" v="68" actId="2696"/>
        <pc:sldMasterMkLst>
          <pc:docMk/>
          <pc:sldMasterMk cId="0" sldId="2147483659"/>
        </pc:sldMasterMkLst>
        <pc:sldLayoutChg chg="del">
          <pc:chgData name="Riccardo Berta" userId="c8694f89-bba4-4576-b0a8-456619ca5a8c" providerId="ADAL" clId="{4967B734-A465-2844-BA15-7FBACE49D2F8}" dt="2022-10-04T06:54:12.601" v="68" actId="2696"/>
          <pc:sldLayoutMkLst>
            <pc:docMk/>
            <pc:sldMasterMk cId="0" sldId="2147483659"/>
            <pc:sldLayoutMk cId="2937273629" sldId="2147483660"/>
          </pc:sldLayoutMkLst>
        </pc:sldLayoutChg>
      </pc:sldMasterChg>
    </pc:docChg>
  </pc:docChgLst>
  <pc:docChgLst>
    <pc:chgData name="Riccardo Berta" userId="c8694f89-bba4-4576-b0a8-456619ca5a8c" providerId="ADAL" clId="{63D0920D-BF3F-A040-8340-920E5CE59D11}"/>
    <pc:docChg chg="custSel addSld modSld">
      <pc:chgData name="Riccardo Berta" userId="c8694f89-bba4-4576-b0a8-456619ca5a8c" providerId="ADAL" clId="{63D0920D-BF3F-A040-8340-920E5CE59D11}" dt="2023-03-15T16:16:52.414" v="329" actId="20577"/>
      <pc:docMkLst>
        <pc:docMk/>
      </pc:docMkLst>
      <pc:sldChg chg="modSp mod">
        <pc:chgData name="Riccardo Berta" userId="c8694f89-bba4-4576-b0a8-456619ca5a8c" providerId="ADAL" clId="{63D0920D-BF3F-A040-8340-920E5CE59D11}" dt="2023-03-15T16:02:20.233" v="25" actId="20577"/>
        <pc:sldMkLst>
          <pc:docMk/>
          <pc:sldMk cId="0" sldId="256"/>
        </pc:sldMkLst>
        <pc:spChg chg="mod">
          <ac:chgData name="Riccardo Berta" userId="c8694f89-bba4-4576-b0a8-456619ca5a8c" providerId="ADAL" clId="{63D0920D-BF3F-A040-8340-920E5CE59D11}" dt="2023-03-15T16:02:20.233" v="25" actId="20577"/>
          <ac:spMkLst>
            <pc:docMk/>
            <pc:sldMk cId="0" sldId="256"/>
            <ac:spMk id="62" creationId="{00000000-0000-0000-0000-000000000000}"/>
          </ac:spMkLst>
        </pc:spChg>
      </pc:sldChg>
      <pc:sldChg chg="modSp mod">
        <pc:chgData name="Riccardo Berta" userId="c8694f89-bba4-4576-b0a8-456619ca5a8c" providerId="ADAL" clId="{63D0920D-BF3F-A040-8340-920E5CE59D11}" dt="2023-03-15T16:05:41.501" v="47"/>
        <pc:sldMkLst>
          <pc:docMk/>
          <pc:sldMk cId="0" sldId="264"/>
        </pc:sldMkLst>
        <pc:spChg chg="mod">
          <ac:chgData name="Riccardo Berta" userId="c8694f89-bba4-4576-b0a8-456619ca5a8c" providerId="ADAL" clId="{63D0920D-BF3F-A040-8340-920E5CE59D11}" dt="2023-03-15T16:02:25.523" v="31" actId="20577"/>
          <ac:spMkLst>
            <pc:docMk/>
            <pc:sldMk cId="0" sldId="264"/>
            <ac:spMk id="83" creationId="{00000000-0000-0000-0000-000000000000}"/>
          </ac:spMkLst>
        </pc:spChg>
        <pc:spChg chg="mod">
          <ac:chgData name="Riccardo Berta" userId="c8694f89-bba4-4576-b0a8-456619ca5a8c" providerId="ADAL" clId="{63D0920D-BF3F-A040-8340-920E5CE59D11}" dt="2023-03-15T16:05:41.501" v="47"/>
          <ac:spMkLst>
            <pc:docMk/>
            <pc:sldMk cId="0" sldId="264"/>
            <ac:spMk id="84" creationId="{00000000-0000-0000-0000-000000000000}"/>
          </ac:spMkLst>
        </pc:spChg>
      </pc:sldChg>
      <pc:sldChg chg="addSp modSp mod">
        <pc:chgData name="Riccardo Berta" userId="c8694f89-bba4-4576-b0a8-456619ca5a8c" providerId="ADAL" clId="{63D0920D-BF3F-A040-8340-920E5CE59D11}" dt="2023-03-15T16:11:41.178" v="238" actId="1035"/>
        <pc:sldMkLst>
          <pc:docMk/>
          <pc:sldMk cId="2056707301" sldId="265"/>
        </pc:sldMkLst>
        <pc:spChg chg="mod">
          <ac:chgData name="Riccardo Berta" userId="c8694f89-bba4-4576-b0a8-456619ca5a8c" providerId="ADAL" clId="{63D0920D-BF3F-A040-8340-920E5CE59D11}" dt="2023-03-15T16:11:22.266" v="209" actId="20577"/>
          <ac:spMkLst>
            <pc:docMk/>
            <pc:sldMk cId="2056707301" sldId="265"/>
            <ac:spMk id="83" creationId="{00000000-0000-0000-0000-000000000000}"/>
          </ac:spMkLst>
        </pc:spChg>
        <pc:spChg chg="mod">
          <ac:chgData name="Riccardo Berta" userId="c8694f89-bba4-4576-b0a8-456619ca5a8c" providerId="ADAL" clId="{63D0920D-BF3F-A040-8340-920E5CE59D11}" dt="2023-03-15T16:11:41.178" v="238" actId="1035"/>
          <ac:spMkLst>
            <pc:docMk/>
            <pc:sldMk cId="2056707301" sldId="265"/>
            <ac:spMk id="84" creationId="{00000000-0000-0000-0000-000000000000}"/>
          </ac:spMkLst>
        </pc:spChg>
        <pc:picChg chg="add mod">
          <ac:chgData name="Riccardo Berta" userId="c8694f89-bba4-4576-b0a8-456619ca5a8c" providerId="ADAL" clId="{63D0920D-BF3F-A040-8340-920E5CE59D11}" dt="2023-03-15T16:11:32.819" v="224" actId="1036"/>
          <ac:picMkLst>
            <pc:docMk/>
            <pc:sldMk cId="2056707301" sldId="265"/>
            <ac:picMk id="3" creationId="{D91132CF-DA36-1869-0303-C784F6CC7690}"/>
          </ac:picMkLst>
        </pc:picChg>
      </pc:sldChg>
      <pc:sldChg chg="modSp add mod">
        <pc:chgData name="Riccardo Berta" userId="c8694f89-bba4-4576-b0a8-456619ca5a8c" providerId="ADAL" clId="{63D0920D-BF3F-A040-8340-920E5CE59D11}" dt="2023-03-15T16:16:17.531" v="318" actId="404"/>
        <pc:sldMkLst>
          <pc:docMk/>
          <pc:sldMk cId="2159917716" sldId="281"/>
        </pc:sldMkLst>
        <pc:spChg chg="mod">
          <ac:chgData name="Riccardo Berta" userId="c8694f89-bba4-4576-b0a8-456619ca5a8c" providerId="ADAL" clId="{63D0920D-BF3F-A040-8340-920E5CE59D11}" dt="2023-03-15T16:11:28.634" v="212" actId="20577"/>
          <ac:spMkLst>
            <pc:docMk/>
            <pc:sldMk cId="2159917716" sldId="281"/>
            <ac:spMk id="83" creationId="{00000000-0000-0000-0000-000000000000}"/>
          </ac:spMkLst>
        </pc:spChg>
        <pc:spChg chg="mod">
          <ac:chgData name="Riccardo Berta" userId="c8694f89-bba4-4576-b0a8-456619ca5a8c" providerId="ADAL" clId="{63D0920D-BF3F-A040-8340-920E5CE59D11}" dt="2023-03-15T16:16:17.531" v="318" actId="404"/>
          <ac:spMkLst>
            <pc:docMk/>
            <pc:sldMk cId="2159917716" sldId="281"/>
            <ac:spMk id="84" creationId="{00000000-0000-0000-0000-000000000000}"/>
          </ac:spMkLst>
        </pc:spChg>
      </pc:sldChg>
      <pc:sldChg chg="modSp add mod">
        <pc:chgData name="Riccardo Berta" userId="c8694f89-bba4-4576-b0a8-456619ca5a8c" providerId="ADAL" clId="{63D0920D-BF3F-A040-8340-920E5CE59D11}" dt="2023-03-15T16:16:52.414" v="329" actId="20577"/>
        <pc:sldMkLst>
          <pc:docMk/>
          <pc:sldMk cId="2903326805" sldId="282"/>
        </pc:sldMkLst>
        <pc:spChg chg="mod">
          <ac:chgData name="Riccardo Berta" userId="c8694f89-bba4-4576-b0a8-456619ca5a8c" providerId="ADAL" clId="{63D0920D-BF3F-A040-8340-920E5CE59D11}" dt="2023-03-15T16:16:52.414" v="329" actId="20577"/>
          <ac:spMkLst>
            <pc:docMk/>
            <pc:sldMk cId="2903326805" sldId="282"/>
            <ac:spMk id="84" creationId="{00000000-0000-0000-0000-000000000000}"/>
          </ac:spMkLst>
        </pc:spChg>
      </pc:sldChg>
      <pc:sldChg chg="add">
        <pc:chgData name="Riccardo Berta" userId="c8694f89-bba4-4576-b0a8-456619ca5a8c" providerId="ADAL" clId="{63D0920D-BF3F-A040-8340-920E5CE59D11}" dt="2023-03-15T16:02:28.868" v="34"/>
        <pc:sldMkLst>
          <pc:docMk/>
          <pc:sldMk cId="1637388047" sldId="283"/>
        </pc:sldMkLst>
      </pc:sldChg>
      <pc:sldChg chg="add">
        <pc:chgData name="Riccardo Berta" userId="c8694f89-bba4-4576-b0a8-456619ca5a8c" providerId="ADAL" clId="{63D0920D-BF3F-A040-8340-920E5CE59D11}" dt="2023-03-15T16:02:29.188" v="35"/>
        <pc:sldMkLst>
          <pc:docMk/>
          <pc:sldMk cId="2618429310" sldId="284"/>
        </pc:sldMkLst>
      </pc:sldChg>
      <pc:sldChg chg="add">
        <pc:chgData name="Riccardo Berta" userId="c8694f89-bba4-4576-b0a8-456619ca5a8c" providerId="ADAL" clId="{63D0920D-BF3F-A040-8340-920E5CE59D11}" dt="2023-03-15T16:02:29.529" v="36"/>
        <pc:sldMkLst>
          <pc:docMk/>
          <pc:sldMk cId="3813449246" sldId="285"/>
        </pc:sldMkLst>
      </pc:sldChg>
      <pc:sldChg chg="add">
        <pc:chgData name="Riccardo Berta" userId="c8694f89-bba4-4576-b0a8-456619ca5a8c" providerId="ADAL" clId="{63D0920D-BF3F-A040-8340-920E5CE59D11}" dt="2023-03-15T16:02:29.874" v="37"/>
        <pc:sldMkLst>
          <pc:docMk/>
          <pc:sldMk cId="1728676259" sldId="286"/>
        </pc:sldMkLst>
      </pc:sldChg>
      <pc:sldChg chg="add">
        <pc:chgData name="Riccardo Berta" userId="c8694f89-bba4-4576-b0a8-456619ca5a8c" providerId="ADAL" clId="{63D0920D-BF3F-A040-8340-920E5CE59D11}" dt="2023-03-15T16:02:30.199" v="38"/>
        <pc:sldMkLst>
          <pc:docMk/>
          <pc:sldMk cId="887332711" sldId="287"/>
        </pc:sldMkLst>
      </pc:sldChg>
      <pc:sldChg chg="add">
        <pc:chgData name="Riccardo Berta" userId="c8694f89-bba4-4576-b0a8-456619ca5a8c" providerId="ADAL" clId="{63D0920D-BF3F-A040-8340-920E5CE59D11}" dt="2023-03-15T16:02:30.508" v="39"/>
        <pc:sldMkLst>
          <pc:docMk/>
          <pc:sldMk cId="3905758256" sldId="288"/>
        </pc:sldMkLst>
      </pc:sldChg>
    </pc:docChg>
  </pc:docChgLst>
  <pc:docChgLst>
    <pc:chgData name="Riccardo Berta" userId="c8694f89-bba4-4576-b0a8-456619ca5a8c" providerId="ADAL" clId="{35C5D11B-424E-5B41-A9C4-509DD0A59BFD}"/>
    <pc:docChg chg="custSel delSld modSld sldOrd">
      <pc:chgData name="Riccardo Berta" userId="c8694f89-bba4-4576-b0a8-456619ca5a8c" providerId="ADAL" clId="{35C5D11B-424E-5B41-A9C4-509DD0A59BFD}" dt="2022-04-01T12:12:56.906" v="135" actId="20577"/>
      <pc:docMkLst>
        <pc:docMk/>
      </pc:docMkLst>
      <pc:sldChg chg="modSp">
        <pc:chgData name="Riccardo Berta" userId="c8694f89-bba4-4576-b0a8-456619ca5a8c" providerId="ADAL" clId="{35C5D11B-424E-5B41-A9C4-509DD0A59BFD}" dt="2022-03-22T07:34:03.014" v="5"/>
        <pc:sldMkLst>
          <pc:docMk/>
          <pc:sldMk cId="0" sldId="257"/>
        </pc:sldMkLst>
        <pc:picChg chg="mod">
          <ac:chgData name="Riccardo Berta" userId="c8694f89-bba4-4576-b0a8-456619ca5a8c" providerId="ADAL" clId="{35C5D11B-424E-5B41-A9C4-509DD0A59BFD}" dt="2022-03-22T07:34:03.014" v="5"/>
          <ac:picMkLst>
            <pc:docMk/>
            <pc:sldMk cId="0" sldId="257"/>
            <ac:picMk id="85" creationId="{00000000-0000-0000-0000-000000000000}"/>
          </ac:picMkLst>
        </pc:picChg>
      </pc:sldChg>
      <pc:sldChg chg="modSp">
        <pc:chgData name="Riccardo Berta" userId="c8694f89-bba4-4576-b0a8-456619ca5a8c" providerId="ADAL" clId="{35C5D11B-424E-5B41-A9C4-509DD0A59BFD}" dt="2022-03-22T07:34:23.187" v="6"/>
        <pc:sldMkLst>
          <pc:docMk/>
          <pc:sldMk cId="1899110855" sldId="258"/>
        </pc:sldMkLst>
        <pc:picChg chg="mod">
          <ac:chgData name="Riccardo Berta" userId="c8694f89-bba4-4576-b0a8-456619ca5a8c" providerId="ADAL" clId="{35C5D11B-424E-5B41-A9C4-509DD0A59BFD}" dt="2022-03-22T07:34:23.187" v="6"/>
          <ac:picMkLst>
            <pc:docMk/>
            <pc:sldMk cId="1899110855" sldId="258"/>
            <ac:picMk id="92" creationId="{00000000-0000-0000-0000-000000000000}"/>
          </ac:picMkLst>
        </pc:picChg>
      </pc:sldChg>
      <pc:sldChg chg="modSp">
        <pc:chgData name="Riccardo Berta" userId="c8694f89-bba4-4576-b0a8-456619ca5a8c" providerId="ADAL" clId="{35C5D11B-424E-5B41-A9C4-509DD0A59BFD}" dt="2022-03-22T07:39:20.191" v="16"/>
        <pc:sldMkLst>
          <pc:docMk/>
          <pc:sldMk cId="3018556184" sldId="259"/>
        </pc:sldMkLst>
        <pc:picChg chg="mod">
          <ac:chgData name="Riccardo Berta" userId="c8694f89-bba4-4576-b0a8-456619ca5a8c" providerId="ADAL" clId="{35C5D11B-424E-5B41-A9C4-509DD0A59BFD}" dt="2022-03-22T07:38:22.524" v="12"/>
          <ac:picMkLst>
            <pc:docMk/>
            <pc:sldMk cId="3018556184" sldId="259"/>
            <ac:picMk id="99" creationId="{00000000-0000-0000-0000-000000000000}"/>
          </ac:picMkLst>
        </pc:picChg>
        <pc:picChg chg="mod">
          <ac:chgData name="Riccardo Berta" userId="c8694f89-bba4-4576-b0a8-456619ca5a8c" providerId="ADAL" clId="{35C5D11B-424E-5B41-A9C4-509DD0A59BFD}" dt="2022-03-22T07:38:34.539" v="13"/>
          <ac:picMkLst>
            <pc:docMk/>
            <pc:sldMk cId="3018556184" sldId="259"/>
            <ac:picMk id="100" creationId="{00000000-0000-0000-0000-000000000000}"/>
          </ac:picMkLst>
        </pc:picChg>
        <pc:picChg chg="mod">
          <ac:chgData name="Riccardo Berta" userId="c8694f89-bba4-4576-b0a8-456619ca5a8c" providerId="ADAL" clId="{35C5D11B-424E-5B41-A9C4-509DD0A59BFD}" dt="2022-03-22T07:38:47.480" v="14"/>
          <ac:picMkLst>
            <pc:docMk/>
            <pc:sldMk cId="3018556184" sldId="259"/>
            <ac:picMk id="101" creationId="{00000000-0000-0000-0000-000000000000}"/>
          </ac:picMkLst>
        </pc:picChg>
        <pc:picChg chg="mod">
          <ac:chgData name="Riccardo Berta" userId="c8694f89-bba4-4576-b0a8-456619ca5a8c" providerId="ADAL" clId="{35C5D11B-424E-5B41-A9C4-509DD0A59BFD}" dt="2022-03-22T07:38:59.538" v="15"/>
          <ac:picMkLst>
            <pc:docMk/>
            <pc:sldMk cId="3018556184" sldId="259"/>
            <ac:picMk id="102" creationId="{00000000-0000-0000-0000-000000000000}"/>
          </ac:picMkLst>
        </pc:picChg>
        <pc:picChg chg="mod">
          <ac:chgData name="Riccardo Berta" userId="c8694f89-bba4-4576-b0a8-456619ca5a8c" providerId="ADAL" clId="{35C5D11B-424E-5B41-A9C4-509DD0A59BFD}" dt="2022-03-22T07:39:20.191" v="16"/>
          <ac:picMkLst>
            <pc:docMk/>
            <pc:sldMk cId="3018556184" sldId="259"/>
            <ac:picMk id="103" creationId="{00000000-0000-0000-0000-000000000000}"/>
          </ac:picMkLst>
        </pc:picChg>
      </pc:sldChg>
      <pc:sldChg chg="modSp mod">
        <pc:chgData name="Riccardo Berta" userId="c8694f89-bba4-4576-b0a8-456619ca5a8c" providerId="ADAL" clId="{35C5D11B-424E-5B41-A9C4-509DD0A59BFD}" dt="2022-03-23T07:58:19.601" v="41" actId="20577"/>
        <pc:sldMkLst>
          <pc:docMk/>
          <pc:sldMk cId="1104208334" sldId="260"/>
        </pc:sldMkLst>
        <pc:spChg chg="mod">
          <ac:chgData name="Riccardo Berta" userId="c8694f89-bba4-4576-b0a8-456619ca5a8c" providerId="ADAL" clId="{35C5D11B-424E-5B41-A9C4-509DD0A59BFD}" dt="2022-03-23T07:58:19.601" v="41" actId="20577"/>
          <ac:spMkLst>
            <pc:docMk/>
            <pc:sldMk cId="1104208334" sldId="260"/>
            <ac:spMk id="109" creationId="{00000000-0000-0000-0000-000000000000}"/>
          </ac:spMkLst>
        </pc:spChg>
        <pc:picChg chg="mod">
          <ac:chgData name="Riccardo Berta" userId="c8694f89-bba4-4576-b0a8-456619ca5a8c" providerId="ADAL" clId="{35C5D11B-424E-5B41-A9C4-509DD0A59BFD}" dt="2022-03-22T07:40:02.780" v="18"/>
          <ac:picMkLst>
            <pc:docMk/>
            <pc:sldMk cId="1104208334" sldId="260"/>
            <ac:picMk id="110" creationId="{00000000-0000-0000-0000-000000000000}"/>
          </ac:picMkLst>
        </pc:picChg>
        <pc:picChg chg="mod">
          <ac:chgData name="Riccardo Berta" userId="c8694f89-bba4-4576-b0a8-456619ca5a8c" providerId="ADAL" clId="{35C5D11B-424E-5B41-A9C4-509DD0A59BFD}" dt="2022-03-22T07:39:46.143" v="17"/>
          <ac:picMkLst>
            <pc:docMk/>
            <pc:sldMk cId="1104208334" sldId="260"/>
            <ac:picMk id="111" creationId="{00000000-0000-0000-0000-000000000000}"/>
          </ac:picMkLst>
        </pc:picChg>
      </pc:sldChg>
      <pc:sldChg chg="modSp">
        <pc:chgData name="Riccardo Berta" userId="c8694f89-bba4-4576-b0a8-456619ca5a8c" providerId="ADAL" clId="{35C5D11B-424E-5B41-A9C4-509DD0A59BFD}" dt="2022-03-22T07:42:45.729" v="19"/>
        <pc:sldMkLst>
          <pc:docMk/>
          <pc:sldMk cId="1290395919" sldId="261"/>
        </pc:sldMkLst>
        <pc:picChg chg="mod">
          <ac:chgData name="Riccardo Berta" userId="c8694f89-bba4-4576-b0a8-456619ca5a8c" providerId="ADAL" clId="{35C5D11B-424E-5B41-A9C4-509DD0A59BFD}" dt="2022-03-22T07:42:45.729" v="19"/>
          <ac:picMkLst>
            <pc:docMk/>
            <pc:sldMk cId="1290395919" sldId="261"/>
            <ac:picMk id="119" creationId="{00000000-0000-0000-0000-000000000000}"/>
          </ac:picMkLst>
        </pc:picChg>
      </pc:sldChg>
      <pc:sldChg chg="modSp mod modNotes">
        <pc:chgData name="Riccardo Berta" userId="c8694f89-bba4-4576-b0a8-456619ca5a8c" providerId="ADAL" clId="{35C5D11B-424E-5B41-A9C4-509DD0A59BFD}" dt="2022-03-25T14:38:53.205" v="88" actId="20577"/>
        <pc:sldMkLst>
          <pc:docMk/>
          <pc:sldMk cId="4130549615" sldId="262"/>
        </pc:sldMkLst>
        <pc:spChg chg="mod">
          <ac:chgData name="Riccardo Berta" userId="c8694f89-bba4-4576-b0a8-456619ca5a8c" providerId="ADAL" clId="{35C5D11B-424E-5B41-A9C4-509DD0A59BFD}" dt="2022-03-25T14:38:53.205" v="88" actId="20577"/>
          <ac:spMkLst>
            <pc:docMk/>
            <pc:sldMk cId="4130549615" sldId="262"/>
            <ac:spMk id="125" creationId="{00000000-0000-0000-0000-000000000000}"/>
          </ac:spMkLst>
        </pc:spChg>
        <pc:picChg chg="mod">
          <ac:chgData name="Riccardo Berta" userId="c8694f89-bba4-4576-b0a8-456619ca5a8c" providerId="ADAL" clId="{35C5D11B-424E-5B41-A9C4-509DD0A59BFD}" dt="2022-03-22T07:43:02.767" v="20"/>
          <ac:picMkLst>
            <pc:docMk/>
            <pc:sldMk cId="4130549615" sldId="262"/>
            <ac:picMk id="126" creationId="{00000000-0000-0000-0000-000000000000}"/>
          </ac:picMkLst>
        </pc:picChg>
      </pc:sldChg>
      <pc:sldChg chg="modSp">
        <pc:chgData name="Riccardo Berta" userId="c8694f89-bba4-4576-b0a8-456619ca5a8c" providerId="ADAL" clId="{35C5D11B-424E-5B41-A9C4-509DD0A59BFD}" dt="2022-03-22T07:43:16.691" v="21"/>
        <pc:sldMkLst>
          <pc:docMk/>
          <pc:sldMk cId="3102138681" sldId="263"/>
        </pc:sldMkLst>
        <pc:picChg chg="mod">
          <ac:chgData name="Riccardo Berta" userId="c8694f89-bba4-4576-b0a8-456619ca5a8c" providerId="ADAL" clId="{35C5D11B-424E-5B41-A9C4-509DD0A59BFD}" dt="2022-03-22T07:43:16.691" v="21"/>
          <ac:picMkLst>
            <pc:docMk/>
            <pc:sldMk cId="3102138681" sldId="263"/>
            <ac:picMk id="133" creationId="{00000000-0000-0000-0000-000000000000}"/>
          </ac:picMkLst>
        </pc:picChg>
      </pc:sldChg>
      <pc:sldChg chg="modSp mod">
        <pc:chgData name="Riccardo Berta" userId="c8694f89-bba4-4576-b0a8-456619ca5a8c" providerId="ADAL" clId="{35C5D11B-424E-5B41-A9C4-509DD0A59BFD}" dt="2022-03-25T15:16:54.434" v="126" actId="20577"/>
        <pc:sldMkLst>
          <pc:docMk/>
          <pc:sldMk cId="2113557187" sldId="264"/>
        </pc:sldMkLst>
        <pc:spChg chg="mod">
          <ac:chgData name="Riccardo Berta" userId="c8694f89-bba4-4576-b0a8-456619ca5a8c" providerId="ADAL" clId="{35C5D11B-424E-5B41-A9C4-509DD0A59BFD}" dt="2022-03-25T15:16:54.434" v="126" actId="20577"/>
          <ac:spMkLst>
            <pc:docMk/>
            <pc:sldMk cId="2113557187" sldId="264"/>
            <ac:spMk id="139" creationId="{00000000-0000-0000-0000-000000000000}"/>
          </ac:spMkLst>
        </pc:spChg>
        <pc:picChg chg="mod">
          <ac:chgData name="Riccardo Berta" userId="c8694f89-bba4-4576-b0a8-456619ca5a8c" providerId="ADAL" clId="{35C5D11B-424E-5B41-A9C4-509DD0A59BFD}" dt="2022-03-22T07:43:33.267" v="22"/>
          <ac:picMkLst>
            <pc:docMk/>
            <pc:sldMk cId="2113557187" sldId="264"/>
            <ac:picMk id="141" creationId="{00000000-0000-0000-0000-000000000000}"/>
          </ac:picMkLst>
        </pc:picChg>
        <pc:picChg chg="mod">
          <ac:chgData name="Riccardo Berta" userId="c8694f89-bba4-4576-b0a8-456619ca5a8c" providerId="ADAL" clId="{35C5D11B-424E-5B41-A9C4-509DD0A59BFD}" dt="2022-03-22T07:43:50.362" v="23"/>
          <ac:picMkLst>
            <pc:docMk/>
            <pc:sldMk cId="2113557187" sldId="264"/>
            <ac:picMk id="142" creationId="{00000000-0000-0000-0000-000000000000}"/>
          </ac:picMkLst>
        </pc:picChg>
      </pc:sldChg>
      <pc:sldChg chg="modSp">
        <pc:chgData name="Riccardo Berta" userId="c8694f89-bba4-4576-b0a8-456619ca5a8c" providerId="ADAL" clId="{35C5D11B-424E-5B41-A9C4-509DD0A59BFD}" dt="2022-03-22T07:44:03.240" v="24"/>
        <pc:sldMkLst>
          <pc:docMk/>
          <pc:sldMk cId="2045385232" sldId="265"/>
        </pc:sldMkLst>
        <pc:picChg chg="mod">
          <ac:chgData name="Riccardo Berta" userId="c8694f89-bba4-4576-b0a8-456619ca5a8c" providerId="ADAL" clId="{35C5D11B-424E-5B41-A9C4-509DD0A59BFD}" dt="2022-03-22T07:44:03.240" v="24"/>
          <ac:picMkLst>
            <pc:docMk/>
            <pc:sldMk cId="2045385232" sldId="265"/>
            <ac:picMk id="149" creationId="{00000000-0000-0000-0000-000000000000}"/>
          </ac:picMkLst>
        </pc:picChg>
      </pc:sldChg>
      <pc:sldChg chg="modSp">
        <pc:chgData name="Riccardo Berta" userId="c8694f89-bba4-4576-b0a8-456619ca5a8c" providerId="ADAL" clId="{35C5D11B-424E-5B41-A9C4-509DD0A59BFD}" dt="2022-03-22T07:44:22.734" v="25"/>
        <pc:sldMkLst>
          <pc:docMk/>
          <pc:sldMk cId="4181844165" sldId="266"/>
        </pc:sldMkLst>
        <pc:picChg chg="mod">
          <ac:chgData name="Riccardo Berta" userId="c8694f89-bba4-4576-b0a8-456619ca5a8c" providerId="ADAL" clId="{35C5D11B-424E-5B41-A9C4-509DD0A59BFD}" dt="2022-03-22T07:44:22.734" v="25"/>
          <ac:picMkLst>
            <pc:docMk/>
            <pc:sldMk cId="4181844165" sldId="266"/>
            <ac:picMk id="156" creationId="{00000000-0000-0000-0000-000000000000}"/>
          </ac:picMkLst>
        </pc:picChg>
      </pc:sldChg>
      <pc:sldChg chg="modSp mod">
        <pc:chgData name="Riccardo Berta" userId="c8694f89-bba4-4576-b0a8-456619ca5a8c" providerId="ADAL" clId="{35C5D11B-424E-5B41-A9C4-509DD0A59BFD}" dt="2022-04-01T12:12:56.906" v="135" actId="20577"/>
        <pc:sldMkLst>
          <pc:docMk/>
          <pc:sldMk cId="216455838" sldId="267"/>
        </pc:sldMkLst>
        <pc:spChg chg="mod">
          <ac:chgData name="Riccardo Berta" userId="c8694f89-bba4-4576-b0a8-456619ca5a8c" providerId="ADAL" clId="{35C5D11B-424E-5B41-A9C4-509DD0A59BFD}" dt="2022-04-01T12:12:56.906" v="135" actId="20577"/>
          <ac:spMkLst>
            <pc:docMk/>
            <pc:sldMk cId="216455838" sldId="267"/>
            <ac:spMk id="162" creationId="{00000000-0000-0000-0000-000000000000}"/>
          </ac:spMkLst>
        </pc:spChg>
        <pc:picChg chg="mod">
          <ac:chgData name="Riccardo Berta" userId="c8694f89-bba4-4576-b0a8-456619ca5a8c" providerId="ADAL" clId="{35C5D11B-424E-5B41-A9C4-509DD0A59BFD}" dt="2022-03-22T07:44:34.392" v="26"/>
          <ac:picMkLst>
            <pc:docMk/>
            <pc:sldMk cId="216455838" sldId="267"/>
            <ac:picMk id="163" creationId="{00000000-0000-0000-0000-000000000000}"/>
          </ac:picMkLst>
        </pc:picChg>
      </pc:sldChg>
      <pc:sldChg chg="del">
        <pc:chgData name="Riccardo Berta" userId="c8694f89-bba4-4576-b0a8-456619ca5a8c" providerId="ADAL" clId="{35C5D11B-424E-5B41-A9C4-509DD0A59BFD}" dt="2022-03-22T07:29:13.529" v="3" actId="2696"/>
        <pc:sldMkLst>
          <pc:docMk/>
          <pc:sldMk cId="925286286" sldId="268"/>
        </pc:sldMkLst>
      </pc:sldChg>
      <pc:sldChg chg="modSp">
        <pc:chgData name="Riccardo Berta" userId="c8694f89-bba4-4576-b0a8-456619ca5a8c" providerId="ADAL" clId="{35C5D11B-424E-5B41-A9C4-509DD0A59BFD}" dt="2022-03-22T07:44:59.403" v="28"/>
        <pc:sldMkLst>
          <pc:docMk/>
          <pc:sldMk cId="3471997037" sldId="269"/>
        </pc:sldMkLst>
        <pc:picChg chg="mod">
          <ac:chgData name="Riccardo Berta" userId="c8694f89-bba4-4576-b0a8-456619ca5a8c" providerId="ADAL" clId="{35C5D11B-424E-5B41-A9C4-509DD0A59BFD}" dt="2022-03-22T07:44:47.754" v="27"/>
          <ac:picMkLst>
            <pc:docMk/>
            <pc:sldMk cId="3471997037" sldId="269"/>
            <ac:picMk id="176" creationId="{00000000-0000-0000-0000-000000000000}"/>
          </ac:picMkLst>
        </pc:picChg>
        <pc:picChg chg="mod">
          <ac:chgData name="Riccardo Berta" userId="c8694f89-bba4-4576-b0a8-456619ca5a8c" providerId="ADAL" clId="{35C5D11B-424E-5B41-A9C4-509DD0A59BFD}" dt="2022-03-22T07:44:59.403" v="28"/>
          <ac:picMkLst>
            <pc:docMk/>
            <pc:sldMk cId="3471997037" sldId="269"/>
            <ac:picMk id="177" creationId="{00000000-0000-0000-0000-000000000000}"/>
          </ac:picMkLst>
        </pc:picChg>
      </pc:sldChg>
      <pc:sldChg chg="modSp mod">
        <pc:chgData name="Riccardo Berta" userId="c8694f89-bba4-4576-b0a8-456619ca5a8c" providerId="ADAL" clId="{35C5D11B-424E-5B41-A9C4-509DD0A59BFD}" dt="2022-03-22T07:47:03.443" v="33"/>
        <pc:sldMkLst>
          <pc:docMk/>
          <pc:sldMk cId="3130917410" sldId="270"/>
        </pc:sldMkLst>
        <pc:picChg chg="mod">
          <ac:chgData name="Riccardo Berta" userId="c8694f89-bba4-4576-b0a8-456619ca5a8c" providerId="ADAL" clId="{35C5D11B-424E-5B41-A9C4-509DD0A59BFD}" dt="2022-03-22T07:46:52.226" v="32"/>
          <ac:picMkLst>
            <pc:docMk/>
            <pc:sldMk cId="3130917410" sldId="270"/>
            <ac:picMk id="184" creationId="{00000000-0000-0000-0000-000000000000}"/>
          </ac:picMkLst>
        </pc:picChg>
        <pc:picChg chg="mod">
          <ac:chgData name="Riccardo Berta" userId="c8694f89-bba4-4576-b0a8-456619ca5a8c" providerId="ADAL" clId="{35C5D11B-424E-5B41-A9C4-509DD0A59BFD}" dt="2022-03-22T07:47:03.443" v="33"/>
          <ac:picMkLst>
            <pc:docMk/>
            <pc:sldMk cId="3130917410" sldId="270"/>
            <ac:picMk id="185" creationId="{00000000-0000-0000-0000-000000000000}"/>
          </ac:picMkLst>
        </pc:picChg>
      </pc:sldChg>
      <pc:sldChg chg="modSp mod">
        <pc:chgData name="Riccardo Berta" userId="c8694f89-bba4-4576-b0a8-456619ca5a8c" providerId="ADAL" clId="{35C5D11B-424E-5B41-A9C4-509DD0A59BFD}" dt="2022-03-22T07:47:51.976" v="38"/>
        <pc:sldMkLst>
          <pc:docMk/>
          <pc:sldMk cId="2266699268" sldId="271"/>
        </pc:sldMkLst>
        <pc:picChg chg="mod">
          <ac:chgData name="Riccardo Berta" userId="c8694f89-bba4-4576-b0a8-456619ca5a8c" providerId="ADAL" clId="{35C5D11B-424E-5B41-A9C4-509DD0A59BFD}" dt="2022-03-22T07:47:14.728" v="34"/>
          <ac:picMkLst>
            <pc:docMk/>
            <pc:sldMk cId="2266699268" sldId="271"/>
            <ac:picMk id="193" creationId="{00000000-0000-0000-0000-000000000000}"/>
          </ac:picMkLst>
        </pc:picChg>
        <pc:picChg chg="mod">
          <ac:chgData name="Riccardo Berta" userId="c8694f89-bba4-4576-b0a8-456619ca5a8c" providerId="ADAL" clId="{35C5D11B-424E-5B41-A9C4-509DD0A59BFD}" dt="2022-03-22T07:47:31.485" v="36"/>
          <ac:picMkLst>
            <pc:docMk/>
            <pc:sldMk cId="2266699268" sldId="271"/>
            <ac:picMk id="194" creationId="{00000000-0000-0000-0000-000000000000}"/>
          </ac:picMkLst>
        </pc:picChg>
        <pc:picChg chg="mod">
          <ac:chgData name="Riccardo Berta" userId="c8694f89-bba4-4576-b0a8-456619ca5a8c" providerId="ADAL" clId="{35C5D11B-424E-5B41-A9C4-509DD0A59BFD}" dt="2022-03-22T07:47:51.976" v="38"/>
          <ac:picMkLst>
            <pc:docMk/>
            <pc:sldMk cId="2266699268" sldId="271"/>
            <ac:picMk id="195" creationId="{00000000-0000-0000-0000-000000000000}"/>
          </ac:picMkLst>
        </pc:picChg>
      </pc:sldChg>
      <pc:sldChg chg="modSp mod ord">
        <pc:chgData name="Riccardo Berta" userId="c8694f89-bba4-4576-b0a8-456619ca5a8c" providerId="ADAL" clId="{35C5D11B-424E-5B41-A9C4-509DD0A59BFD}" dt="2022-03-22T07:29:04.952" v="2"/>
        <pc:sldMkLst>
          <pc:docMk/>
          <pc:sldMk cId="993270251" sldId="272"/>
        </pc:sldMkLst>
        <pc:spChg chg="mod">
          <ac:chgData name="Riccardo Berta" userId="c8694f89-bba4-4576-b0a8-456619ca5a8c" providerId="ADAL" clId="{35C5D11B-424E-5B41-A9C4-509DD0A59BFD}" dt="2022-03-22T07:29:04.952" v="2"/>
          <ac:spMkLst>
            <pc:docMk/>
            <pc:sldMk cId="993270251" sldId="272"/>
            <ac:spMk id="201" creationId="{00000000-0000-0000-0000-000000000000}"/>
          </ac:spMkLst>
        </pc:spChg>
      </pc:sldChg>
      <pc:sldChg chg="modSp">
        <pc:chgData name="Riccardo Berta" userId="c8694f89-bba4-4576-b0a8-456619ca5a8c" providerId="ADAL" clId="{35C5D11B-424E-5B41-A9C4-509DD0A59BFD}" dt="2022-03-22T07:48:04.230" v="39"/>
        <pc:sldMkLst>
          <pc:docMk/>
          <pc:sldMk cId="3843819371" sldId="273"/>
        </pc:sldMkLst>
        <pc:picChg chg="mod">
          <ac:chgData name="Riccardo Berta" userId="c8694f89-bba4-4576-b0a8-456619ca5a8c" providerId="ADAL" clId="{35C5D11B-424E-5B41-A9C4-509DD0A59BFD}" dt="2022-03-22T07:48:04.230" v="39"/>
          <ac:picMkLst>
            <pc:docMk/>
            <pc:sldMk cId="3843819371" sldId="273"/>
            <ac:picMk id="210" creationId="{00000000-0000-0000-0000-000000000000}"/>
          </ac:picMkLst>
        </pc:picChg>
      </pc:sldChg>
      <pc:sldChg chg="modSp">
        <pc:chgData name="Riccardo Berta" userId="c8694f89-bba4-4576-b0a8-456619ca5a8c" providerId="ADAL" clId="{35C5D11B-424E-5B41-A9C4-509DD0A59BFD}" dt="2022-03-22T07:48:21.111" v="40"/>
        <pc:sldMkLst>
          <pc:docMk/>
          <pc:sldMk cId="284781631" sldId="275"/>
        </pc:sldMkLst>
        <pc:picChg chg="mod">
          <ac:chgData name="Riccardo Berta" userId="c8694f89-bba4-4576-b0a8-456619ca5a8c" providerId="ADAL" clId="{35C5D11B-424E-5B41-A9C4-509DD0A59BFD}" dt="2022-03-22T07:48:21.111" v="40"/>
          <ac:picMkLst>
            <pc:docMk/>
            <pc:sldMk cId="284781631" sldId="275"/>
            <ac:picMk id="224" creationId="{00000000-0000-0000-0000-000000000000}"/>
          </ac:picMkLst>
        </pc:picChg>
      </pc:sldChg>
    </pc:docChg>
  </pc:docChgLst>
  <pc:docChgLst>
    <pc:chgData name="Riccardo Berta" userId="c8694f89-bba4-4576-b0a8-456619ca5a8c" providerId="ADAL" clId="{A8290FA7-622A-D149-8650-9DF3F18680D5}"/>
    <pc:docChg chg="undo redo custSel addSld delSld modSld sldOrd modMainMaster">
      <pc:chgData name="Riccardo Berta" userId="c8694f89-bba4-4576-b0a8-456619ca5a8c" providerId="ADAL" clId="{A8290FA7-622A-D149-8650-9DF3F18680D5}" dt="2022-07-27T13:36:04.688" v="2998"/>
      <pc:docMkLst>
        <pc:docMk/>
      </pc:docMkLst>
      <pc:sldChg chg="delSp modSp mod">
        <pc:chgData name="Riccardo Berta" userId="c8694f89-bba4-4576-b0a8-456619ca5a8c" providerId="ADAL" clId="{A8290FA7-622A-D149-8650-9DF3F18680D5}" dt="2022-07-27T13:35:14.530" v="2993" actId="20577"/>
        <pc:sldMkLst>
          <pc:docMk/>
          <pc:sldMk cId="0" sldId="256"/>
        </pc:sldMkLst>
        <pc:spChg chg="mod">
          <ac:chgData name="Riccardo Berta" userId="c8694f89-bba4-4576-b0a8-456619ca5a8c" providerId="ADAL" clId="{A8290FA7-622A-D149-8650-9DF3F18680D5}" dt="2022-07-27T13:35:14.530" v="2993" actId="20577"/>
          <ac:spMkLst>
            <pc:docMk/>
            <pc:sldMk cId="0" sldId="256"/>
            <ac:spMk id="62" creationId="{00000000-0000-0000-0000-000000000000}"/>
          </ac:spMkLst>
        </pc:spChg>
        <pc:spChg chg="del">
          <ac:chgData name="Riccardo Berta" userId="c8694f89-bba4-4576-b0a8-456619ca5a8c" providerId="ADAL" clId="{A8290FA7-622A-D149-8650-9DF3F18680D5}" dt="2022-07-18T11:40:08.016" v="50" actId="478"/>
          <ac:spMkLst>
            <pc:docMk/>
            <pc:sldMk cId="0" sldId="256"/>
            <ac:spMk id="78" creationId="{00000000-0000-0000-0000-000000000000}"/>
          </ac:spMkLst>
        </pc:spChg>
        <pc:grpChg chg="del">
          <ac:chgData name="Riccardo Berta" userId="c8694f89-bba4-4576-b0a8-456619ca5a8c" providerId="ADAL" clId="{A8290FA7-622A-D149-8650-9DF3F18680D5}" dt="2022-07-18T11:40:10.605" v="51" actId="478"/>
          <ac:grpSpMkLst>
            <pc:docMk/>
            <pc:sldMk cId="0" sldId="256"/>
            <ac:grpSpMk id="63" creationId="{00000000-0000-0000-0000-000000000000}"/>
          </ac:grpSpMkLst>
        </pc:grpChg>
        <pc:cxnChg chg="mod">
          <ac:chgData name="Riccardo Berta" userId="c8694f89-bba4-4576-b0a8-456619ca5a8c" providerId="ADAL" clId="{A8290FA7-622A-D149-8650-9DF3F18680D5}" dt="2022-07-18T11:40:10.605" v="51" actId="478"/>
          <ac:cxnSpMkLst>
            <pc:docMk/>
            <pc:sldMk cId="0" sldId="256"/>
            <ac:cxnSpMk id="66" creationId="{00000000-0000-0000-0000-000000000000}"/>
          </ac:cxnSpMkLst>
        </pc:cxnChg>
        <pc:cxnChg chg="mod">
          <ac:chgData name="Riccardo Berta" userId="c8694f89-bba4-4576-b0a8-456619ca5a8c" providerId="ADAL" clId="{A8290FA7-622A-D149-8650-9DF3F18680D5}" dt="2022-07-18T11:40:10.605" v="51" actId="478"/>
          <ac:cxnSpMkLst>
            <pc:docMk/>
            <pc:sldMk cId="0" sldId="256"/>
            <ac:cxnSpMk id="69" creationId="{00000000-0000-0000-0000-000000000000}"/>
          </ac:cxnSpMkLst>
        </pc:cxnChg>
        <pc:cxnChg chg="mod">
          <ac:chgData name="Riccardo Berta" userId="c8694f89-bba4-4576-b0a8-456619ca5a8c" providerId="ADAL" clId="{A8290FA7-622A-D149-8650-9DF3F18680D5}" dt="2022-07-18T11:40:10.605" v="51" actId="478"/>
          <ac:cxnSpMkLst>
            <pc:docMk/>
            <pc:sldMk cId="0" sldId="256"/>
            <ac:cxnSpMk id="74" creationId="{00000000-0000-0000-0000-000000000000}"/>
          </ac:cxnSpMkLst>
        </pc:cxnChg>
        <pc:cxnChg chg="mod">
          <ac:chgData name="Riccardo Berta" userId="c8694f89-bba4-4576-b0a8-456619ca5a8c" providerId="ADAL" clId="{A8290FA7-622A-D149-8650-9DF3F18680D5}" dt="2022-07-18T11:40:10.605" v="51" actId="478"/>
          <ac:cxnSpMkLst>
            <pc:docMk/>
            <pc:sldMk cId="0" sldId="256"/>
            <ac:cxnSpMk id="75" creationId="{00000000-0000-0000-0000-000000000000}"/>
          </ac:cxnSpMkLst>
        </pc:cxnChg>
      </pc:sldChg>
      <pc:sldChg chg="delSp modSp mod">
        <pc:chgData name="Riccardo Berta" userId="c8694f89-bba4-4576-b0a8-456619ca5a8c" providerId="ADAL" clId="{A8290FA7-622A-D149-8650-9DF3F18680D5}" dt="2022-07-27T08:46:23.569" v="1166" actId="948"/>
        <pc:sldMkLst>
          <pc:docMk/>
          <pc:sldMk cId="0" sldId="257"/>
        </pc:sldMkLst>
        <pc:spChg chg="mod">
          <ac:chgData name="Riccardo Berta" userId="c8694f89-bba4-4576-b0a8-456619ca5a8c" providerId="ADAL" clId="{A8290FA7-622A-D149-8650-9DF3F18680D5}" dt="2022-07-27T07:46:33.325" v="171" actId="20577"/>
          <ac:spMkLst>
            <pc:docMk/>
            <pc:sldMk cId="0" sldId="257"/>
            <ac:spMk id="83" creationId="{00000000-0000-0000-0000-000000000000}"/>
          </ac:spMkLst>
        </pc:spChg>
        <pc:spChg chg="mod">
          <ac:chgData name="Riccardo Berta" userId="c8694f89-bba4-4576-b0a8-456619ca5a8c" providerId="ADAL" clId="{A8290FA7-622A-D149-8650-9DF3F18680D5}" dt="2022-07-27T08:46:23.569" v="1166" actId="948"/>
          <ac:spMkLst>
            <pc:docMk/>
            <pc:sldMk cId="0" sldId="257"/>
            <ac:spMk id="84" creationId="{00000000-0000-0000-0000-000000000000}"/>
          </ac:spMkLst>
        </pc:spChg>
        <pc:picChg chg="del">
          <ac:chgData name="Riccardo Berta" userId="c8694f89-bba4-4576-b0a8-456619ca5a8c" providerId="ADAL" clId="{A8290FA7-622A-D149-8650-9DF3F18680D5}" dt="2022-07-18T11:39:52.245" v="18" actId="478"/>
          <ac:picMkLst>
            <pc:docMk/>
            <pc:sldMk cId="0" sldId="257"/>
            <ac:picMk id="85" creationId="{00000000-0000-0000-0000-000000000000}"/>
          </ac:picMkLst>
        </pc:picChg>
      </pc:sldChg>
      <pc:sldChg chg="addSp modSp new mod modNotes">
        <pc:chgData name="Riccardo Berta" userId="c8694f89-bba4-4576-b0a8-456619ca5a8c" providerId="ADAL" clId="{A8290FA7-622A-D149-8650-9DF3F18680D5}" dt="2022-07-27T08:52:46.755" v="1313" actId="113"/>
        <pc:sldMkLst>
          <pc:docMk/>
          <pc:sldMk cId="1899110855" sldId="258"/>
        </pc:sldMkLst>
        <pc:spChg chg="mod">
          <ac:chgData name="Riccardo Berta" userId="c8694f89-bba4-4576-b0a8-456619ca5a8c" providerId="ADAL" clId="{A8290FA7-622A-D149-8650-9DF3F18680D5}" dt="2022-07-27T08:44:23.725" v="1124"/>
          <ac:spMkLst>
            <pc:docMk/>
            <pc:sldMk cId="1899110855" sldId="258"/>
            <ac:spMk id="2" creationId="{9A367158-2E24-E90C-7ECC-502AB323ED05}"/>
          </ac:spMkLst>
        </pc:spChg>
        <pc:spChg chg="mod">
          <ac:chgData name="Riccardo Berta" userId="c8694f89-bba4-4576-b0a8-456619ca5a8c" providerId="ADAL" clId="{A8290FA7-622A-D149-8650-9DF3F18680D5}" dt="2022-07-27T08:52:46.755" v="1313" actId="113"/>
          <ac:spMkLst>
            <pc:docMk/>
            <pc:sldMk cId="1899110855" sldId="258"/>
            <ac:spMk id="3" creationId="{3F2C94B7-5C82-7750-8B45-751562B2B6D0}"/>
          </ac:spMkLst>
        </pc:spChg>
        <pc:picChg chg="add mod">
          <ac:chgData name="Riccardo Berta" userId="c8694f89-bba4-4576-b0a8-456619ca5a8c" providerId="ADAL" clId="{A8290FA7-622A-D149-8650-9DF3F18680D5}" dt="2022-07-27T08:50:59.788" v="1228" actId="1076"/>
          <ac:picMkLst>
            <pc:docMk/>
            <pc:sldMk cId="1899110855" sldId="258"/>
            <ac:picMk id="4" creationId="{1FB36129-1438-3CA3-2875-A711720E74DA}"/>
          </ac:picMkLst>
        </pc:picChg>
      </pc:sldChg>
      <pc:sldChg chg="new del">
        <pc:chgData name="Riccardo Berta" userId="c8694f89-bba4-4576-b0a8-456619ca5a8c" providerId="ADAL" clId="{A8290FA7-622A-D149-8650-9DF3F18680D5}" dt="2022-07-27T07:48:28.832" v="223" actId="2696"/>
        <pc:sldMkLst>
          <pc:docMk/>
          <pc:sldMk cId="182339981" sldId="259"/>
        </pc:sldMkLst>
      </pc:sldChg>
      <pc:sldChg chg="del">
        <pc:chgData name="Riccardo Berta" userId="c8694f89-bba4-4576-b0a8-456619ca5a8c" providerId="ADAL" clId="{A8290FA7-622A-D149-8650-9DF3F18680D5}" dt="2022-07-18T11:39:57.790" v="23" actId="2696"/>
        <pc:sldMkLst>
          <pc:docMk/>
          <pc:sldMk cId="3018556184" sldId="259"/>
        </pc:sldMkLst>
        <pc:spChg chg="mod">
          <ac:chgData name="Riccardo Berta" userId="c8694f89-bba4-4576-b0a8-456619ca5a8c" providerId="ADAL" clId="{A8290FA7-622A-D149-8650-9DF3F18680D5}" dt="2022-07-27T08:44:23.725" v="1124"/>
          <ac:spMkLst>
            <pc:docMk/>
            <pc:sldMk cId="3018556184" sldId="259"/>
            <ac:spMk id="2" creationId="{41268BF7-2F3B-A5C4-4F7E-1982399FCE62}"/>
          </ac:spMkLst>
        </pc:spChg>
        <pc:spChg chg="mod">
          <ac:chgData name="Riccardo Berta" userId="c8694f89-bba4-4576-b0a8-456619ca5a8c" providerId="ADAL" clId="{A8290FA7-622A-D149-8650-9DF3F18680D5}" dt="2022-07-27T13:36:04.688" v="2998"/>
          <ac:spMkLst>
            <pc:docMk/>
            <pc:sldMk cId="3018556184" sldId="259"/>
            <ac:spMk id="3" creationId="{38BFAA1C-1163-169B-2D77-6FEF73CC8512}"/>
          </ac:spMkLst>
        </pc:spChg>
      </pc:sldChg>
      <pc:sldChg chg="addSp modSp new mod">
        <pc:chgData name="Riccardo Berta" userId="c8694f89-bba4-4576-b0a8-456619ca5a8c" providerId="ADAL" clId="{A8290FA7-622A-D149-8650-9DF3F18680D5}" dt="2022-07-27T08:48:59.292" v="1210" actId="1076"/>
        <pc:sldMkLst>
          <pc:docMk/>
          <pc:sldMk cId="1104208334" sldId="260"/>
        </pc:sldMkLst>
        <pc:spChg chg="mod">
          <ac:chgData name="Riccardo Berta" userId="c8694f89-bba4-4576-b0a8-456619ca5a8c" providerId="ADAL" clId="{A8290FA7-622A-D149-8650-9DF3F18680D5}" dt="2022-07-27T08:44:23.725" v="1124"/>
          <ac:spMkLst>
            <pc:docMk/>
            <pc:sldMk cId="1104208334" sldId="260"/>
            <ac:spMk id="2" creationId="{BCB44347-B705-702C-8C13-25742F95F00E}"/>
          </ac:spMkLst>
        </pc:spChg>
        <pc:spChg chg="mod">
          <ac:chgData name="Riccardo Berta" userId="c8694f89-bba4-4576-b0a8-456619ca5a8c" providerId="ADAL" clId="{A8290FA7-622A-D149-8650-9DF3F18680D5}" dt="2022-07-27T08:48:34.600" v="1207" actId="20577"/>
          <ac:spMkLst>
            <pc:docMk/>
            <pc:sldMk cId="1104208334" sldId="260"/>
            <ac:spMk id="3" creationId="{1C462C8B-759C-C2C7-EA44-1505F85DD073}"/>
          </ac:spMkLst>
        </pc:spChg>
        <pc:picChg chg="add mod">
          <ac:chgData name="Riccardo Berta" userId="c8694f89-bba4-4576-b0a8-456619ca5a8c" providerId="ADAL" clId="{A8290FA7-622A-D149-8650-9DF3F18680D5}" dt="2022-07-27T08:48:59.292" v="1210" actId="1076"/>
          <ac:picMkLst>
            <pc:docMk/>
            <pc:sldMk cId="1104208334" sldId="260"/>
            <ac:picMk id="1026" creationId="{B4CA9CEF-2B94-4431-1046-06B5B4A61164}"/>
          </ac:picMkLst>
        </pc:picChg>
      </pc:sldChg>
      <pc:sldChg chg="del">
        <pc:chgData name="Riccardo Berta" userId="c8694f89-bba4-4576-b0a8-456619ca5a8c" providerId="ADAL" clId="{A8290FA7-622A-D149-8650-9DF3F18680D5}" dt="2022-07-18T11:39:58.142" v="25" actId="2696"/>
        <pc:sldMkLst>
          <pc:docMk/>
          <pc:sldMk cId="1290395919" sldId="261"/>
        </pc:sldMkLst>
        <pc:spChg chg="mod">
          <ac:chgData name="Riccardo Berta" userId="c8694f89-bba4-4576-b0a8-456619ca5a8c" providerId="ADAL" clId="{A8290FA7-622A-D149-8650-9DF3F18680D5}" dt="2022-07-27T09:02:55.174" v="1405" actId="313"/>
          <ac:spMkLst>
            <pc:docMk/>
            <pc:sldMk cId="1290395919" sldId="261"/>
            <ac:spMk id="2" creationId="{7ACF5050-2FE7-D51A-3B42-49745B74F8BD}"/>
          </ac:spMkLst>
        </pc:spChg>
        <pc:spChg chg="mod">
          <ac:chgData name="Riccardo Berta" userId="c8694f89-bba4-4576-b0a8-456619ca5a8c" providerId="ADAL" clId="{A8290FA7-622A-D149-8650-9DF3F18680D5}" dt="2022-07-27T10:13:59.822" v="1768" actId="20577"/>
          <ac:spMkLst>
            <pc:docMk/>
            <pc:sldMk cId="1290395919" sldId="261"/>
            <ac:spMk id="3" creationId="{443CA410-E246-EACE-351E-80C846A06F66}"/>
          </ac:spMkLst>
        </pc:spChg>
      </pc:sldChg>
      <pc:sldChg chg="new del">
        <pc:chgData name="Riccardo Berta" userId="c8694f89-bba4-4576-b0a8-456619ca5a8c" providerId="ADAL" clId="{A8290FA7-622A-D149-8650-9DF3F18680D5}" dt="2022-07-27T10:14:34.151" v="1776" actId="2696"/>
        <pc:sldMkLst>
          <pc:docMk/>
          <pc:sldMk cId="1228403239" sldId="262"/>
        </pc:sldMkLst>
      </pc:sldChg>
      <pc:sldChg chg="addSp modSp add mod">
        <pc:chgData name="Riccardo Berta" userId="c8694f89-bba4-4576-b0a8-456619ca5a8c" providerId="ADAL" clId="{A8290FA7-622A-D149-8650-9DF3F18680D5}" dt="2022-07-27T10:42:13.820" v="2230" actId="113"/>
        <pc:sldMkLst>
          <pc:docMk/>
          <pc:sldMk cId="4130549615" sldId="262"/>
        </pc:sldMkLst>
        <pc:spChg chg="mod">
          <ac:chgData name="Riccardo Berta" userId="c8694f89-bba4-4576-b0a8-456619ca5a8c" providerId="ADAL" clId="{A8290FA7-622A-D149-8650-9DF3F18680D5}" dt="2022-07-27T10:14:47.805" v="1801" actId="20577"/>
          <ac:spMkLst>
            <pc:docMk/>
            <pc:sldMk cId="4130549615" sldId="262"/>
            <ac:spMk id="83" creationId="{00000000-0000-0000-0000-000000000000}"/>
          </ac:spMkLst>
        </pc:spChg>
        <pc:spChg chg="mod">
          <ac:chgData name="Riccardo Berta" userId="c8694f89-bba4-4576-b0a8-456619ca5a8c" providerId="ADAL" clId="{A8290FA7-622A-D149-8650-9DF3F18680D5}" dt="2022-07-27T10:42:13.820" v="2230" actId="113"/>
          <ac:spMkLst>
            <pc:docMk/>
            <pc:sldMk cId="4130549615" sldId="262"/>
            <ac:spMk id="84" creationId="{00000000-0000-0000-0000-000000000000}"/>
          </ac:spMkLst>
        </pc:spChg>
        <pc:picChg chg="add mod">
          <ac:chgData name="Riccardo Berta" userId="c8694f89-bba4-4576-b0a8-456619ca5a8c" providerId="ADAL" clId="{A8290FA7-622A-D149-8650-9DF3F18680D5}" dt="2022-07-27T10:41:57.614" v="2224" actId="1076"/>
          <ac:picMkLst>
            <pc:docMk/>
            <pc:sldMk cId="4130549615" sldId="262"/>
            <ac:picMk id="2" creationId="{DE7BB65F-08A4-B6D2-CED9-F0FFBD5CDBF9}"/>
          </ac:picMkLst>
        </pc:picChg>
        <pc:picChg chg="add mod">
          <ac:chgData name="Riccardo Berta" userId="c8694f89-bba4-4576-b0a8-456619ca5a8c" providerId="ADAL" clId="{A8290FA7-622A-D149-8650-9DF3F18680D5}" dt="2022-07-27T10:42:07.380" v="2229" actId="1076"/>
          <ac:picMkLst>
            <pc:docMk/>
            <pc:sldMk cId="4130549615" sldId="262"/>
            <ac:picMk id="3" creationId="{8F10188F-1192-CC5C-9229-6680F9B1F8A4}"/>
          </ac:picMkLst>
        </pc:picChg>
      </pc:sldChg>
      <pc:sldChg chg="new del">
        <pc:chgData name="Riccardo Berta" userId="c8694f89-bba4-4576-b0a8-456619ca5a8c" providerId="ADAL" clId="{A8290FA7-622A-D149-8650-9DF3F18680D5}" dt="2022-07-27T10:14:17.648" v="1770" actId="2696"/>
        <pc:sldMkLst>
          <pc:docMk/>
          <pc:sldMk cId="4179454221" sldId="262"/>
        </pc:sldMkLst>
      </pc:sldChg>
      <pc:sldChg chg="addSp delSp modSp new del mod">
        <pc:chgData name="Riccardo Berta" userId="c8694f89-bba4-4576-b0a8-456619ca5a8c" providerId="ADAL" clId="{A8290FA7-622A-D149-8650-9DF3F18680D5}" dt="2022-07-27T10:14:36.007" v="1777" actId="2696"/>
        <pc:sldMkLst>
          <pc:docMk/>
          <pc:sldMk cId="2702540954" sldId="263"/>
        </pc:sldMkLst>
        <pc:spChg chg="add del mod">
          <ac:chgData name="Riccardo Berta" userId="c8694f89-bba4-4576-b0a8-456619ca5a8c" providerId="ADAL" clId="{A8290FA7-622A-D149-8650-9DF3F18680D5}" dt="2022-07-27T10:14:34.058" v="1775"/>
          <ac:spMkLst>
            <pc:docMk/>
            <pc:sldMk cId="2702540954" sldId="263"/>
            <ac:spMk id="3" creationId="{3202F38C-70E9-B11B-4CF4-DD7C2BF1118A}"/>
          </ac:spMkLst>
        </pc:spChg>
      </pc:sldChg>
      <pc:sldChg chg="del">
        <pc:chgData name="Riccardo Berta" userId="c8694f89-bba4-4576-b0a8-456619ca5a8c" providerId="ADAL" clId="{A8290FA7-622A-D149-8650-9DF3F18680D5}" dt="2022-07-18T11:39:58.451" v="27" actId="2696"/>
        <pc:sldMkLst>
          <pc:docMk/>
          <pc:sldMk cId="3102138681" sldId="263"/>
        </pc:sldMkLst>
        <pc:spChg chg="add mod">
          <ac:chgData name="Riccardo Berta" userId="c8694f89-bba4-4576-b0a8-456619ca5a8c" providerId="ADAL" clId="{A8290FA7-622A-D149-8650-9DF3F18680D5}" dt="2022-07-27T13:25:04.866" v="2759" actId="113"/>
          <ac:spMkLst>
            <pc:docMk/>
            <pc:sldMk cId="3102138681" sldId="263"/>
            <ac:spMk id="4" creationId="{F4D09BBD-B357-6547-1869-C5A2382FCC8B}"/>
          </ac:spMkLst>
        </pc:spChg>
        <pc:spChg chg="add del mod">
          <ac:chgData name="Riccardo Berta" userId="c8694f89-bba4-4576-b0a8-456619ca5a8c" providerId="ADAL" clId="{A8290FA7-622A-D149-8650-9DF3F18680D5}" dt="2022-07-27T11:15:39.262" v="2505" actId="478"/>
          <ac:spMkLst>
            <pc:docMk/>
            <pc:sldMk cId="3102138681" sldId="263"/>
            <ac:spMk id="5" creationId="{23AC3424-715D-3F08-932D-C2CF108A7059}"/>
          </ac:spMkLst>
        </pc:spChg>
        <pc:spChg chg="add mod">
          <ac:chgData name="Riccardo Berta" userId="c8694f89-bba4-4576-b0a8-456619ca5a8c" providerId="ADAL" clId="{A8290FA7-622A-D149-8650-9DF3F18680D5}" dt="2022-07-27T11:16:53.879" v="2519" actId="1076"/>
          <ac:spMkLst>
            <pc:docMk/>
            <pc:sldMk cId="3102138681" sldId="263"/>
            <ac:spMk id="6" creationId="{E6A53417-994D-A7A5-6B3C-BE4F99893522}"/>
          </ac:spMkLst>
        </pc:spChg>
        <pc:spChg chg="add mod">
          <ac:chgData name="Riccardo Berta" userId="c8694f89-bba4-4576-b0a8-456619ca5a8c" providerId="ADAL" clId="{A8290FA7-622A-D149-8650-9DF3F18680D5}" dt="2022-07-27T11:16:53.879" v="2519" actId="1076"/>
          <ac:spMkLst>
            <pc:docMk/>
            <pc:sldMk cId="3102138681" sldId="263"/>
            <ac:spMk id="7" creationId="{A40D36EA-EE11-0232-DF5A-70C2463FA6D7}"/>
          </ac:spMkLst>
        </pc:spChg>
        <pc:spChg chg="mod">
          <ac:chgData name="Riccardo Berta" userId="c8694f89-bba4-4576-b0a8-456619ca5a8c" providerId="ADAL" clId="{A8290FA7-622A-D149-8650-9DF3F18680D5}" dt="2022-07-27T10:48:03.941" v="2323" actId="20577"/>
          <ac:spMkLst>
            <pc:docMk/>
            <pc:sldMk cId="3102138681" sldId="263"/>
            <ac:spMk id="83" creationId="{00000000-0000-0000-0000-000000000000}"/>
          </ac:spMkLst>
        </pc:spChg>
        <pc:spChg chg="mod">
          <ac:chgData name="Riccardo Berta" userId="c8694f89-bba4-4576-b0a8-456619ca5a8c" providerId="ADAL" clId="{A8290FA7-622A-D149-8650-9DF3F18680D5}" dt="2022-07-27T10:48:06.788" v="2324" actId="20577"/>
          <ac:spMkLst>
            <pc:docMk/>
            <pc:sldMk cId="3102138681" sldId="263"/>
            <ac:spMk id="84" creationId="{00000000-0000-0000-0000-000000000000}"/>
          </ac:spMkLst>
        </pc:spChg>
        <pc:grpChg chg="add del mod">
          <ac:chgData name="Riccardo Berta" userId="c8694f89-bba4-4576-b0a8-456619ca5a8c" providerId="ADAL" clId="{A8290FA7-622A-D149-8650-9DF3F18680D5}" dt="2022-07-27T11:18:00.757" v="2523" actId="478"/>
          <ac:grpSpMkLst>
            <pc:docMk/>
            <pc:sldMk cId="3102138681" sldId="263"/>
            <ac:grpSpMk id="8" creationId="{197E1684-FF9E-2244-C365-B25FF288C192}"/>
          </ac:grpSpMkLst>
        </pc:grpChg>
        <pc:picChg chg="del">
          <ac:chgData name="Riccardo Berta" userId="c8694f89-bba4-4576-b0a8-456619ca5a8c" providerId="ADAL" clId="{A8290FA7-622A-D149-8650-9DF3F18680D5}" dt="2022-07-27T10:43:13.465" v="2245" actId="478"/>
          <ac:picMkLst>
            <pc:docMk/>
            <pc:sldMk cId="3102138681" sldId="263"/>
            <ac:picMk id="2" creationId="{DE7BB65F-08A4-B6D2-CED9-F0FFBD5CDBF9}"/>
          </ac:picMkLst>
        </pc:picChg>
        <pc:picChg chg="del">
          <ac:chgData name="Riccardo Berta" userId="c8694f89-bba4-4576-b0a8-456619ca5a8c" providerId="ADAL" clId="{A8290FA7-622A-D149-8650-9DF3F18680D5}" dt="2022-07-27T10:43:13.005" v="2244" actId="478"/>
          <ac:picMkLst>
            <pc:docMk/>
            <pc:sldMk cId="3102138681" sldId="263"/>
            <ac:picMk id="3" creationId="{8F10188F-1192-CC5C-9229-6680F9B1F8A4}"/>
          </ac:picMkLst>
        </pc:picChg>
        <pc:picChg chg="add mod">
          <ac:chgData name="Riccardo Berta" userId="c8694f89-bba4-4576-b0a8-456619ca5a8c" providerId="ADAL" clId="{A8290FA7-622A-D149-8650-9DF3F18680D5}" dt="2022-07-27T13:24:53.552" v="2751" actId="1076"/>
          <ac:picMkLst>
            <pc:docMk/>
            <pc:sldMk cId="3102138681" sldId="263"/>
            <ac:picMk id="10" creationId="{0E81828B-E89F-25E9-3F87-0F05B85C6E21}"/>
          </ac:picMkLst>
        </pc:picChg>
        <pc:picChg chg="add mod">
          <ac:chgData name="Riccardo Berta" userId="c8694f89-bba4-4576-b0a8-456619ca5a8c" providerId="ADAL" clId="{A8290FA7-622A-D149-8650-9DF3F18680D5}" dt="2022-07-27T11:16:53.879" v="2519" actId="1076"/>
          <ac:picMkLst>
            <pc:docMk/>
            <pc:sldMk cId="3102138681" sldId="263"/>
            <ac:picMk id="2050" creationId="{A53CAF74-1BDF-FAC7-6840-B2596884FF7F}"/>
          </ac:picMkLst>
        </pc:picChg>
      </pc:sldChg>
      <pc:sldChg chg="addSp modSp add del mod">
        <pc:chgData name="Riccardo Berta" userId="c8694f89-bba4-4576-b0a8-456619ca5a8c" providerId="ADAL" clId="{A8290FA7-622A-D149-8650-9DF3F18680D5}" dt="2022-07-27T10:42:20.886" v="2231" actId="2696"/>
        <pc:sldMkLst>
          <pc:docMk/>
          <pc:sldMk cId="3911169705" sldId="263"/>
        </pc:sldMkLst>
        <pc:spChg chg="mod">
          <ac:chgData name="Riccardo Berta" userId="c8694f89-bba4-4576-b0a8-456619ca5a8c" providerId="ADAL" clId="{A8290FA7-622A-D149-8650-9DF3F18680D5}" dt="2022-07-27T10:33:15.496" v="2048" actId="20577"/>
          <ac:spMkLst>
            <pc:docMk/>
            <pc:sldMk cId="3911169705" sldId="263"/>
            <ac:spMk id="83" creationId="{00000000-0000-0000-0000-000000000000}"/>
          </ac:spMkLst>
        </pc:spChg>
        <pc:spChg chg="mod">
          <ac:chgData name="Riccardo Berta" userId="c8694f89-bba4-4576-b0a8-456619ca5a8c" providerId="ADAL" clId="{A8290FA7-622A-D149-8650-9DF3F18680D5}" dt="2022-07-27T10:34:05.441" v="2067" actId="20577"/>
          <ac:spMkLst>
            <pc:docMk/>
            <pc:sldMk cId="3911169705" sldId="263"/>
            <ac:spMk id="84" creationId="{00000000-0000-0000-0000-000000000000}"/>
          </ac:spMkLst>
        </pc:spChg>
        <pc:picChg chg="add mod">
          <ac:chgData name="Riccardo Berta" userId="c8694f89-bba4-4576-b0a8-456619ca5a8c" providerId="ADAL" clId="{A8290FA7-622A-D149-8650-9DF3F18680D5}" dt="2022-07-27T10:33:53.682" v="2062" actId="14100"/>
          <ac:picMkLst>
            <pc:docMk/>
            <pc:sldMk cId="3911169705" sldId="263"/>
            <ac:picMk id="2" creationId="{D4B2A0E7-4B4D-E6BD-CA2B-E156742EB348}"/>
          </ac:picMkLst>
        </pc:picChg>
        <pc:picChg chg="add mod">
          <ac:chgData name="Riccardo Berta" userId="c8694f89-bba4-4576-b0a8-456619ca5a8c" providerId="ADAL" clId="{A8290FA7-622A-D149-8650-9DF3F18680D5}" dt="2022-07-27T10:34:01.183" v="2064" actId="1076"/>
          <ac:picMkLst>
            <pc:docMk/>
            <pc:sldMk cId="3911169705" sldId="263"/>
            <ac:picMk id="3" creationId="{DB1314C3-2E54-D0A9-2C2E-0B14369A70D5}"/>
          </ac:picMkLst>
        </pc:picChg>
      </pc:sldChg>
      <pc:sldChg chg="del">
        <pc:chgData name="Riccardo Berta" userId="c8694f89-bba4-4576-b0a8-456619ca5a8c" providerId="ADAL" clId="{A8290FA7-622A-D149-8650-9DF3F18680D5}" dt="2022-07-18T11:39:58.616" v="28" actId="2696"/>
        <pc:sldMkLst>
          <pc:docMk/>
          <pc:sldMk cId="2113557187" sldId="264"/>
        </pc:sldMkLst>
        <pc:spChg chg="add del">
          <ac:chgData name="Riccardo Berta" userId="c8694f89-bba4-4576-b0a8-456619ca5a8c" providerId="ADAL" clId="{A8290FA7-622A-D149-8650-9DF3F18680D5}" dt="2022-07-27T11:59:11.727" v="2638" actId="478"/>
          <ac:spMkLst>
            <pc:docMk/>
            <pc:sldMk cId="2113557187" sldId="264"/>
            <ac:spMk id="3" creationId="{BC1FDF23-921F-5E18-9CFF-ACCFCF450821}"/>
          </ac:spMkLst>
        </pc:spChg>
        <pc:spChg chg="mod">
          <ac:chgData name="Riccardo Berta" userId="c8694f89-bba4-4576-b0a8-456619ca5a8c" providerId="ADAL" clId="{A8290FA7-622A-D149-8650-9DF3F18680D5}" dt="2022-07-27T11:59:29.324" v="2645" actId="5793"/>
          <ac:spMkLst>
            <pc:docMk/>
            <pc:sldMk cId="2113557187" sldId="264"/>
            <ac:spMk id="4" creationId="{F4D09BBD-B357-6547-1869-C5A2382FCC8B}"/>
          </ac:spMkLst>
        </pc:spChg>
        <pc:spChg chg="add del">
          <ac:chgData name="Riccardo Berta" userId="c8694f89-bba4-4576-b0a8-456619ca5a8c" providerId="ADAL" clId="{A8290FA7-622A-D149-8650-9DF3F18680D5}" dt="2022-07-27T11:59:15.052" v="2640" actId="478"/>
          <ac:spMkLst>
            <pc:docMk/>
            <pc:sldMk cId="2113557187" sldId="264"/>
            <ac:spMk id="6" creationId="{2CCFB366-8A7D-5E7E-B99E-3A97CFF1730F}"/>
          </ac:spMkLst>
        </pc:spChg>
        <pc:picChg chg="del">
          <ac:chgData name="Riccardo Berta" userId="c8694f89-bba4-4576-b0a8-456619ca5a8c" providerId="ADAL" clId="{A8290FA7-622A-D149-8650-9DF3F18680D5}" dt="2022-07-27T11:59:09.596" v="2636" actId="478"/>
          <ac:picMkLst>
            <pc:docMk/>
            <pc:sldMk cId="2113557187" sldId="264"/>
            <ac:picMk id="10" creationId="{0E81828B-E89F-25E9-3F87-0F05B85C6E21}"/>
          </ac:picMkLst>
        </pc:picChg>
        <pc:picChg chg="add mod">
          <ac:chgData name="Riccardo Berta" userId="c8694f89-bba4-4576-b0a8-456619ca5a8c" providerId="ADAL" clId="{A8290FA7-622A-D149-8650-9DF3F18680D5}" dt="2022-07-27T13:22:18.527" v="2647" actId="14100"/>
          <ac:picMkLst>
            <pc:docMk/>
            <pc:sldMk cId="2113557187" sldId="264"/>
            <ac:picMk id="3074" creationId="{9CA02893-40B1-CBA3-7B52-7B9773D440DD}"/>
          </ac:picMkLst>
        </pc:picChg>
      </pc:sldChg>
      <pc:sldChg chg="del">
        <pc:chgData name="Riccardo Berta" userId="c8694f89-bba4-4576-b0a8-456619ca5a8c" providerId="ADAL" clId="{A8290FA7-622A-D149-8650-9DF3F18680D5}" dt="2022-07-18T11:39:58.749" v="29" actId="2696"/>
        <pc:sldMkLst>
          <pc:docMk/>
          <pc:sldMk cId="2045385232" sldId="265"/>
        </pc:sldMkLst>
        <pc:spChg chg="mod">
          <ac:chgData name="Riccardo Berta" userId="c8694f89-bba4-4576-b0a8-456619ca5a8c" providerId="ADAL" clId="{A8290FA7-622A-D149-8650-9DF3F18680D5}" dt="2022-07-27T13:28:40.287" v="2835" actId="20577"/>
          <ac:spMkLst>
            <pc:docMk/>
            <pc:sldMk cId="2045385232" sldId="265"/>
            <ac:spMk id="2" creationId="{7ACF5050-2FE7-D51A-3B42-49745B74F8BD}"/>
          </ac:spMkLst>
        </pc:spChg>
        <pc:spChg chg="mod">
          <ac:chgData name="Riccardo Berta" userId="c8694f89-bba4-4576-b0a8-456619ca5a8c" providerId="ADAL" clId="{A8290FA7-622A-D149-8650-9DF3F18680D5}" dt="2022-07-27T13:34:43.252" v="2978" actId="20577"/>
          <ac:spMkLst>
            <pc:docMk/>
            <pc:sldMk cId="2045385232" sldId="265"/>
            <ac:spMk id="3" creationId="{443CA410-E246-EACE-351E-80C846A06F66}"/>
          </ac:spMkLst>
        </pc:spChg>
        <pc:picChg chg="add mod">
          <ac:chgData name="Riccardo Berta" userId="c8694f89-bba4-4576-b0a8-456619ca5a8c" providerId="ADAL" clId="{A8290FA7-622A-D149-8650-9DF3F18680D5}" dt="2022-07-27T13:29:04.301" v="2839" actId="1076"/>
          <ac:picMkLst>
            <pc:docMk/>
            <pc:sldMk cId="2045385232" sldId="265"/>
            <ac:picMk id="5" creationId="{6F2A372C-E4F3-6EB3-7011-0A41077F7959}"/>
          </ac:picMkLst>
        </pc:picChg>
      </pc:sldChg>
      <pc:sldChg chg="del">
        <pc:chgData name="Riccardo Berta" userId="c8694f89-bba4-4576-b0a8-456619ca5a8c" providerId="ADAL" clId="{A8290FA7-622A-D149-8650-9DF3F18680D5}" dt="2022-07-18T11:39:58.869" v="30" actId="2696"/>
        <pc:sldMkLst>
          <pc:docMk/>
          <pc:sldMk cId="4181844165" sldId="266"/>
        </pc:sldMkLst>
      </pc:sldChg>
      <pc:sldChg chg="del">
        <pc:chgData name="Riccardo Berta" userId="c8694f89-bba4-4576-b0a8-456619ca5a8c" providerId="ADAL" clId="{A8290FA7-622A-D149-8650-9DF3F18680D5}" dt="2022-07-18T11:39:59.035" v="31" actId="2696"/>
        <pc:sldMkLst>
          <pc:docMk/>
          <pc:sldMk cId="216455838" sldId="267"/>
        </pc:sldMkLst>
      </pc:sldChg>
      <pc:sldChg chg="del">
        <pc:chgData name="Riccardo Berta" userId="c8694f89-bba4-4576-b0a8-456619ca5a8c" providerId="ADAL" clId="{A8290FA7-622A-D149-8650-9DF3F18680D5}" dt="2022-07-18T11:39:59.202" v="32" actId="2696"/>
        <pc:sldMkLst>
          <pc:docMk/>
          <pc:sldMk cId="3471997037" sldId="269"/>
        </pc:sldMkLst>
      </pc:sldChg>
      <pc:sldChg chg="del">
        <pc:chgData name="Riccardo Berta" userId="c8694f89-bba4-4576-b0a8-456619ca5a8c" providerId="ADAL" clId="{A8290FA7-622A-D149-8650-9DF3F18680D5}" dt="2022-07-18T11:39:59.363" v="33" actId="2696"/>
        <pc:sldMkLst>
          <pc:docMk/>
          <pc:sldMk cId="3130917410" sldId="270"/>
        </pc:sldMkLst>
      </pc:sldChg>
      <pc:sldChg chg="del">
        <pc:chgData name="Riccardo Berta" userId="c8694f89-bba4-4576-b0a8-456619ca5a8c" providerId="ADAL" clId="{A8290FA7-622A-D149-8650-9DF3F18680D5}" dt="2022-07-18T11:39:59.502" v="34" actId="2696"/>
        <pc:sldMkLst>
          <pc:docMk/>
          <pc:sldMk cId="2266699268" sldId="271"/>
        </pc:sldMkLst>
      </pc:sldChg>
      <pc:sldChg chg="del">
        <pc:chgData name="Riccardo Berta" userId="c8694f89-bba4-4576-b0a8-456619ca5a8c" providerId="ADAL" clId="{A8290FA7-622A-D149-8650-9DF3F18680D5}" dt="2022-07-18T11:40:00.091" v="38" actId="2696"/>
        <pc:sldMkLst>
          <pc:docMk/>
          <pc:sldMk cId="993270251" sldId="272"/>
        </pc:sldMkLst>
      </pc:sldChg>
      <pc:sldChg chg="del">
        <pc:chgData name="Riccardo Berta" userId="c8694f89-bba4-4576-b0a8-456619ca5a8c" providerId="ADAL" clId="{A8290FA7-622A-D149-8650-9DF3F18680D5}" dt="2022-07-18T11:39:59.623" v="35" actId="2696"/>
        <pc:sldMkLst>
          <pc:docMk/>
          <pc:sldMk cId="3843819371" sldId="273"/>
        </pc:sldMkLst>
      </pc:sldChg>
      <pc:sldChg chg="del">
        <pc:chgData name="Riccardo Berta" userId="c8694f89-bba4-4576-b0a8-456619ca5a8c" providerId="ADAL" clId="{A8290FA7-622A-D149-8650-9DF3F18680D5}" dt="2022-07-18T11:39:59.806" v="36" actId="2696"/>
        <pc:sldMkLst>
          <pc:docMk/>
          <pc:sldMk cId="3084049364" sldId="274"/>
        </pc:sldMkLst>
      </pc:sldChg>
      <pc:sldChg chg="del">
        <pc:chgData name="Riccardo Berta" userId="c8694f89-bba4-4576-b0a8-456619ca5a8c" providerId="ADAL" clId="{A8290FA7-622A-D149-8650-9DF3F18680D5}" dt="2022-07-18T11:39:59.937" v="37" actId="2696"/>
        <pc:sldMkLst>
          <pc:docMk/>
          <pc:sldMk cId="284781631" sldId="275"/>
        </pc:sldMkLst>
      </pc:sldChg>
      <pc:sldMasterChg chg="modSp mod delSldLayout modSldLayout">
        <pc:chgData name="Riccardo Berta" userId="c8694f89-bba4-4576-b0a8-456619ca5a8c" providerId="ADAL" clId="{A8290FA7-622A-D149-8650-9DF3F18680D5}" dt="2022-07-27T08:45:00.853" v="1135" actId="20577"/>
        <pc:sldMasterMkLst>
          <pc:docMk/>
          <pc:sldMasterMk cId="0" sldId="2147483659"/>
        </pc:sldMasterMkLst>
        <pc:spChg chg="mod">
          <ac:chgData name="Riccardo Berta" userId="c8694f89-bba4-4576-b0a8-456619ca5a8c" providerId="ADAL" clId="{A8290FA7-622A-D149-8650-9DF3F18680D5}" dt="2022-07-27T08:45:00.853" v="1135" actId="20577"/>
          <ac:spMkLst>
            <pc:docMk/>
            <pc:sldMasterMk cId="0" sldId="2147483659"/>
            <ac:spMk id="7" creationId="{00000000-0000-0000-0000-000000000000}"/>
          </ac:spMkLst>
        </pc:spChg>
        <pc:sldLayoutChg chg="del">
          <pc:chgData name="Riccardo Berta" userId="c8694f89-bba4-4576-b0a8-456619ca5a8c" providerId="ADAL" clId="{A8290FA7-622A-D149-8650-9DF3F18680D5}" dt="2022-07-27T07:48:28.832" v="223" actId="2696"/>
          <pc:sldLayoutMkLst>
            <pc:docMk/>
            <pc:sldMasterMk cId="0" sldId="2147483659"/>
            <pc:sldLayoutMk cId="0" sldId="2147483649"/>
          </pc:sldLayoutMkLst>
        </pc:sldLayoutChg>
        <pc:sldLayoutChg chg="delSp">
          <pc:chgData name="Riccardo Berta" userId="c8694f89-bba4-4576-b0a8-456619ca5a8c" providerId="ADAL" clId="{A8290FA7-622A-D149-8650-9DF3F18680D5}" dt="2022-07-27T08:44:23.725" v="1124"/>
          <pc:sldLayoutMkLst>
            <pc:docMk/>
            <pc:sldMasterMk cId="0" sldId="2147483659"/>
            <pc:sldLayoutMk cId="0" sldId="2147483650"/>
          </pc:sldLayoutMkLst>
          <pc:spChg chg="del">
            <ac:chgData name="Riccardo Berta" userId="c8694f89-bba4-4576-b0a8-456619ca5a8c" providerId="ADAL" clId="{A8290FA7-622A-D149-8650-9DF3F18680D5}" dt="2022-07-27T08:44:23.725" v="1124"/>
            <ac:spMkLst>
              <pc:docMk/>
              <pc:sldMasterMk cId="0" sldId="2147483659"/>
              <pc:sldLayoutMk cId="0" sldId="2147483650"/>
              <ac:spMk id="22" creationId="{00000000-0000-0000-0000-000000000000}"/>
            </ac:spMkLst>
          </pc:spChg>
        </pc:sldLayoutChg>
      </pc:sldMasterChg>
    </pc:docChg>
  </pc:docChgLst>
  <pc:docChgLst>
    <pc:chgData name="Riccardo Berta" userId="c8694f89-bba4-4576-b0a8-456619ca5a8c" providerId="ADAL" clId="{8DFB5BC6-994B-3141-98E9-85AB63727E49}"/>
    <pc:docChg chg="custSel modSld">
      <pc:chgData name="Riccardo Berta" userId="c8694f89-bba4-4576-b0a8-456619ca5a8c" providerId="ADAL" clId="{8DFB5BC6-994B-3141-98E9-85AB63727E49}" dt="2022-11-16T10:18:44.146" v="52" actId="767"/>
      <pc:docMkLst>
        <pc:docMk/>
      </pc:docMkLst>
      <pc:sldChg chg="addSp modSp">
        <pc:chgData name="Riccardo Berta" userId="c8694f89-bba4-4576-b0a8-456619ca5a8c" providerId="ADAL" clId="{8DFB5BC6-994B-3141-98E9-85AB63727E49}" dt="2022-11-16T10:18:44.146" v="52" actId="767"/>
        <pc:sldMkLst>
          <pc:docMk/>
          <pc:sldMk cId="0" sldId="256"/>
        </pc:sldMkLst>
        <pc:spChg chg="add mod">
          <ac:chgData name="Riccardo Berta" userId="c8694f89-bba4-4576-b0a8-456619ca5a8c" providerId="ADAL" clId="{8DFB5BC6-994B-3141-98E9-85AB63727E49}" dt="2022-11-16T10:18:44.146" v="52" actId="767"/>
          <ac:spMkLst>
            <pc:docMk/>
            <pc:sldMk cId="0" sldId="256"/>
            <ac:spMk id="2" creationId="{15B4D833-F59D-26E4-3DCB-AF8E72E5F3AE}"/>
          </ac:spMkLst>
        </pc:spChg>
      </pc:sldChg>
      <pc:sldChg chg="modSp mod">
        <pc:chgData name="Riccardo Berta" userId="c8694f89-bba4-4576-b0a8-456619ca5a8c" providerId="ADAL" clId="{8DFB5BC6-994B-3141-98E9-85AB63727E49}" dt="2022-11-16T07:05:41.682" v="17" actId="1076"/>
        <pc:sldMkLst>
          <pc:docMk/>
          <pc:sldMk cId="411550242" sldId="274"/>
        </pc:sldMkLst>
        <pc:spChg chg="mod">
          <ac:chgData name="Riccardo Berta" userId="c8694f89-bba4-4576-b0a8-456619ca5a8c" providerId="ADAL" clId="{8DFB5BC6-994B-3141-98E9-85AB63727E49}" dt="2022-11-16T07:05:35.886" v="16" actId="20577"/>
          <ac:spMkLst>
            <pc:docMk/>
            <pc:sldMk cId="411550242" sldId="274"/>
            <ac:spMk id="84" creationId="{00000000-0000-0000-0000-000000000000}"/>
          </ac:spMkLst>
        </pc:spChg>
        <pc:picChg chg="mod">
          <ac:chgData name="Riccardo Berta" userId="c8694f89-bba4-4576-b0a8-456619ca5a8c" providerId="ADAL" clId="{8DFB5BC6-994B-3141-98E9-85AB63727E49}" dt="2022-11-16T07:05:41.682" v="17" actId="1076"/>
          <ac:picMkLst>
            <pc:docMk/>
            <pc:sldMk cId="411550242" sldId="274"/>
            <ac:picMk id="3" creationId="{30EC4DDD-F5AC-A253-9088-288CB536E14A}"/>
          </ac:picMkLst>
        </pc:picChg>
      </pc:sldChg>
      <pc:sldChg chg="addSp delSp modSp mod">
        <pc:chgData name="Riccardo Berta" userId="c8694f89-bba4-4576-b0a8-456619ca5a8c" providerId="ADAL" clId="{8DFB5BC6-994B-3141-98E9-85AB63727E49}" dt="2022-11-16T07:09:07.896" v="26" actId="164"/>
        <pc:sldMkLst>
          <pc:docMk/>
          <pc:sldMk cId="189339524" sldId="276"/>
        </pc:sldMkLst>
        <pc:spChg chg="add mod">
          <ac:chgData name="Riccardo Berta" userId="c8694f89-bba4-4576-b0a8-456619ca5a8c" providerId="ADAL" clId="{8DFB5BC6-994B-3141-98E9-85AB63727E49}" dt="2022-11-16T07:09:07.896" v="26" actId="164"/>
          <ac:spMkLst>
            <pc:docMk/>
            <pc:sldMk cId="189339524" sldId="276"/>
            <ac:spMk id="5" creationId="{6B54A3EF-17A4-EC75-DCD7-4C36AEB81CAB}"/>
          </ac:spMkLst>
        </pc:spChg>
        <pc:grpChg chg="add mod">
          <ac:chgData name="Riccardo Berta" userId="c8694f89-bba4-4576-b0a8-456619ca5a8c" providerId="ADAL" clId="{8DFB5BC6-994B-3141-98E9-85AB63727E49}" dt="2022-11-16T07:09:07.896" v="26" actId="164"/>
          <ac:grpSpMkLst>
            <pc:docMk/>
            <pc:sldMk cId="189339524" sldId="276"/>
            <ac:grpSpMk id="6" creationId="{AB8A274B-DA7A-BD97-B8F9-838C6028EDE9}"/>
          </ac:grpSpMkLst>
        </pc:grpChg>
        <pc:picChg chg="del">
          <ac:chgData name="Riccardo Berta" userId="c8694f89-bba4-4576-b0a8-456619ca5a8c" providerId="ADAL" clId="{8DFB5BC6-994B-3141-98E9-85AB63727E49}" dt="2022-11-16T07:08:27.738" v="18" actId="478"/>
          <ac:picMkLst>
            <pc:docMk/>
            <pc:sldMk cId="189339524" sldId="276"/>
            <ac:picMk id="3" creationId="{48A7D41D-F76F-69CC-4E65-FFA311770409}"/>
          </ac:picMkLst>
        </pc:picChg>
        <pc:picChg chg="add mod">
          <ac:chgData name="Riccardo Berta" userId="c8694f89-bba4-4576-b0a8-456619ca5a8c" providerId="ADAL" clId="{8DFB5BC6-994B-3141-98E9-85AB63727E49}" dt="2022-11-16T07:09:07.896" v="26" actId="164"/>
          <ac:picMkLst>
            <pc:docMk/>
            <pc:sldMk cId="189339524" sldId="276"/>
            <ac:picMk id="4" creationId="{C4B6E924-3FF8-516B-8E9D-05D1EE2973D9}"/>
          </ac:picMkLst>
        </pc:picChg>
      </pc:sldChg>
      <pc:sldChg chg="modSp mod">
        <pc:chgData name="Riccardo Berta" userId="c8694f89-bba4-4576-b0a8-456619ca5a8c" providerId="ADAL" clId="{8DFB5BC6-994B-3141-98E9-85AB63727E49}" dt="2022-11-16T07:19:11.122" v="51" actId="20577"/>
        <pc:sldMkLst>
          <pc:docMk/>
          <pc:sldMk cId="2509645545" sldId="279"/>
        </pc:sldMkLst>
        <pc:spChg chg="mod">
          <ac:chgData name="Riccardo Berta" userId="c8694f89-bba4-4576-b0a8-456619ca5a8c" providerId="ADAL" clId="{8DFB5BC6-994B-3141-98E9-85AB63727E49}" dt="2022-11-16T07:19:11.122" v="51" actId="20577"/>
          <ac:spMkLst>
            <pc:docMk/>
            <pc:sldMk cId="2509645545" sldId="279"/>
            <ac:spMk id="84" creationId="{00000000-0000-0000-0000-000000000000}"/>
          </ac:spMkLst>
        </pc:spChg>
      </pc:sldChg>
      <pc:sldChg chg="modSp mod">
        <pc:chgData name="Riccardo Berta" userId="c8694f89-bba4-4576-b0a8-456619ca5a8c" providerId="ADAL" clId="{8DFB5BC6-994B-3141-98E9-85AB63727E49}" dt="2022-11-16T07:13:15.148" v="42" actId="313"/>
        <pc:sldMkLst>
          <pc:docMk/>
          <pc:sldMk cId="2315955737" sldId="285"/>
        </pc:sldMkLst>
        <pc:spChg chg="mod">
          <ac:chgData name="Riccardo Berta" userId="c8694f89-bba4-4576-b0a8-456619ca5a8c" providerId="ADAL" clId="{8DFB5BC6-994B-3141-98E9-85AB63727E49}" dt="2022-11-16T07:13:15.148" v="42" actId="313"/>
          <ac:spMkLst>
            <pc:docMk/>
            <pc:sldMk cId="2315955737" sldId="285"/>
            <ac:spMk id="84" creationId="{00000000-0000-0000-0000-000000000000}"/>
          </ac:spMkLst>
        </pc:spChg>
      </pc:sldChg>
      <pc:sldChg chg="modSp mod">
        <pc:chgData name="Riccardo Berta" userId="c8694f89-bba4-4576-b0a8-456619ca5a8c" providerId="ADAL" clId="{8DFB5BC6-994B-3141-98E9-85AB63727E49}" dt="2022-11-16T07:17:01.671" v="50" actId="1037"/>
        <pc:sldMkLst>
          <pc:docMk/>
          <pc:sldMk cId="342907949" sldId="290"/>
        </pc:sldMkLst>
        <pc:picChg chg="mod">
          <ac:chgData name="Riccardo Berta" userId="c8694f89-bba4-4576-b0a8-456619ca5a8c" providerId="ADAL" clId="{8DFB5BC6-994B-3141-98E9-85AB63727E49}" dt="2022-11-16T07:17:01.671" v="50" actId="1037"/>
          <ac:picMkLst>
            <pc:docMk/>
            <pc:sldMk cId="342907949" sldId="290"/>
            <ac:picMk id="5" creationId="{32FFBFA3-ECA1-D2F1-EE9D-3C8551F7748C}"/>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309"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p: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 name="Google Shape;60;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538664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645128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072392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446241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975573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134882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278592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2656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030362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276448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p:nvPr/>
        </p:nvSpPr>
        <p:spPr>
          <a:xfrm>
            <a:off x="2744013" y="1008933"/>
            <a:ext cx="1081625" cy="1499896"/>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sp>
      <p:sp>
        <p:nvSpPr>
          <p:cNvPr id="11" name="Google Shape;11;p2"/>
          <p:cNvSpPr/>
          <p:nvPr/>
        </p:nvSpPr>
        <p:spPr>
          <a:xfrm rot="10800000">
            <a:off x="5318350" y="4355671"/>
            <a:ext cx="1081625" cy="1499896"/>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sp>
      <p:sp>
        <p:nvSpPr>
          <p:cNvPr id="12" name="Google Shape;12;p2"/>
          <p:cNvSpPr txBox="1">
            <a:spLocks noGrp="1"/>
          </p:cNvSpPr>
          <p:nvPr>
            <p:ph type="ctrTitle"/>
          </p:nvPr>
        </p:nvSpPr>
        <p:spPr>
          <a:xfrm>
            <a:off x="3044700" y="1925674"/>
            <a:ext cx="3054600" cy="2049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a:lvl1pPr>
            <a:lvl2pPr lvl="1" algn="ctr">
              <a:spcBef>
                <a:spcPts val="0"/>
              </a:spcBef>
              <a:spcAft>
                <a:spcPts val="0"/>
              </a:spcAft>
              <a:buSzPts val="4200"/>
              <a:buNone/>
              <a:defRPr/>
            </a:lvl2pPr>
            <a:lvl3pPr lvl="2" algn="ctr">
              <a:spcBef>
                <a:spcPts val="0"/>
              </a:spcBef>
              <a:spcAft>
                <a:spcPts val="0"/>
              </a:spcAft>
              <a:buSzPts val="4200"/>
              <a:buNone/>
              <a:defRPr/>
            </a:lvl3pPr>
            <a:lvl4pPr lvl="3" algn="ctr">
              <a:spcBef>
                <a:spcPts val="0"/>
              </a:spcBef>
              <a:spcAft>
                <a:spcPts val="0"/>
              </a:spcAft>
              <a:buSzPts val="4200"/>
              <a:buNone/>
              <a:defRPr/>
            </a:lvl4pPr>
            <a:lvl5pPr lvl="4" algn="ctr">
              <a:spcBef>
                <a:spcPts val="0"/>
              </a:spcBef>
              <a:spcAft>
                <a:spcPts val="0"/>
              </a:spcAft>
              <a:buSzPts val="4200"/>
              <a:buNone/>
              <a:defRPr/>
            </a:lvl5pPr>
            <a:lvl6pPr lvl="5" algn="ctr">
              <a:spcBef>
                <a:spcPts val="0"/>
              </a:spcBef>
              <a:spcAft>
                <a:spcPts val="0"/>
              </a:spcAft>
              <a:buSzPts val="4200"/>
              <a:buNone/>
              <a:defRPr/>
            </a:lvl6pPr>
            <a:lvl7pPr lvl="6" algn="ctr">
              <a:spcBef>
                <a:spcPts val="0"/>
              </a:spcBef>
              <a:spcAft>
                <a:spcPts val="0"/>
              </a:spcAft>
              <a:buSzPts val="4200"/>
              <a:buNone/>
              <a:defRPr/>
            </a:lvl7pPr>
            <a:lvl8pPr lvl="7" algn="ctr">
              <a:spcBef>
                <a:spcPts val="0"/>
              </a:spcBef>
              <a:spcAft>
                <a:spcPts val="0"/>
              </a:spcAft>
              <a:buSzPts val="4200"/>
              <a:buNone/>
              <a:defRPr/>
            </a:lvl8pPr>
            <a:lvl9pPr lvl="8" algn="ctr">
              <a:spcBef>
                <a:spcPts val="0"/>
              </a:spcBef>
              <a:spcAft>
                <a:spcPts val="0"/>
              </a:spcAft>
              <a:buSzPts val="4200"/>
              <a:buNone/>
              <a:defRPr/>
            </a:lvl9pPr>
          </a:lstStyle>
          <a:p>
            <a:endParaRPr/>
          </a:p>
        </p:txBody>
      </p:sp>
      <p:sp>
        <p:nvSpPr>
          <p:cNvPr id="13" name="Google Shape;13;p2"/>
          <p:cNvSpPr txBox="1">
            <a:spLocks noGrp="1"/>
          </p:cNvSpPr>
          <p:nvPr>
            <p:ph type="subTitle" idx="1"/>
          </p:nvPr>
        </p:nvSpPr>
        <p:spPr>
          <a:xfrm>
            <a:off x="3044700" y="4155440"/>
            <a:ext cx="3054600" cy="9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Font typeface="Economica"/>
              <a:buNone/>
              <a:defRPr sz="2100">
                <a:latin typeface="Economica"/>
                <a:ea typeface="Economica"/>
                <a:cs typeface="Economica"/>
                <a:sym typeface="Economica"/>
              </a:defRPr>
            </a:lvl1pPr>
            <a:lvl2pPr lvl="1" algn="ctr">
              <a:lnSpc>
                <a:spcPct val="100000"/>
              </a:lnSpc>
              <a:spcBef>
                <a:spcPts val="0"/>
              </a:spcBef>
              <a:spcAft>
                <a:spcPts val="0"/>
              </a:spcAft>
              <a:buSzPts val="2100"/>
              <a:buFont typeface="Economica"/>
              <a:buNone/>
              <a:defRPr sz="2100">
                <a:latin typeface="Economica"/>
                <a:ea typeface="Economica"/>
                <a:cs typeface="Economica"/>
                <a:sym typeface="Economica"/>
              </a:defRPr>
            </a:lvl2pPr>
            <a:lvl3pPr lvl="2" algn="ctr">
              <a:lnSpc>
                <a:spcPct val="100000"/>
              </a:lnSpc>
              <a:spcBef>
                <a:spcPts val="0"/>
              </a:spcBef>
              <a:spcAft>
                <a:spcPts val="0"/>
              </a:spcAft>
              <a:buSzPts val="2100"/>
              <a:buFont typeface="Economica"/>
              <a:buNone/>
              <a:defRPr sz="2100">
                <a:latin typeface="Economica"/>
                <a:ea typeface="Economica"/>
                <a:cs typeface="Economica"/>
                <a:sym typeface="Economica"/>
              </a:defRPr>
            </a:lvl3pPr>
            <a:lvl4pPr lvl="3" algn="ctr">
              <a:lnSpc>
                <a:spcPct val="100000"/>
              </a:lnSpc>
              <a:spcBef>
                <a:spcPts val="0"/>
              </a:spcBef>
              <a:spcAft>
                <a:spcPts val="0"/>
              </a:spcAft>
              <a:buSzPts val="2100"/>
              <a:buFont typeface="Economica"/>
              <a:buNone/>
              <a:defRPr sz="2100">
                <a:latin typeface="Economica"/>
                <a:ea typeface="Economica"/>
                <a:cs typeface="Economica"/>
                <a:sym typeface="Economica"/>
              </a:defRPr>
            </a:lvl4pPr>
            <a:lvl5pPr lvl="4" algn="ctr">
              <a:lnSpc>
                <a:spcPct val="100000"/>
              </a:lnSpc>
              <a:spcBef>
                <a:spcPts val="0"/>
              </a:spcBef>
              <a:spcAft>
                <a:spcPts val="0"/>
              </a:spcAft>
              <a:buSzPts val="2100"/>
              <a:buFont typeface="Economica"/>
              <a:buNone/>
              <a:defRPr sz="2100">
                <a:latin typeface="Economica"/>
                <a:ea typeface="Economica"/>
                <a:cs typeface="Economica"/>
                <a:sym typeface="Economica"/>
              </a:defRPr>
            </a:lvl5pPr>
            <a:lvl6pPr lvl="5" algn="ctr">
              <a:lnSpc>
                <a:spcPct val="100000"/>
              </a:lnSpc>
              <a:spcBef>
                <a:spcPts val="0"/>
              </a:spcBef>
              <a:spcAft>
                <a:spcPts val="0"/>
              </a:spcAft>
              <a:buSzPts val="2100"/>
              <a:buFont typeface="Economica"/>
              <a:buNone/>
              <a:defRPr sz="2100">
                <a:latin typeface="Economica"/>
                <a:ea typeface="Economica"/>
                <a:cs typeface="Economica"/>
                <a:sym typeface="Economica"/>
              </a:defRPr>
            </a:lvl6pPr>
            <a:lvl7pPr lvl="6" algn="ctr">
              <a:lnSpc>
                <a:spcPct val="100000"/>
              </a:lnSpc>
              <a:spcBef>
                <a:spcPts val="0"/>
              </a:spcBef>
              <a:spcAft>
                <a:spcPts val="0"/>
              </a:spcAft>
              <a:buSzPts val="2100"/>
              <a:buFont typeface="Economica"/>
              <a:buNone/>
              <a:defRPr sz="2100">
                <a:latin typeface="Economica"/>
                <a:ea typeface="Economica"/>
                <a:cs typeface="Economica"/>
                <a:sym typeface="Economica"/>
              </a:defRPr>
            </a:lvl7pPr>
            <a:lvl8pPr lvl="7" algn="ctr">
              <a:lnSpc>
                <a:spcPct val="100000"/>
              </a:lnSpc>
              <a:spcBef>
                <a:spcPts val="0"/>
              </a:spcBef>
              <a:spcAft>
                <a:spcPts val="0"/>
              </a:spcAft>
              <a:buSzPts val="2100"/>
              <a:buFont typeface="Economica"/>
              <a:buNone/>
              <a:defRPr sz="2100">
                <a:latin typeface="Economica"/>
                <a:ea typeface="Economica"/>
                <a:cs typeface="Economica"/>
                <a:sym typeface="Economica"/>
              </a:defRPr>
            </a:lvl8pPr>
            <a:lvl9pPr lvl="8" algn="ctr">
              <a:lnSpc>
                <a:spcPct val="100000"/>
              </a:lnSpc>
              <a:spcBef>
                <a:spcPts val="0"/>
              </a:spcBef>
              <a:spcAft>
                <a:spcPts val="0"/>
              </a:spcAft>
              <a:buSzPts val="2100"/>
              <a:buFont typeface="Economica"/>
              <a:buNone/>
              <a:defRPr sz="2100">
                <a:latin typeface="Economica"/>
                <a:ea typeface="Economica"/>
                <a:cs typeface="Economica"/>
                <a:sym typeface="Economica"/>
              </a:defRPr>
            </a:lvl9pPr>
          </a:lstStyle>
          <a:p>
            <a:endParaRPr/>
          </a:p>
        </p:txBody>
      </p:sp>
      <p:sp>
        <p:nvSpPr>
          <p:cNvPr id="14" name="Google Shape;14;p2"/>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RicTheme" userDrawn="1">
  <p:cSld name="TITLE_AND_BODY">
    <p:spTree>
      <p:nvGrpSpPr>
        <p:cNvPr id="1" name="Shape 20"/>
        <p:cNvGrpSpPr/>
        <p:nvPr/>
      </p:nvGrpSpPr>
      <p:grpSpPr>
        <a:xfrm>
          <a:off x="0" y="0"/>
          <a:ext cx="0" cy="0"/>
          <a:chOff x="0" y="0"/>
          <a:chExt cx="0" cy="0"/>
        </a:xfrm>
      </p:grpSpPr>
      <p:sp>
        <p:nvSpPr>
          <p:cNvPr id="21" name="Google Shape;21;p4"/>
          <p:cNvSpPr/>
          <p:nvPr/>
        </p:nvSpPr>
        <p:spPr>
          <a:xfrm>
            <a:off x="0" y="6727600"/>
            <a:ext cx="9144000" cy="130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4"/>
          <p:cNvSpPr txBox="1">
            <a:spLocks noGrp="1"/>
          </p:cNvSpPr>
          <p:nvPr>
            <p:ph type="body" idx="1"/>
          </p:nvPr>
        </p:nvSpPr>
        <p:spPr>
          <a:xfrm>
            <a:off x="202700" y="1104350"/>
            <a:ext cx="8818500" cy="5113200"/>
          </a:xfrm>
          <a:prstGeom prst="rect">
            <a:avLst/>
          </a:prstGeom>
        </p:spPr>
        <p:txBody>
          <a:bodyPr spcFirstLastPara="1" wrap="square" lIns="91425" tIns="91425" rIns="91425" bIns="91425" anchor="t" anchorCtr="0">
            <a:noAutofit/>
          </a:bodyPr>
          <a:lstStyle>
            <a:lvl1pPr marL="457200" lvl="0" indent="-336550">
              <a:spcBef>
                <a:spcPts val="0"/>
              </a:spcBef>
              <a:spcAft>
                <a:spcPts val="0"/>
              </a:spcAft>
              <a:buSzPts val="1700"/>
              <a:buChar char="●"/>
              <a:defRPr sz="1700"/>
            </a:lvl1pPr>
            <a:lvl2pPr marL="914400" lvl="1" indent="-323850">
              <a:lnSpc>
                <a:spcPct val="100000"/>
              </a:lnSpc>
              <a:spcBef>
                <a:spcPts val="600"/>
              </a:spcBef>
              <a:spcAft>
                <a:spcPts val="600"/>
              </a:spcAft>
              <a:buSzPts val="1500"/>
              <a:buChar char="○"/>
              <a:defRPr sz="1500"/>
            </a:lvl2pPr>
            <a:lvl3pPr marL="1371600" lvl="2" indent="-317500">
              <a:lnSpc>
                <a:spcPct val="100000"/>
              </a:lnSpc>
              <a:spcBef>
                <a:spcPts val="600"/>
              </a:spcBef>
              <a:spcAft>
                <a:spcPts val="600"/>
              </a:spcAft>
              <a:buSzPts val="1400"/>
              <a:buChar char="■"/>
              <a:defRPr/>
            </a:lvl3pPr>
            <a:lvl4pPr marL="1828800" lvl="3" indent="-304800">
              <a:spcBef>
                <a:spcPts val="1600"/>
              </a:spcBef>
              <a:spcAft>
                <a:spcPts val="0"/>
              </a:spcAft>
              <a:buSzPts val="1200"/>
              <a:buChar char="●"/>
              <a:defRPr sz="1200"/>
            </a:lvl4pPr>
            <a:lvl5pPr marL="2286000" lvl="4" indent="-292100">
              <a:spcBef>
                <a:spcPts val="1600"/>
              </a:spcBef>
              <a:spcAft>
                <a:spcPts val="0"/>
              </a:spcAft>
              <a:buSzPts val="1000"/>
              <a:buChar char="○"/>
              <a:defRPr sz="1000"/>
            </a:lvl5pPr>
            <a:lvl6pPr marL="2743200" lvl="5" indent="-292100">
              <a:spcBef>
                <a:spcPts val="1600"/>
              </a:spcBef>
              <a:spcAft>
                <a:spcPts val="0"/>
              </a:spcAft>
              <a:buSzPts val="1000"/>
              <a:buChar char="■"/>
              <a:defRPr sz="1000"/>
            </a:lvl6pPr>
            <a:lvl7pPr marL="3200400" lvl="6" indent="-292100">
              <a:spcBef>
                <a:spcPts val="1600"/>
              </a:spcBef>
              <a:spcAft>
                <a:spcPts val="0"/>
              </a:spcAft>
              <a:buSzPts val="1000"/>
              <a:buChar char="●"/>
              <a:defRPr sz="1000"/>
            </a:lvl7pPr>
            <a:lvl8pPr marL="3657600" lvl="7" indent="-292100">
              <a:spcBef>
                <a:spcPts val="1600"/>
              </a:spcBef>
              <a:spcAft>
                <a:spcPts val="0"/>
              </a:spcAft>
              <a:buSzPts val="1000"/>
              <a:buChar char="○"/>
              <a:defRPr sz="1000"/>
            </a:lvl8pPr>
            <a:lvl9pPr marL="4114800" lvl="8" indent="-292100">
              <a:spcBef>
                <a:spcPts val="1600"/>
              </a:spcBef>
              <a:spcAft>
                <a:spcPts val="1600"/>
              </a:spcAft>
              <a:buSzPts val="1000"/>
              <a:buChar char="■"/>
              <a:defRPr sz="1000"/>
            </a:lvl9pPr>
          </a:lstStyle>
          <a:p>
            <a:endParaRPr lang="it-IT" dirty="0"/>
          </a:p>
          <a:p>
            <a:pPr lvl="2"/>
            <a:endParaRPr dirty="0"/>
          </a:p>
        </p:txBody>
      </p:sp>
      <p:sp>
        <p:nvSpPr>
          <p:cNvPr id="24" name="Google Shape;24;p4"/>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5"/>
        <p:cNvGrpSpPr/>
        <p:nvPr/>
      </p:nvGrpSpPr>
      <p:grpSpPr>
        <a:xfrm>
          <a:off x="0" y="0"/>
          <a:ext cx="0" cy="0"/>
          <a:chOff x="0" y="0"/>
          <a:chExt cx="0" cy="0"/>
        </a:xfrm>
      </p:grpSpPr>
      <p:sp>
        <p:nvSpPr>
          <p:cNvPr id="26" name="Google Shape;26;p5"/>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27" name="Google Shape;27;p5"/>
          <p:cNvSpPr txBox="1">
            <a:spLocks noGrp="1"/>
          </p:cNvSpPr>
          <p:nvPr>
            <p:ph type="body" idx="1"/>
          </p:nvPr>
        </p:nvSpPr>
        <p:spPr>
          <a:xfrm>
            <a:off x="311700" y="1633633"/>
            <a:ext cx="3999900" cy="44721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8" name="Google Shape;28;p5"/>
          <p:cNvSpPr txBox="1">
            <a:spLocks noGrp="1"/>
          </p:cNvSpPr>
          <p:nvPr>
            <p:ph type="body" idx="2"/>
          </p:nvPr>
        </p:nvSpPr>
        <p:spPr>
          <a:xfrm>
            <a:off x="4832400" y="1633633"/>
            <a:ext cx="3999900" cy="44721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9" name="Google Shape;29;p5"/>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0"/>
        <p:cNvGrpSpPr/>
        <p:nvPr/>
      </p:nvGrpSpPr>
      <p:grpSpPr>
        <a:xfrm>
          <a:off x="0" y="0"/>
          <a:ext cx="0" cy="0"/>
          <a:chOff x="0" y="0"/>
          <a:chExt cx="0" cy="0"/>
        </a:xfrm>
      </p:grpSpPr>
      <p:sp>
        <p:nvSpPr>
          <p:cNvPr id="31" name="Google Shape;31;p6"/>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32" name="Google Shape;32;p6"/>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3"/>
        <p:cNvGrpSpPr/>
        <p:nvPr/>
      </p:nvGrpSpPr>
      <p:grpSpPr>
        <a:xfrm>
          <a:off x="0" y="0"/>
          <a:ext cx="0" cy="0"/>
          <a:chOff x="0" y="0"/>
          <a:chExt cx="0" cy="0"/>
        </a:xfrm>
      </p:grpSpPr>
      <p:sp>
        <p:nvSpPr>
          <p:cNvPr id="34" name="Google Shape;34;p7"/>
          <p:cNvSpPr txBox="1">
            <a:spLocks noGrp="1"/>
          </p:cNvSpPr>
          <p:nvPr>
            <p:ph type="title"/>
          </p:nvPr>
        </p:nvSpPr>
        <p:spPr>
          <a:xfrm>
            <a:off x="311700" y="740800"/>
            <a:ext cx="2808000" cy="1007700"/>
          </a:xfrm>
          <a:prstGeom prst="rect">
            <a:avLst/>
          </a:prstGeom>
        </p:spPr>
        <p:txBody>
          <a:bodyPr spcFirstLastPara="1" wrap="square" lIns="91425" tIns="91425" rIns="91425" bIns="91425" anchor="b" anchorCtr="0">
            <a:no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35" name="Google Shape;35;p7"/>
          <p:cNvSpPr txBox="1">
            <a:spLocks noGrp="1"/>
          </p:cNvSpPr>
          <p:nvPr>
            <p:ph type="body" idx="1"/>
          </p:nvPr>
        </p:nvSpPr>
        <p:spPr>
          <a:xfrm>
            <a:off x="311700" y="1865867"/>
            <a:ext cx="2808000" cy="37131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6" name="Google Shape;36;p7"/>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7"/>
        <p:cNvGrpSpPr/>
        <p:nvPr/>
      </p:nvGrpSpPr>
      <p:grpSpPr>
        <a:xfrm>
          <a:off x="0" y="0"/>
          <a:ext cx="0" cy="0"/>
          <a:chOff x="0" y="0"/>
          <a:chExt cx="0" cy="0"/>
        </a:xfrm>
      </p:grpSpPr>
      <p:sp>
        <p:nvSpPr>
          <p:cNvPr id="38" name="Google Shape;38;p8"/>
          <p:cNvSpPr/>
          <p:nvPr/>
        </p:nvSpPr>
        <p:spPr>
          <a:xfrm>
            <a:off x="0" y="6727600"/>
            <a:ext cx="9144000" cy="130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8"/>
          <p:cNvSpPr txBox="1">
            <a:spLocks noGrp="1"/>
          </p:cNvSpPr>
          <p:nvPr>
            <p:ph type="title"/>
          </p:nvPr>
        </p:nvSpPr>
        <p:spPr>
          <a:xfrm>
            <a:off x="490250" y="600200"/>
            <a:ext cx="5878800" cy="54543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0" name="Google Shape;40;p8"/>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1"/>
        <p:cNvGrpSpPr/>
        <p:nvPr/>
      </p:nvGrpSpPr>
      <p:grpSpPr>
        <a:xfrm>
          <a:off x="0" y="0"/>
          <a:ext cx="0" cy="0"/>
          <a:chOff x="0" y="0"/>
          <a:chExt cx="0" cy="0"/>
        </a:xfrm>
      </p:grpSpPr>
      <p:sp>
        <p:nvSpPr>
          <p:cNvPr id="42" name="Google Shape;42;p9"/>
          <p:cNvSpPr/>
          <p:nvPr/>
        </p:nvSpPr>
        <p:spPr>
          <a:xfrm>
            <a:off x="4572000" y="-33"/>
            <a:ext cx="4572000" cy="68580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3" name="Google Shape;43;p9"/>
          <p:cNvCxnSpPr/>
          <p:nvPr/>
        </p:nvCxnSpPr>
        <p:spPr>
          <a:xfrm>
            <a:off x="5029675" y="5994000"/>
            <a:ext cx="468300" cy="0"/>
          </a:xfrm>
          <a:prstGeom prst="straightConnector1">
            <a:avLst/>
          </a:prstGeom>
          <a:noFill/>
          <a:ln w="19050" cap="flat" cmpd="sng">
            <a:solidFill>
              <a:schemeClr val="lt1"/>
            </a:solidFill>
            <a:prstDash val="solid"/>
            <a:round/>
            <a:headEnd type="none" w="sm" len="sm"/>
            <a:tailEnd type="none" w="sm" len="sm"/>
          </a:ln>
        </p:spPr>
      </p:cxnSp>
      <p:sp>
        <p:nvSpPr>
          <p:cNvPr id="44" name="Google Shape;44;p9"/>
          <p:cNvSpPr txBox="1">
            <a:spLocks noGrp="1"/>
          </p:cNvSpPr>
          <p:nvPr>
            <p:ph type="title"/>
          </p:nvPr>
        </p:nvSpPr>
        <p:spPr>
          <a:xfrm>
            <a:off x="265500" y="1239033"/>
            <a:ext cx="4045200" cy="2381700"/>
          </a:xfrm>
          <a:prstGeom prst="rect">
            <a:avLst/>
          </a:prstGeom>
        </p:spPr>
        <p:txBody>
          <a:bodyPr spcFirstLastPara="1" wrap="square" lIns="91425" tIns="91425" rIns="91425" bIns="91425" anchor="b" anchorCtr="0">
            <a:noAutofit/>
          </a:bodyPr>
          <a:lstStyle>
            <a:lvl1pPr lvl="0" algn="ctr">
              <a:spcBef>
                <a:spcPts val="0"/>
              </a:spcBef>
              <a:spcAft>
                <a:spcPts val="0"/>
              </a:spcAft>
              <a:buClr>
                <a:schemeClr val="lt2"/>
              </a:buClr>
              <a:buSzPts val="4200"/>
              <a:buNone/>
              <a:defRPr>
                <a:solidFill>
                  <a:schemeClr val="lt2"/>
                </a:solidFill>
              </a:defRPr>
            </a:lvl1pPr>
            <a:lvl2pPr lvl="1" algn="ctr">
              <a:spcBef>
                <a:spcPts val="0"/>
              </a:spcBef>
              <a:spcAft>
                <a:spcPts val="0"/>
              </a:spcAft>
              <a:buClr>
                <a:schemeClr val="lt2"/>
              </a:buClr>
              <a:buSzPts val="4200"/>
              <a:buNone/>
              <a:defRPr>
                <a:solidFill>
                  <a:schemeClr val="lt2"/>
                </a:solidFill>
              </a:defRPr>
            </a:lvl2pPr>
            <a:lvl3pPr lvl="2" algn="ctr">
              <a:spcBef>
                <a:spcPts val="0"/>
              </a:spcBef>
              <a:spcAft>
                <a:spcPts val="0"/>
              </a:spcAft>
              <a:buClr>
                <a:schemeClr val="lt2"/>
              </a:buClr>
              <a:buSzPts val="4200"/>
              <a:buNone/>
              <a:defRPr>
                <a:solidFill>
                  <a:schemeClr val="lt2"/>
                </a:solidFill>
              </a:defRPr>
            </a:lvl3pPr>
            <a:lvl4pPr lvl="3" algn="ctr">
              <a:spcBef>
                <a:spcPts val="0"/>
              </a:spcBef>
              <a:spcAft>
                <a:spcPts val="0"/>
              </a:spcAft>
              <a:buClr>
                <a:schemeClr val="lt2"/>
              </a:buClr>
              <a:buSzPts val="4200"/>
              <a:buNone/>
              <a:defRPr>
                <a:solidFill>
                  <a:schemeClr val="lt2"/>
                </a:solidFill>
              </a:defRPr>
            </a:lvl4pPr>
            <a:lvl5pPr lvl="4" algn="ctr">
              <a:spcBef>
                <a:spcPts val="0"/>
              </a:spcBef>
              <a:spcAft>
                <a:spcPts val="0"/>
              </a:spcAft>
              <a:buClr>
                <a:schemeClr val="lt2"/>
              </a:buClr>
              <a:buSzPts val="4200"/>
              <a:buNone/>
              <a:defRPr>
                <a:solidFill>
                  <a:schemeClr val="lt2"/>
                </a:solidFill>
              </a:defRPr>
            </a:lvl5pPr>
            <a:lvl6pPr lvl="5" algn="ctr">
              <a:spcBef>
                <a:spcPts val="0"/>
              </a:spcBef>
              <a:spcAft>
                <a:spcPts val="0"/>
              </a:spcAft>
              <a:buClr>
                <a:schemeClr val="lt2"/>
              </a:buClr>
              <a:buSzPts val="4200"/>
              <a:buNone/>
              <a:defRPr>
                <a:solidFill>
                  <a:schemeClr val="lt2"/>
                </a:solidFill>
              </a:defRPr>
            </a:lvl6pPr>
            <a:lvl7pPr lvl="6" algn="ctr">
              <a:spcBef>
                <a:spcPts val="0"/>
              </a:spcBef>
              <a:spcAft>
                <a:spcPts val="0"/>
              </a:spcAft>
              <a:buClr>
                <a:schemeClr val="lt2"/>
              </a:buClr>
              <a:buSzPts val="4200"/>
              <a:buNone/>
              <a:defRPr>
                <a:solidFill>
                  <a:schemeClr val="lt2"/>
                </a:solidFill>
              </a:defRPr>
            </a:lvl7pPr>
            <a:lvl8pPr lvl="7" algn="ctr">
              <a:spcBef>
                <a:spcPts val="0"/>
              </a:spcBef>
              <a:spcAft>
                <a:spcPts val="0"/>
              </a:spcAft>
              <a:buClr>
                <a:schemeClr val="lt2"/>
              </a:buClr>
              <a:buSzPts val="4200"/>
              <a:buNone/>
              <a:defRPr>
                <a:solidFill>
                  <a:schemeClr val="lt2"/>
                </a:solidFill>
              </a:defRPr>
            </a:lvl8pPr>
            <a:lvl9pPr lvl="8" algn="ctr">
              <a:spcBef>
                <a:spcPts val="0"/>
              </a:spcBef>
              <a:spcAft>
                <a:spcPts val="0"/>
              </a:spcAft>
              <a:buClr>
                <a:schemeClr val="lt2"/>
              </a:buClr>
              <a:buSzPts val="4200"/>
              <a:buNone/>
              <a:defRPr>
                <a:solidFill>
                  <a:schemeClr val="lt2"/>
                </a:solidFill>
              </a:defRPr>
            </a:lvl9pPr>
          </a:lstStyle>
          <a:p>
            <a:endParaRPr/>
          </a:p>
        </p:txBody>
      </p:sp>
      <p:sp>
        <p:nvSpPr>
          <p:cNvPr id="45" name="Google Shape;45;p9"/>
          <p:cNvSpPr txBox="1">
            <a:spLocks noGrp="1"/>
          </p:cNvSpPr>
          <p:nvPr>
            <p:ph type="subTitle" idx="1"/>
          </p:nvPr>
        </p:nvSpPr>
        <p:spPr>
          <a:xfrm>
            <a:off x="265500" y="3692001"/>
            <a:ext cx="4045200" cy="20988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400"/>
              <a:buFont typeface="Economica"/>
              <a:buNone/>
              <a:defRPr sz="2400">
                <a:latin typeface="Economica"/>
                <a:ea typeface="Economica"/>
                <a:cs typeface="Economica"/>
                <a:sym typeface="Economica"/>
              </a:defRPr>
            </a:lvl1pPr>
            <a:lvl2pPr lvl="1" algn="ctr">
              <a:lnSpc>
                <a:spcPct val="100000"/>
              </a:lnSpc>
              <a:spcBef>
                <a:spcPts val="0"/>
              </a:spcBef>
              <a:spcAft>
                <a:spcPts val="0"/>
              </a:spcAft>
              <a:buSzPts val="2400"/>
              <a:buFont typeface="Economica"/>
              <a:buNone/>
              <a:defRPr sz="2400">
                <a:latin typeface="Economica"/>
                <a:ea typeface="Economica"/>
                <a:cs typeface="Economica"/>
                <a:sym typeface="Economica"/>
              </a:defRPr>
            </a:lvl2pPr>
            <a:lvl3pPr lvl="2" algn="ctr">
              <a:lnSpc>
                <a:spcPct val="100000"/>
              </a:lnSpc>
              <a:spcBef>
                <a:spcPts val="0"/>
              </a:spcBef>
              <a:spcAft>
                <a:spcPts val="0"/>
              </a:spcAft>
              <a:buSzPts val="2400"/>
              <a:buFont typeface="Economica"/>
              <a:buNone/>
              <a:defRPr sz="2400">
                <a:latin typeface="Economica"/>
                <a:ea typeface="Economica"/>
                <a:cs typeface="Economica"/>
                <a:sym typeface="Economica"/>
              </a:defRPr>
            </a:lvl3pPr>
            <a:lvl4pPr lvl="3" algn="ctr">
              <a:lnSpc>
                <a:spcPct val="100000"/>
              </a:lnSpc>
              <a:spcBef>
                <a:spcPts val="0"/>
              </a:spcBef>
              <a:spcAft>
                <a:spcPts val="0"/>
              </a:spcAft>
              <a:buSzPts val="2400"/>
              <a:buFont typeface="Economica"/>
              <a:buNone/>
              <a:defRPr sz="2400">
                <a:latin typeface="Economica"/>
                <a:ea typeface="Economica"/>
                <a:cs typeface="Economica"/>
                <a:sym typeface="Economica"/>
              </a:defRPr>
            </a:lvl4pPr>
            <a:lvl5pPr lvl="4" algn="ctr">
              <a:lnSpc>
                <a:spcPct val="100000"/>
              </a:lnSpc>
              <a:spcBef>
                <a:spcPts val="0"/>
              </a:spcBef>
              <a:spcAft>
                <a:spcPts val="0"/>
              </a:spcAft>
              <a:buSzPts val="2400"/>
              <a:buFont typeface="Economica"/>
              <a:buNone/>
              <a:defRPr sz="2400">
                <a:latin typeface="Economica"/>
                <a:ea typeface="Economica"/>
                <a:cs typeface="Economica"/>
                <a:sym typeface="Economica"/>
              </a:defRPr>
            </a:lvl5pPr>
            <a:lvl6pPr lvl="5" algn="ctr">
              <a:lnSpc>
                <a:spcPct val="100000"/>
              </a:lnSpc>
              <a:spcBef>
                <a:spcPts val="0"/>
              </a:spcBef>
              <a:spcAft>
                <a:spcPts val="0"/>
              </a:spcAft>
              <a:buSzPts val="2400"/>
              <a:buFont typeface="Economica"/>
              <a:buNone/>
              <a:defRPr sz="2400">
                <a:latin typeface="Economica"/>
                <a:ea typeface="Economica"/>
                <a:cs typeface="Economica"/>
                <a:sym typeface="Economica"/>
              </a:defRPr>
            </a:lvl6pPr>
            <a:lvl7pPr lvl="6" algn="ctr">
              <a:lnSpc>
                <a:spcPct val="100000"/>
              </a:lnSpc>
              <a:spcBef>
                <a:spcPts val="0"/>
              </a:spcBef>
              <a:spcAft>
                <a:spcPts val="0"/>
              </a:spcAft>
              <a:buSzPts val="2400"/>
              <a:buFont typeface="Economica"/>
              <a:buNone/>
              <a:defRPr sz="2400">
                <a:latin typeface="Economica"/>
                <a:ea typeface="Economica"/>
                <a:cs typeface="Economica"/>
                <a:sym typeface="Economica"/>
              </a:defRPr>
            </a:lvl7pPr>
            <a:lvl8pPr lvl="7" algn="ctr">
              <a:lnSpc>
                <a:spcPct val="100000"/>
              </a:lnSpc>
              <a:spcBef>
                <a:spcPts val="0"/>
              </a:spcBef>
              <a:spcAft>
                <a:spcPts val="0"/>
              </a:spcAft>
              <a:buSzPts val="2400"/>
              <a:buFont typeface="Economica"/>
              <a:buNone/>
              <a:defRPr sz="2400">
                <a:latin typeface="Economica"/>
                <a:ea typeface="Economica"/>
                <a:cs typeface="Economica"/>
                <a:sym typeface="Economica"/>
              </a:defRPr>
            </a:lvl8pPr>
            <a:lvl9pPr lvl="8" algn="ctr">
              <a:lnSpc>
                <a:spcPct val="100000"/>
              </a:lnSpc>
              <a:spcBef>
                <a:spcPts val="0"/>
              </a:spcBef>
              <a:spcAft>
                <a:spcPts val="0"/>
              </a:spcAft>
              <a:buSzPts val="2400"/>
              <a:buFont typeface="Economica"/>
              <a:buNone/>
              <a:defRPr sz="2400">
                <a:latin typeface="Economica"/>
                <a:ea typeface="Economica"/>
                <a:cs typeface="Economica"/>
                <a:sym typeface="Economica"/>
              </a:defRPr>
            </a:lvl9pPr>
          </a:lstStyle>
          <a:p>
            <a:endParaRPr/>
          </a:p>
        </p:txBody>
      </p:sp>
      <p:sp>
        <p:nvSpPr>
          <p:cNvPr id="46" name="Google Shape;46;p9"/>
          <p:cNvSpPr txBox="1">
            <a:spLocks noGrp="1"/>
          </p:cNvSpPr>
          <p:nvPr>
            <p:ph type="body" idx="2"/>
          </p:nvPr>
        </p:nvSpPr>
        <p:spPr>
          <a:xfrm>
            <a:off x="4939500" y="965600"/>
            <a:ext cx="3837000" cy="49269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1600"/>
              </a:spcBef>
              <a:spcAft>
                <a:spcPts val="0"/>
              </a:spcAft>
              <a:buClr>
                <a:schemeClr val="lt1"/>
              </a:buClr>
              <a:buSzPts val="1400"/>
              <a:buChar char="○"/>
              <a:defRPr>
                <a:solidFill>
                  <a:schemeClr val="lt1"/>
                </a:solidFill>
              </a:defRPr>
            </a:lvl2pPr>
            <a:lvl3pPr marL="1371600" lvl="2" indent="-317500">
              <a:spcBef>
                <a:spcPts val="1600"/>
              </a:spcBef>
              <a:spcAft>
                <a:spcPts val="0"/>
              </a:spcAft>
              <a:buClr>
                <a:schemeClr val="lt1"/>
              </a:buClr>
              <a:buSzPts val="1400"/>
              <a:buChar char="■"/>
              <a:defRPr>
                <a:solidFill>
                  <a:schemeClr val="lt1"/>
                </a:solidFill>
              </a:defRPr>
            </a:lvl3pPr>
            <a:lvl4pPr marL="1828800" lvl="3" indent="-317500">
              <a:spcBef>
                <a:spcPts val="1600"/>
              </a:spcBef>
              <a:spcAft>
                <a:spcPts val="0"/>
              </a:spcAft>
              <a:buClr>
                <a:schemeClr val="lt1"/>
              </a:buClr>
              <a:buSzPts val="1400"/>
              <a:buChar char="●"/>
              <a:defRPr>
                <a:solidFill>
                  <a:schemeClr val="lt1"/>
                </a:solidFill>
              </a:defRPr>
            </a:lvl4pPr>
            <a:lvl5pPr marL="2286000" lvl="4" indent="-317500">
              <a:spcBef>
                <a:spcPts val="1600"/>
              </a:spcBef>
              <a:spcAft>
                <a:spcPts val="0"/>
              </a:spcAft>
              <a:buClr>
                <a:schemeClr val="lt1"/>
              </a:buClr>
              <a:buSzPts val="1400"/>
              <a:buChar char="○"/>
              <a:defRPr>
                <a:solidFill>
                  <a:schemeClr val="lt1"/>
                </a:solidFill>
              </a:defRPr>
            </a:lvl5pPr>
            <a:lvl6pPr marL="2743200" lvl="5" indent="-317500">
              <a:spcBef>
                <a:spcPts val="1600"/>
              </a:spcBef>
              <a:spcAft>
                <a:spcPts val="0"/>
              </a:spcAft>
              <a:buClr>
                <a:schemeClr val="lt1"/>
              </a:buClr>
              <a:buSzPts val="1400"/>
              <a:buChar char="■"/>
              <a:defRPr>
                <a:solidFill>
                  <a:schemeClr val="lt1"/>
                </a:solidFill>
              </a:defRPr>
            </a:lvl6pPr>
            <a:lvl7pPr marL="3200400" lvl="6" indent="-317500">
              <a:spcBef>
                <a:spcPts val="1600"/>
              </a:spcBef>
              <a:spcAft>
                <a:spcPts val="0"/>
              </a:spcAft>
              <a:buClr>
                <a:schemeClr val="lt1"/>
              </a:buClr>
              <a:buSzPts val="1400"/>
              <a:buChar char="●"/>
              <a:defRPr>
                <a:solidFill>
                  <a:schemeClr val="lt1"/>
                </a:solidFill>
              </a:defRPr>
            </a:lvl7pPr>
            <a:lvl8pPr marL="3657600" lvl="7" indent="-317500">
              <a:spcBef>
                <a:spcPts val="1600"/>
              </a:spcBef>
              <a:spcAft>
                <a:spcPts val="0"/>
              </a:spcAft>
              <a:buClr>
                <a:schemeClr val="lt1"/>
              </a:buClr>
              <a:buSzPts val="1400"/>
              <a:buChar char="○"/>
              <a:defRPr>
                <a:solidFill>
                  <a:schemeClr val="lt1"/>
                </a:solidFill>
              </a:defRPr>
            </a:lvl8pPr>
            <a:lvl9pPr marL="4114800" lvl="8" indent="-317500">
              <a:spcBef>
                <a:spcPts val="1600"/>
              </a:spcBef>
              <a:spcAft>
                <a:spcPts val="1600"/>
              </a:spcAft>
              <a:buClr>
                <a:schemeClr val="lt1"/>
              </a:buClr>
              <a:buSzPts val="1400"/>
              <a:buChar char="■"/>
              <a:defRPr>
                <a:solidFill>
                  <a:schemeClr val="lt1"/>
                </a:solidFill>
              </a:defRPr>
            </a:lvl9pPr>
          </a:lstStyle>
          <a:p>
            <a:endParaRPr/>
          </a:p>
        </p:txBody>
      </p:sp>
      <p:sp>
        <p:nvSpPr>
          <p:cNvPr id="47" name="Google Shape;47;p9"/>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8"/>
        <p:cNvGrpSpPr/>
        <p:nvPr/>
      </p:nvGrpSpPr>
      <p:grpSpPr>
        <a:xfrm>
          <a:off x="0" y="0"/>
          <a:ext cx="0" cy="0"/>
          <a:chOff x="0" y="0"/>
          <a:chExt cx="0" cy="0"/>
        </a:xfrm>
      </p:grpSpPr>
      <p:sp>
        <p:nvSpPr>
          <p:cNvPr id="49" name="Google Shape;49;p10"/>
          <p:cNvSpPr txBox="1">
            <a:spLocks noGrp="1"/>
          </p:cNvSpPr>
          <p:nvPr>
            <p:ph type="body" idx="1"/>
          </p:nvPr>
        </p:nvSpPr>
        <p:spPr>
          <a:xfrm>
            <a:off x="319500" y="5625233"/>
            <a:ext cx="5998800" cy="7983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2400"/>
              <a:buFont typeface="Economica"/>
              <a:buNone/>
              <a:defRPr sz="2400">
                <a:latin typeface="Economica"/>
                <a:ea typeface="Economica"/>
                <a:cs typeface="Economica"/>
                <a:sym typeface="Economica"/>
              </a:defRPr>
            </a:lvl1pPr>
          </a:lstStyle>
          <a:p>
            <a:endParaRPr/>
          </a:p>
        </p:txBody>
      </p:sp>
      <p:sp>
        <p:nvSpPr>
          <p:cNvPr id="50" name="Google Shape;50;p10"/>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1"/>
        <p:cNvGrpSpPr/>
        <p:nvPr/>
      </p:nvGrpSpPr>
      <p:grpSpPr>
        <a:xfrm>
          <a:off x="0" y="0"/>
          <a:ext cx="0" cy="0"/>
          <a:chOff x="0" y="0"/>
          <a:chExt cx="0" cy="0"/>
        </a:xfrm>
      </p:grpSpPr>
      <p:sp>
        <p:nvSpPr>
          <p:cNvPr id="52" name="Google Shape;52;p11"/>
          <p:cNvSpPr/>
          <p:nvPr/>
        </p:nvSpPr>
        <p:spPr>
          <a:xfrm>
            <a:off x="0" y="6727600"/>
            <a:ext cx="9144000" cy="130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11"/>
          <p:cNvSpPr txBox="1">
            <a:spLocks noGrp="1"/>
          </p:cNvSpPr>
          <p:nvPr>
            <p:ph type="title" hasCustomPrompt="1"/>
          </p:nvPr>
        </p:nvSpPr>
        <p:spPr>
          <a:xfrm>
            <a:off x="311700" y="1276167"/>
            <a:ext cx="8520600" cy="2838300"/>
          </a:xfrm>
          <a:prstGeom prst="rect">
            <a:avLst/>
          </a:prstGeom>
        </p:spPr>
        <p:txBody>
          <a:bodyPr spcFirstLastPara="1" wrap="square" lIns="91425" tIns="91425" rIns="91425" bIns="91425" anchor="ctr" anchorCtr="0">
            <a:noAutofit/>
          </a:bodyPr>
          <a:lstStyle>
            <a:lvl1pPr lvl="0" algn="ctr">
              <a:spcBef>
                <a:spcPts val="0"/>
              </a:spcBef>
              <a:spcAft>
                <a:spcPts val="0"/>
              </a:spcAft>
              <a:buClr>
                <a:schemeClr val="lt2"/>
              </a:buClr>
              <a:buSzPts val="16000"/>
              <a:buNone/>
              <a:defRPr sz="16000">
                <a:solidFill>
                  <a:schemeClr val="lt2"/>
                </a:solidFill>
              </a:defRPr>
            </a:lvl1pPr>
            <a:lvl2pPr lvl="1" algn="ctr">
              <a:spcBef>
                <a:spcPts val="0"/>
              </a:spcBef>
              <a:spcAft>
                <a:spcPts val="0"/>
              </a:spcAft>
              <a:buClr>
                <a:schemeClr val="lt2"/>
              </a:buClr>
              <a:buSzPts val="16000"/>
              <a:buNone/>
              <a:defRPr sz="16000">
                <a:solidFill>
                  <a:schemeClr val="lt2"/>
                </a:solidFill>
              </a:defRPr>
            </a:lvl2pPr>
            <a:lvl3pPr lvl="2" algn="ctr">
              <a:spcBef>
                <a:spcPts val="0"/>
              </a:spcBef>
              <a:spcAft>
                <a:spcPts val="0"/>
              </a:spcAft>
              <a:buClr>
                <a:schemeClr val="lt2"/>
              </a:buClr>
              <a:buSzPts val="16000"/>
              <a:buNone/>
              <a:defRPr sz="16000">
                <a:solidFill>
                  <a:schemeClr val="lt2"/>
                </a:solidFill>
              </a:defRPr>
            </a:lvl3pPr>
            <a:lvl4pPr lvl="3" algn="ctr">
              <a:spcBef>
                <a:spcPts val="0"/>
              </a:spcBef>
              <a:spcAft>
                <a:spcPts val="0"/>
              </a:spcAft>
              <a:buClr>
                <a:schemeClr val="lt2"/>
              </a:buClr>
              <a:buSzPts val="16000"/>
              <a:buNone/>
              <a:defRPr sz="16000">
                <a:solidFill>
                  <a:schemeClr val="lt2"/>
                </a:solidFill>
              </a:defRPr>
            </a:lvl4pPr>
            <a:lvl5pPr lvl="4" algn="ctr">
              <a:spcBef>
                <a:spcPts val="0"/>
              </a:spcBef>
              <a:spcAft>
                <a:spcPts val="0"/>
              </a:spcAft>
              <a:buClr>
                <a:schemeClr val="lt2"/>
              </a:buClr>
              <a:buSzPts val="16000"/>
              <a:buNone/>
              <a:defRPr sz="16000">
                <a:solidFill>
                  <a:schemeClr val="lt2"/>
                </a:solidFill>
              </a:defRPr>
            </a:lvl5pPr>
            <a:lvl6pPr lvl="5" algn="ctr">
              <a:spcBef>
                <a:spcPts val="0"/>
              </a:spcBef>
              <a:spcAft>
                <a:spcPts val="0"/>
              </a:spcAft>
              <a:buClr>
                <a:schemeClr val="lt2"/>
              </a:buClr>
              <a:buSzPts val="16000"/>
              <a:buNone/>
              <a:defRPr sz="16000">
                <a:solidFill>
                  <a:schemeClr val="lt2"/>
                </a:solidFill>
              </a:defRPr>
            </a:lvl6pPr>
            <a:lvl7pPr lvl="6" algn="ctr">
              <a:spcBef>
                <a:spcPts val="0"/>
              </a:spcBef>
              <a:spcAft>
                <a:spcPts val="0"/>
              </a:spcAft>
              <a:buClr>
                <a:schemeClr val="lt2"/>
              </a:buClr>
              <a:buSzPts val="16000"/>
              <a:buNone/>
              <a:defRPr sz="16000">
                <a:solidFill>
                  <a:schemeClr val="lt2"/>
                </a:solidFill>
              </a:defRPr>
            </a:lvl7pPr>
            <a:lvl8pPr lvl="7" algn="ctr">
              <a:spcBef>
                <a:spcPts val="0"/>
              </a:spcBef>
              <a:spcAft>
                <a:spcPts val="0"/>
              </a:spcAft>
              <a:buClr>
                <a:schemeClr val="lt2"/>
              </a:buClr>
              <a:buSzPts val="16000"/>
              <a:buNone/>
              <a:defRPr sz="16000">
                <a:solidFill>
                  <a:schemeClr val="lt2"/>
                </a:solidFill>
              </a:defRPr>
            </a:lvl8pPr>
            <a:lvl9pPr lvl="8" algn="ctr">
              <a:spcBef>
                <a:spcPts val="0"/>
              </a:spcBef>
              <a:spcAft>
                <a:spcPts val="0"/>
              </a:spcAft>
              <a:buClr>
                <a:schemeClr val="lt2"/>
              </a:buClr>
              <a:buSzPts val="16000"/>
              <a:buNone/>
              <a:defRPr sz="16000">
                <a:solidFill>
                  <a:schemeClr val="lt2"/>
                </a:solidFill>
              </a:defRPr>
            </a:lvl9pPr>
          </a:lstStyle>
          <a:p>
            <a:r>
              <a:t>xx%</a:t>
            </a:r>
          </a:p>
        </p:txBody>
      </p:sp>
      <p:sp>
        <p:nvSpPr>
          <p:cNvPr id="54" name="Google Shape;54;p11"/>
          <p:cNvSpPr txBox="1">
            <a:spLocks noGrp="1"/>
          </p:cNvSpPr>
          <p:nvPr>
            <p:ph type="body" idx="1"/>
          </p:nvPr>
        </p:nvSpPr>
        <p:spPr>
          <a:xfrm>
            <a:off x="311700" y="4216000"/>
            <a:ext cx="8520600" cy="14289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55" name="Google Shape;55;p11"/>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6"/>
        <p:cNvGrpSpPr/>
        <p:nvPr/>
      </p:nvGrpSpPr>
      <p:grpSpPr>
        <a:xfrm>
          <a:off x="0" y="0"/>
          <a:ext cx="0" cy="0"/>
          <a:chOff x="0" y="0"/>
          <a:chExt cx="0" cy="0"/>
        </a:xfrm>
      </p:grpSpPr>
      <p:sp>
        <p:nvSpPr>
          <p:cNvPr id="57" name="Google Shape;57;p12"/>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luxe">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21233"/>
            <a:ext cx="8520600" cy="622500"/>
          </a:xfrm>
          <a:prstGeom prst="rect">
            <a:avLst/>
          </a:prstGeom>
          <a:noFill/>
          <a:ln>
            <a:noFill/>
          </a:ln>
        </p:spPr>
        <p:txBody>
          <a:bodyPr spcFirstLastPara="1" wrap="square" lIns="91425" tIns="91425" rIns="91425" bIns="91425" anchor="b" anchorCtr="0">
            <a:noAutofit/>
          </a:bodyPr>
          <a:lstStyle>
            <a:lvl1pPr lvl="0">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1pPr>
            <a:lvl2pPr lvl="1">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2pPr>
            <a:lvl3pPr lvl="2">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3pPr>
            <a:lvl4pPr lvl="3">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4pPr>
            <a:lvl5pPr lvl="4">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5pPr>
            <a:lvl6pPr lvl="5">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6pPr>
            <a:lvl7pPr lvl="6">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7pPr>
            <a:lvl8pPr lvl="7">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8pPr>
            <a:lvl9pPr lvl="8">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9pPr>
          </a:lstStyle>
          <a:p>
            <a:endParaRPr/>
          </a:p>
        </p:txBody>
      </p:sp>
      <p:sp>
        <p:nvSpPr>
          <p:cNvPr id="7" name="Google Shape;7;p1"/>
          <p:cNvSpPr txBox="1">
            <a:spLocks noGrp="1"/>
          </p:cNvSpPr>
          <p:nvPr>
            <p:ph type="body" idx="1"/>
          </p:nvPr>
        </p:nvSpPr>
        <p:spPr>
          <a:xfrm>
            <a:off x="311700" y="1633633"/>
            <a:ext cx="8520600" cy="44721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1"/>
              </a:buClr>
              <a:buSzPts val="1800"/>
              <a:buFont typeface="Open Sans"/>
              <a:buChar char="●"/>
              <a:defRPr sz="1800">
                <a:solidFill>
                  <a:schemeClr val="dk1"/>
                </a:solidFill>
                <a:latin typeface="Open Sans"/>
                <a:ea typeface="Open Sans"/>
                <a:cs typeface="Open Sans"/>
                <a:sym typeface="Open Sans"/>
              </a:defRPr>
            </a:lvl1pPr>
            <a:lvl2pPr marL="914400" lvl="1"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2pPr>
            <a:lvl3pPr marL="1371600" lvl="2"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3pPr>
            <a:lvl4pPr marL="1828800" lvl="3"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4pPr>
            <a:lvl5pPr marL="2286000" lvl="4"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5pPr>
            <a:lvl6pPr marL="2743200" lvl="5"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6pPr>
            <a:lvl7pPr marL="3200400" lvl="6"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7pPr>
            <a:lvl8pPr marL="3657600" lvl="7"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8pPr>
            <a:lvl9pPr marL="4114800" lvl="8" indent="-317500">
              <a:lnSpc>
                <a:spcPct val="115000"/>
              </a:lnSpc>
              <a:spcBef>
                <a:spcPts val="1600"/>
              </a:spcBef>
              <a:spcAft>
                <a:spcPts val="1600"/>
              </a:spcAft>
              <a:buClr>
                <a:schemeClr val="dk1"/>
              </a:buClr>
              <a:buSzPts val="1400"/>
              <a:buFont typeface="Open Sans"/>
              <a:buChar char="■"/>
              <a:defRPr>
                <a:solidFill>
                  <a:schemeClr val="dk1"/>
                </a:solidFill>
                <a:latin typeface="Open Sans"/>
                <a:ea typeface="Open Sans"/>
                <a:cs typeface="Open Sans"/>
                <a:sym typeface="Open Sans"/>
              </a:defRPr>
            </a:lvl9pPr>
          </a:lstStyle>
          <a:p>
            <a:endParaRPr dirty="0"/>
          </a:p>
        </p:txBody>
      </p:sp>
      <p:sp>
        <p:nvSpPr>
          <p:cNvPr id="8" name="Google Shape;8;p1"/>
          <p:cNvSpPr txBox="1">
            <a:spLocks noGrp="1"/>
          </p:cNvSpPr>
          <p:nvPr>
            <p:ph type="sldNum" idx="12"/>
          </p:nvPr>
        </p:nvSpPr>
        <p:spPr>
          <a:xfrm>
            <a:off x="8472458" y="6217622"/>
            <a:ext cx="548700" cy="524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1"/>
                </a:solidFill>
                <a:latin typeface="Economica"/>
                <a:ea typeface="Economica"/>
                <a:cs typeface="Economica"/>
                <a:sym typeface="Economica"/>
              </a:defRPr>
            </a:lvl1pPr>
            <a:lvl2pPr lvl="1" algn="r">
              <a:buNone/>
              <a:defRPr sz="1000">
                <a:solidFill>
                  <a:schemeClr val="dk1"/>
                </a:solidFill>
                <a:latin typeface="Economica"/>
                <a:ea typeface="Economica"/>
                <a:cs typeface="Economica"/>
                <a:sym typeface="Economica"/>
              </a:defRPr>
            </a:lvl2pPr>
            <a:lvl3pPr lvl="2" algn="r">
              <a:buNone/>
              <a:defRPr sz="1000">
                <a:solidFill>
                  <a:schemeClr val="dk1"/>
                </a:solidFill>
                <a:latin typeface="Economica"/>
                <a:ea typeface="Economica"/>
                <a:cs typeface="Economica"/>
                <a:sym typeface="Economica"/>
              </a:defRPr>
            </a:lvl3pPr>
            <a:lvl4pPr lvl="3" algn="r">
              <a:buNone/>
              <a:defRPr sz="1000">
                <a:solidFill>
                  <a:schemeClr val="dk1"/>
                </a:solidFill>
                <a:latin typeface="Economica"/>
                <a:ea typeface="Economica"/>
                <a:cs typeface="Economica"/>
                <a:sym typeface="Economica"/>
              </a:defRPr>
            </a:lvl4pPr>
            <a:lvl5pPr lvl="4" algn="r">
              <a:buNone/>
              <a:defRPr sz="1000">
                <a:solidFill>
                  <a:schemeClr val="dk1"/>
                </a:solidFill>
                <a:latin typeface="Economica"/>
                <a:ea typeface="Economica"/>
                <a:cs typeface="Economica"/>
                <a:sym typeface="Economica"/>
              </a:defRPr>
            </a:lvl5pPr>
            <a:lvl6pPr lvl="5" algn="r">
              <a:buNone/>
              <a:defRPr sz="1000">
                <a:solidFill>
                  <a:schemeClr val="dk1"/>
                </a:solidFill>
                <a:latin typeface="Economica"/>
                <a:ea typeface="Economica"/>
                <a:cs typeface="Economica"/>
                <a:sym typeface="Economica"/>
              </a:defRPr>
            </a:lvl6pPr>
            <a:lvl7pPr lvl="6" algn="r">
              <a:buNone/>
              <a:defRPr sz="1000">
                <a:solidFill>
                  <a:schemeClr val="dk1"/>
                </a:solidFill>
                <a:latin typeface="Economica"/>
                <a:ea typeface="Economica"/>
                <a:cs typeface="Economica"/>
                <a:sym typeface="Economica"/>
              </a:defRPr>
            </a:lvl7pPr>
            <a:lvl8pPr lvl="7" algn="r">
              <a:buNone/>
              <a:defRPr sz="1000">
                <a:solidFill>
                  <a:schemeClr val="dk1"/>
                </a:solidFill>
                <a:latin typeface="Economica"/>
                <a:ea typeface="Economica"/>
                <a:cs typeface="Economica"/>
                <a:sym typeface="Economica"/>
              </a:defRPr>
            </a:lvl8pPr>
            <a:lvl9pPr lvl="8" algn="r">
              <a:buNone/>
              <a:defRPr sz="1000">
                <a:solidFill>
                  <a:schemeClr val="dk1"/>
                </a:solidFill>
                <a:latin typeface="Economica"/>
                <a:ea typeface="Economica"/>
                <a:cs typeface="Economica"/>
                <a:sym typeface="Economica"/>
              </a:defRPr>
            </a:lvl9pPr>
          </a:lstStyle>
          <a:p>
            <a:pPr marL="0" lvl="0" indent="0" algn="r" rtl="0">
              <a:spcBef>
                <a:spcPts val="0"/>
              </a:spcBef>
              <a:spcAft>
                <a:spcPts val="0"/>
              </a:spcAft>
              <a:buNone/>
            </a:pPr>
            <a:fld id="{00000000-1234-1234-1234-123412341234}" type="slidenum">
              <a:rPr lang="en-GB"/>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60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62" name="Google Shape;62;p13"/>
          <p:cNvSpPr txBox="1">
            <a:spLocks noGrp="1"/>
          </p:cNvSpPr>
          <p:nvPr>
            <p:ph type="ctrTitle"/>
          </p:nvPr>
        </p:nvSpPr>
        <p:spPr>
          <a:xfrm>
            <a:off x="2888012" y="1937550"/>
            <a:ext cx="3367975" cy="2049600"/>
          </a:xfrm>
          <a:prstGeom prst="rect">
            <a:avLst/>
          </a:prstGeom>
        </p:spPr>
        <p:txBody>
          <a:bodyPr spcFirstLastPara="1" wrap="square" lIns="91425" tIns="91425" rIns="91425" bIns="91425" anchor="b" anchorCtr="0">
            <a:noAutofit/>
          </a:bodyPr>
          <a:lstStyle/>
          <a:p>
            <a:pPr lvl="0"/>
            <a:r>
              <a:rPr lang="en-GB" dirty="0"/>
              <a:t>Artificial Neural Networks</a:t>
            </a:r>
          </a:p>
        </p:txBody>
      </p:sp>
      <p:sp>
        <p:nvSpPr>
          <p:cNvPr id="2" name="CasellaDiTesto 1">
            <a:extLst>
              <a:ext uri="{FF2B5EF4-FFF2-40B4-BE49-F238E27FC236}">
                <a16:creationId xmlns:a16="http://schemas.microsoft.com/office/drawing/2014/main" id="{15B4D833-F59D-26E4-3DCB-AF8E72E5F3AE}"/>
              </a:ext>
            </a:extLst>
          </p:cNvPr>
          <p:cNvSpPr txBox="1"/>
          <p:nvPr/>
        </p:nvSpPr>
        <p:spPr>
          <a:xfrm>
            <a:off x="10456606" y="8377084"/>
            <a:ext cx="184731" cy="307777"/>
          </a:xfrm>
          <a:prstGeom prst="rect">
            <a:avLst/>
          </a:prstGeom>
          <a:noFill/>
        </p:spPr>
        <p:txBody>
          <a:bodyPr wrap="none" rtlCol="0">
            <a:spAutoFit/>
          </a:bodyPr>
          <a:lstStyle/>
          <a:p>
            <a:endParaRPr lang="en-GB"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dirty="0"/>
              <a:t>Topics</a:t>
            </a:r>
            <a:endParaRPr dirty="0"/>
          </a:p>
        </p:txBody>
      </p:sp>
      <p:sp>
        <p:nvSpPr>
          <p:cNvPr id="84" name="Google Shape;84;p14"/>
          <p:cNvSpPr txBox="1">
            <a:spLocks noGrp="1"/>
          </p:cNvSpPr>
          <p:nvPr>
            <p:ph type="body" idx="1"/>
          </p:nvPr>
        </p:nvSpPr>
        <p:spPr>
          <a:xfrm>
            <a:off x="311700" y="1234697"/>
            <a:ext cx="8520600" cy="5202070"/>
          </a:xfrm>
          <a:prstGeom prst="rect">
            <a:avLst/>
          </a:prstGeom>
        </p:spPr>
        <p:txBody>
          <a:bodyPr spcFirstLastPara="1" wrap="square" lIns="91425" tIns="91425" rIns="91425" bIns="91425" anchor="t" anchorCtr="0">
            <a:noAutofit/>
          </a:bodyPr>
          <a:lstStyle/>
          <a:p>
            <a:pPr lvl="0"/>
            <a:r>
              <a:rPr lang="en-GB" sz="1800" dirty="0"/>
              <a:t>Biological neurons</a:t>
            </a:r>
          </a:p>
          <a:p>
            <a:pPr lvl="0"/>
            <a:endParaRPr lang="en-GB" sz="1800" dirty="0"/>
          </a:p>
          <a:p>
            <a:pPr lvl="0"/>
            <a:endParaRPr lang="en-GB"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Biological neurons (1)</a:t>
            </a:r>
            <a:endParaRPr sz="4000" dirty="0"/>
          </a:p>
        </p:txBody>
      </p:sp>
      <p:sp>
        <p:nvSpPr>
          <p:cNvPr id="84" name="Google Shape;84;p14"/>
          <p:cNvSpPr txBox="1">
            <a:spLocks noGrp="1"/>
          </p:cNvSpPr>
          <p:nvPr>
            <p:ph type="body" idx="1"/>
          </p:nvPr>
        </p:nvSpPr>
        <p:spPr>
          <a:xfrm>
            <a:off x="162750" y="1057800"/>
            <a:ext cx="8818500" cy="5224230"/>
          </a:xfrm>
          <a:prstGeom prst="rect">
            <a:avLst/>
          </a:prstGeom>
        </p:spPr>
        <p:txBody>
          <a:bodyPr spcFirstLastPara="1" wrap="square" lIns="91425" tIns="91425" rIns="91425" bIns="91425" anchor="t" anchorCtr="0">
            <a:noAutofit/>
          </a:bodyPr>
          <a:lstStyle/>
          <a:p>
            <a:pPr lvl="0"/>
            <a:r>
              <a:rPr lang="en-GB" dirty="0"/>
              <a:t>An Artificial Neural Network (</a:t>
            </a:r>
            <a:r>
              <a:rPr lang="en-GB" b="1" dirty="0"/>
              <a:t>ANN</a:t>
            </a:r>
            <a:r>
              <a:rPr lang="en-GB" dirty="0"/>
              <a:t>) is a model inspired by the networks of biological neurons found in our brains</a:t>
            </a:r>
          </a:p>
          <a:p>
            <a:pPr lvl="0"/>
            <a:endParaRPr lang="en-GB" dirty="0"/>
          </a:p>
          <a:p>
            <a:pPr lvl="0"/>
            <a:r>
              <a:rPr lang="en-GB" dirty="0"/>
              <a:t>A neuron is a cell found in animal brains </a:t>
            </a:r>
            <a:br>
              <a:rPr lang="en-GB" dirty="0"/>
            </a:br>
            <a:r>
              <a:rPr lang="en-GB" dirty="0"/>
              <a:t>composed of:</a:t>
            </a:r>
          </a:p>
          <a:p>
            <a:pPr lvl="1"/>
            <a:r>
              <a:rPr lang="en-GB" b="1" dirty="0"/>
              <a:t>cell body</a:t>
            </a:r>
            <a:r>
              <a:rPr lang="en-GB" dirty="0"/>
              <a:t> </a:t>
            </a:r>
          </a:p>
          <a:p>
            <a:pPr lvl="2"/>
            <a:r>
              <a:rPr lang="en-GB" dirty="0"/>
              <a:t>containing the nucleus and most </a:t>
            </a:r>
            <a:br>
              <a:rPr lang="en-GB" dirty="0"/>
            </a:br>
            <a:r>
              <a:rPr lang="en-GB" dirty="0"/>
              <a:t>of the cell’s complex components</a:t>
            </a:r>
          </a:p>
          <a:p>
            <a:pPr lvl="1"/>
            <a:r>
              <a:rPr lang="en-GB" b="1" dirty="0"/>
              <a:t>dendrites</a:t>
            </a:r>
          </a:p>
          <a:p>
            <a:pPr lvl="2"/>
            <a:r>
              <a:rPr lang="en-GB" dirty="0"/>
              <a:t>many branching extensions</a:t>
            </a:r>
          </a:p>
          <a:p>
            <a:pPr lvl="1"/>
            <a:r>
              <a:rPr lang="en-GB" b="1" dirty="0"/>
              <a:t>axon</a:t>
            </a:r>
          </a:p>
          <a:p>
            <a:pPr lvl="2"/>
            <a:r>
              <a:rPr lang="en-GB" dirty="0"/>
              <a:t>a very long extension</a:t>
            </a:r>
          </a:p>
          <a:p>
            <a:endParaRPr lang="en-GB" dirty="0"/>
          </a:p>
          <a:p>
            <a:r>
              <a:rPr lang="en-GB" dirty="0"/>
              <a:t>Near its extremity the axon splits off into many branches called </a:t>
            </a:r>
            <a:r>
              <a:rPr lang="en-GB" b="1" dirty="0" err="1"/>
              <a:t>telodendria</a:t>
            </a:r>
            <a:r>
              <a:rPr lang="en-GB" b="1" dirty="0"/>
              <a:t> </a:t>
            </a:r>
          </a:p>
          <a:p>
            <a:r>
              <a:rPr lang="en-GB" dirty="0"/>
              <a:t>At the tip of these branches are minuscule structures called </a:t>
            </a:r>
            <a:r>
              <a:rPr lang="en-GB" b="1" dirty="0"/>
              <a:t>synapses</a:t>
            </a:r>
          </a:p>
          <a:p>
            <a:pPr lvl="1"/>
            <a:r>
              <a:rPr lang="en-GB" dirty="0"/>
              <a:t>connected to the dendrites or cell bodies of other neurons</a:t>
            </a:r>
          </a:p>
          <a:p>
            <a:pPr marL="590550" lvl="1" indent="0">
              <a:buNone/>
            </a:pPr>
            <a:endParaRPr lang="en-GB" dirty="0"/>
          </a:p>
          <a:p>
            <a:pPr lvl="1"/>
            <a:endParaRPr lang="en-GB" dirty="0"/>
          </a:p>
        </p:txBody>
      </p:sp>
      <p:pic>
        <p:nvPicPr>
          <p:cNvPr id="3" name="Immagine 2">
            <a:extLst>
              <a:ext uri="{FF2B5EF4-FFF2-40B4-BE49-F238E27FC236}">
                <a16:creationId xmlns:a16="http://schemas.microsoft.com/office/drawing/2014/main" id="{D91132CF-DA36-1869-0303-C784F6CC7690}"/>
              </a:ext>
            </a:extLst>
          </p:cNvPr>
          <p:cNvPicPr>
            <a:picLocks noChangeAspect="1"/>
          </p:cNvPicPr>
          <p:nvPr/>
        </p:nvPicPr>
        <p:blipFill>
          <a:blip r:embed="rId3"/>
          <a:stretch>
            <a:fillRect/>
          </a:stretch>
        </p:blipFill>
        <p:spPr>
          <a:xfrm>
            <a:off x="4636820" y="2194562"/>
            <a:ext cx="4358498" cy="2654260"/>
          </a:xfrm>
          <a:prstGeom prst="rect">
            <a:avLst/>
          </a:prstGeom>
        </p:spPr>
      </p:pic>
    </p:spTree>
    <p:extLst>
      <p:ext uri="{BB962C8B-B14F-4D97-AF65-F5344CB8AC3E}">
        <p14:creationId xmlns:p14="http://schemas.microsoft.com/office/powerpoint/2010/main" val="20567073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Biological neurons (2)</a:t>
            </a:r>
            <a:endParaRPr sz="4000" dirty="0"/>
          </a:p>
        </p:txBody>
      </p:sp>
      <p:sp>
        <p:nvSpPr>
          <p:cNvPr id="84" name="Google Shape;84;p14"/>
          <p:cNvSpPr txBox="1">
            <a:spLocks noGrp="1"/>
          </p:cNvSpPr>
          <p:nvPr>
            <p:ph type="body" idx="1"/>
          </p:nvPr>
        </p:nvSpPr>
        <p:spPr>
          <a:xfrm>
            <a:off x="162750" y="1212537"/>
            <a:ext cx="8818500" cy="5224230"/>
          </a:xfrm>
          <a:prstGeom prst="rect">
            <a:avLst/>
          </a:prstGeom>
        </p:spPr>
        <p:txBody>
          <a:bodyPr spcFirstLastPara="1" wrap="square" lIns="91425" tIns="91425" rIns="91425" bIns="91425" anchor="t" anchorCtr="0">
            <a:noAutofit/>
          </a:bodyPr>
          <a:lstStyle/>
          <a:p>
            <a:pPr lvl="0"/>
            <a:r>
              <a:rPr lang="en-GB" dirty="0"/>
              <a:t>Neurons produce </a:t>
            </a:r>
            <a:r>
              <a:rPr lang="en-GB" b="1" dirty="0"/>
              <a:t>short electrical impulses</a:t>
            </a:r>
            <a:r>
              <a:rPr lang="en-GB" dirty="0"/>
              <a:t> called </a:t>
            </a:r>
            <a:r>
              <a:rPr lang="en-GB" b="1" dirty="0"/>
              <a:t>action potentials </a:t>
            </a:r>
          </a:p>
          <a:p>
            <a:pPr lvl="1"/>
            <a:r>
              <a:rPr lang="en-GB" dirty="0"/>
              <a:t>travel along the axons </a:t>
            </a:r>
          </a:p>
          <a:p>
            <a:pPr lvl="1"/>
            <a:r>
              <a:rPr lang="en-GB" dirty="0"/>
              <a:t>make synapses release </a:t>
            </a:r>
            <a:r>
              <a:rPr lang="en-GB" b="1" dirty="0"/>
              <a:t>chemical signals</a:t>
            </a:r>
            <a:r>
              <a:rPr lang="en-GB" dirty="0"/>
              <a:t> called </a:t>
            </a:r>
            <a:r>
              <a:rPr lang="en-GB" b="1" dirty="0"/>
              <a:t>neurotransmitters</a:t>
            </a:r>
          </a:p>
          <a:p>
            <a:r>
              <a:rPr lang="en-GB" dirty="0"/>
              <a:t>When a neuron receives a sufficient amount of these neurotransmitters within a few milliseconds, it fires its own electrical impulses </a:t>
            </a:r>
          </a:p>
          <a:p>
            <a:pPr lvl="1"/>
            <a:r>
              <a:rPr lang="en-GB" dirty="0"/>
              <a:t>actually, it depends on the neurotransmitters</a:t>
            </a:r>
          </a:p>
          <a:p>
            <a:pPr lvl="1"/>
            <a:r>
              <a:rPr lang="en-GB" dirty="0"/>
              <a:t>some inhibit the neuron from firing</a:t>
            </a:r>
          </a:p>
          <a:p>
            <a:pPr lvl="0"/>
            <a:r>
              <a:rPr lang="en-GB" dirty="0"/>
              <a:t>Individual neurons seem to behave in a simple way, but they are </a:t>
            </a:r>
            <a:r>
              <a:rPr lang="en-GB" b="1" dirty="0"/>
              <a:t>organized in a network</a:t>
            </a:r>
            <a:r>
              <a:rPr lang="en-GB" dirty="0"/>
              <a:t> of billions</a:t>
            </a:r>
          </a:p>
          <a:p>
            <a:pPr lvl="1"/>
            <a:r>
              <a:rPr lang="en-GB" dirty="0"/>
              <a:t>each neuron typically connected to thousands of other neurons</a:t>
            </a:r>
          </a:p>
          <a:p>
            <a:pPr lvl="1"/>
            <a:r>
              <a:rPr lang="en-GB" dirty="0"/>
              <a:t>highly complex computations can be performed by a network of fairly simple neurons.</a:t>
            </a:r>
          </a:p>
          <a:p>
            <a:endParaRPr lang="en-GB" sz="1050" dirty="0"/>
          </a:p>
          <a:p>
            <a:r>
              <a:rPr lang="en-GB" dirty="0"/>
              <a:t>The architecture of biological neural networks is still the subject of active research, but some parts of the brain have been mapped, and it seems that neurons are often organized in consecutive layers, especially in the cerebral cortex</a:t>
            </a:r>
          </a:p>
          <a:p>
            <a:pPr marL="590550" lvl="1" indent="0">
              <a:buNone/>
            </a:pPr>
            <a:endParaRPr lang="en-GB" dirty="0"/>
          </a:p>
          <a:p>
            <a:pPr lvl="1"/>
            <a:endParaRPr lang="en-GB" dirty="0"/>
          </a:p>
        </p:txBody>
      </p:sp>
    </p:spTree>
    <p:extLst>
      <p:ext uri="{BB962C8B-B14F-4D97-AF65-F5344CB8AC3E}">
        <p14:creationId xmlns:p14="http://schemas.microsoft.com/office/powerpoint/2010/main" val="21599177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err="1"/>
              <a:t>XXXx</a:t>
            </a:r>
            <a:endParaRPr sz="4000" dirty="0"/>
          </a:p>
        </p:txBody>
      </p:sp>
      <p:sp>
        <p:nvSpPr>
          <p:cNvPr id="84" name="Google Shape;84;p14"/>
          <p:cNvSpPr txBox="1">
            <a:spLocks noGrp="1"/>
          </p:cNvSpPr>
          <p:nvPr>
            <p:ph type="body" idx="1"/>
          </p:nvPr>
        </p:nvSpPr>
        <p:spPr>
          <a:xfrm>
            <a:off x="162750" y="1212537"/>
            <a:ext cx="8818500" cy="5224230"/>
          </a:xfrm>
          <a:prstGeom prst="rect">
            <a:avLst/>
          </a:prstGeom>
        </p:spPr>
        <p:txBody>
          <a:bodyPr spcFirstLastPara="1" wrap="square" lIns="91425" tIns="91425" rIns="91425" bIns="91425" anchor="t" anchorCtr="0">
            <a:noAutofit/>
          </a:bodyPr>
          <a:lstStyle/>
          <a:p>
            <a:r>
              <a:rPr lang="en-GB" dirty="0"/>
              <a:t>ANN are inspired by this networks of biological neurons, however they have gradually become </a:t>
            </a:r>
            <a:r>
              <a:rPr lang="en-GB" b="1" dirty="0"/>
              <a:t>quite different</a:t>
            </a:r>
            <a:r>
              <a:rPr lang="en-GB" dirty="0"/>
              <a:t> </a:t>
            </a:r>
          </a:p>
          <a:p>
            <a:pPr lvl="1"/>
            <a:r>
              <a:rPr lang="en-GB"/>
              <a:t>some </a:t>
            </a:r>
            <a:r>
              <a:rPr lang="en-GB" dirty="0"/>
              <a:t>researchers even argue that we should drop the biological analogy altogether (e.g., by saying “units” rather than “neurons”), lest we restrict our creativity to biologically plausible systems.</a:t>
            </a:r>
            <a:endParaRPr lang="en-GB" b="1" dirty="0"/>
          </a:p>
          <a:p>
            <a:pPr lvl="0"/>
            <a:endParaRPr lang="en-GB" b="1" dirty="0"/>
          </a:p>
          <a:p>
            <a:pPr marL="590550" lvl="1" indent="0">
              <a:buNone/>
            </a:pPr>
            <a:endParaRPr lang="en-GB" dirty="0"/>
          </a:p>
          <a:p>
            <a:pPr lvl="1"/>
            <a:endParaRPr lang="en-GB" dirty="0"/>
          </a:p>
        </p:txBody>
      </p:sp>
    </p:spTree>
    <p:extLst>
      <p:ext uri="{BB962C8B-B14F-4D97-AF65-F5344CB8AC3E}">
        <p14:creationId xmlns:p14="http://schemas.microsoft.com/office/powerpoint/2010/main" val="29033268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err="1"/>
              <a:t>XXXx</a:t>
            </a:r>
            <a:endParaRPr sz="4000" dirty="0"/>
          </a:p>
        </p:txBody>
      </p:sp>
      <p:sp>
        <p:nvSpPr>
          <p:cNvPr id="84" name="Google Shape;84;p14"/>
          <p:cNvSpPr txBox="1">
            <a:spLocks noGrp="1"/>
          </p:cNvSpPr>
          <p:nvPr>
            <p:ph type="body" idx="1"/>
          </p:nvPr>
        </p:nvSpPr>
        <p:spPr>
          <a:xfrm>
            <a:off x="162750" y="1212537"/>
            <a:ext cx="8818500" cy="5224230"/>
          </a:xfrm>
          <a:prstGeom prst="rect">
            <a:avLst/>
          </a:prstGeom>
        </p:spPr>
        <p:txBody>
          <a:bodyPr spcFirstLastPara="1" wrap="square" lIns="91425" tIns="91425" rIns="91425" bIns="91425" anchor="t" anchorCtr="0">
            <a:noAutofit/>
          </a:bodyPr>
          <a:lstStyle/>
          <a:p>
            <a:pPr lvl="0"/>
            <a:r>
              <a:rPr lang="en-GB" dirty="0"/>
              <a:t>XXXX</a:t>
            </a:r>
            <a:endParaRPr lang="en-GB" b="1" dirty="0"/>
          </a:p>
          <a:p>
            <a:pPr marL="590550" lvl="1" indent="0">
              <a:buNone/>
            </a:pPr>
            <a:endParaRPr lang="en-GB" dirty="0"/>
          </a:p>
          <a:p>
            <a:pPr lvl="1"/>
            <a:endParaRPr lang="en-GB" dirty="0"/>
          </a:p>
        </p:txBody>
      </p:sp>
    </p:spTree>
    <p:extLst>
      <p:ext uri="{BB962C8B-B14F-4D97-AF65-F5344CB8AC3E}">
        <p14:creationId xmlns:p14="http://schemas.microsoft.com/office/powerpoint/2010/main" val="16373880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err="1"/>
              <a:t>XXXx</a:t>
            </a:r>
            <a:endParaRPr sz="4000" dirty="0"/>
          </a:p>
        </p:txBody>
      </p:sp>
      <p:sp>
        <p:nvSpPr>
          <p:cNvPr id="84" name="Google Shape;84;p14"/>
          <p:cNvSpPr txBox="1">
            <a:spLocks noGrp="1"/>
          </p:cNvSpPr>
          <p:nvPr>
            <p:ph type="body" idx="1"/>
          </p:nvPr>
        </p:nvSpPr>
        <p:spPr>
          <a:xfrm>
            <a:off x="162750" y="1212537"/>
            <a:ext cx="8818500" cy="5224230"/>
          </a:xfrm>
          <a:prstGeom prst="rect">
            <a:avLst/>
          </a:prstGeom>
        </p:spPr>
        <p:txBody>
          <a:bodyPr spcFirstLastPara="1" wrap="square" lIns="91425" tIns="91425" rIns="91425" bIns="91425" anchor="t" anchorCtr="0">
            <a:noAutofit/>
          </a:bodyPr>
          <a:lstStyle/>
          <a:p>
            <a:pPr lvl="0"/>
            <a:r>
              <a:rPr lang="en-GB" dirty="0"/>
              <a:t>XXXX</a:t>
            </a:r>
            <a:endParaRPr lang="en-GB" b="1" dirty="0"/>
          </a:p>
          <a:p>
            <a:pPr marL="590550" lvl="1" indent="0">
              <a:buNone/>
            </a:pPr>
            <a:endParaRPr lang="en-GB" dirty="0"/>
          </a:p>
          <a:p>
            <a:pPr lvl="1"/>
            <a:endParaRPr lang="en-GB" dirty="0"/>
          </a:p>
        </p:txBody>
      </p:sp>
    </p:spTree>
    <p:extLst>
      <p:ext uri="{BB962C8B-B14F-4D97-AF65-F5344CB8AC3E}">
        <p14:creationId xmlns:p14="http://schemas.microsoft.com/office/powerpoint/2010/main" val="26184293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err="1"/>
              <a:t>XXXx</a:t>
            </a:r>
            <a:endParaRPr sz="4000" dirty="0"/>
          </a:p>
        </p:txBody>
      </p:sp>
      <p:sp>
        <p:nvSpPr>
          <p:cNvPr id="84" name="Google Shape;84;p14"/>
          <p:cNvSpPr txBox="1">
            <a:spLocks noGrp="1"/>
          </p:cNvSpPr>
          <p:nvPr>
            <p:ph type="body" idx="1"/>
          </p:nvPr>
        </p:nvSpPr>
        <p:spPr>
          <a:xfrm>
            <a:off x="162750" y="1212537"/>
            <a:ext cx="8818500" cy="5224230"/>
          </a:xfrm>
          <a:prstGeom prst="rect">
            <a:avLst/>
          </a:prstGeom>
        </p:spPr>
        <p:txBody>
          <a:bodyPr spcFirstLastPara="1" wrap="square" lIns="91425" tIns="91425" rIns="91425" bIns="91425" anchor="t" anchorCtr="0">
            <a:noAutofit/>
          </a:bodyPr>
          <a:lstStyle/>
          <a:p>
            <a:pPr lvl="0"/>
            <a:r>
              <a:rPr lang="en-GB" dirty="0"/>
              <a:t>XXXX</a:t>
            </a:r>
            <a:endParaRPr lang="en-GB" b="1" dirty="0"/>
          </a:p>
          <a:p>
            <a:pPr marL="590550" lvl="1" indent="0">
              <a:buNone/>
            </a:pPr>
            <a:endParaRPr lang="en-GB" dirty="0"/>
          </a:p>
          <a:p>
            <a:pPr lvl="1"/>
            <a:endParaRPr lang="en-GB" dirty="0"/>
          </a:p>
        </p:txBody>
      </p:sp>
    </p:spTree>
    <p:extLst>
      <p:ext uri="{BB962C8B-B14F-4D97-AF65-F5344CB8AC3E}">
        <p14:creationId xmlns:p14="http://schemas.microsoft.com/office/powerpoint/2010/main" val="38134492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err="1"/>
              <a:t>XXXx</a:t>
            </a:r>
            <a:endParaRPr sz="4000" dirty="0"/>
          </a:p>
        </p:txBody>
      </p:sp>
      <p:sp>
        <p:nvSpPr>
          <p:cNvPr id="84" name="Google Shape;84;p14"/>
          <p:cNvSpPr txBox="1">
            <a:spLocks noGrp="1"/>
          </p:cNvSpPr>
          <p:nvPr>
            <p:ph type="body" idx="1"/>
          </p:nvPr>
        </p:nvSpPr>
        <p:spPr>
          <a:xfrm>
            <a:off x="162750" y="1212537"/>
            <a:ext cx="8818500" cy="5224230"/>
          </a:xfrm>
          <a:prstGeom prst="rect">
            <a:avLst/>
          </a:prstGeom>
        </p:spPr>
        <p:txBody>
          <a:bodyPr spcFirstLastPara="1" wrap="square" lIns="91425" tIns="91425" rIns="91425" bIns="91425" anchor="t" anchorCtr="0">
            <a:noAutofit/>
          </a:bodyPr>
          <a:lstStyle/>
          <a:p>
            <a:pPr lvl="0"/>
            <a:r>
              <a:rPr lang="en-GB" dirty="0"/>
              <a:t>XXXX</a:t>
            </a:r>
            <a:endParaRPr lang="en-GB" b="1" dirty="0"/>
          </a:p>
          <a:p>
            <a:pPr marL="590550" lvl="1" indent="0">
              <a:buNone/>
            </a:pPr>
            <a:endParaRPr lang="en-GB" dirty="0"/>
          </a:p>
          <a:p>
            <a:pPr lvl="1"/>
            <a:endParaRPr lang="en-GB" dirty="0"/>
          </a:p>
        </p:txBody>
      </p:sp>
    </p:spTree>
    <p:extLst>
      <p:ext uri="{BB962C8B-B14F-4D97-AF65-F5344CB8AC3E}">
        <p14:creationId xmlns:p14="http://schemas.microsoft.com/office/powerpoint/2010/main" val="17286762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err="1"/>
              <a:t>XXXx</a:t>
            </a:r>
            <a:endParaRPr sz="4000" dirty="0"/>
          </a:p>
        </p:txBody>
      </p:sp>
      <p:sp>
        <p:nvSpPr>
          <p:cNvPr id="84" name="Google Shape;84;p14"/>
          <p:cNvSpPr txBox="1">
            <a:spLocks noGrp="1"/>
          </p:cNvSpPr>
          <p:nvPr>
            <p:ph type="body" idx="1"/>
          </p:nvPr>
        </p:nvSpPr>
        <p:spPr>
          <a:xfrm>
            <a:off x="162750" y="1212537"/>
            <a:ext cx="8818500" cy="5224230"/>
          </a:xfrm>
          <a:prstGeom prst="rect">
            <a:avLst/>
          </a:prstGeom>
        </p:spPr>
        <p:txBody>
          <a:bodyPr spcFirstLastPara="1" wrap="square" lIns="91425" tIns="91425" rIns="91425" bIns="91425" anchor="t" anchorCtr="0">
            <a:noAutofit/>
          </a:bodyPr>
          <a:lstStyle/>
          <a:p>
            <a:pPr lvl="0"/>
            <a:r>
              <a:rPr lang="en-GB" dirty="0"/>
              <a:t>XXXX</a:t>
            </a:r>
            <a:endParaRPr lang="en-GB" b="1" dirty="0"/>
          </a:p>
          <a:p>
            <a:pPr marL="590550" lvl="1" indent="0">
              <a:buNone/>
            </a:pPr>
            <a:endParaRPr lang="en-GB" dirty="0"/>
          </a:p>
          <a:p>
            <a:pPr lvl="1"/>
            <a:endParaRPr lang="en-GB" dirty="0"/>
          </a:p>
        </p:txBody>
      </p:sp>
    </p:spTree>
    <p:extLst>
      <p:ext uri="{BB962C8B-B14F-4D97-AF65-F5344CB8AC3E}">
        <p14:creationId xmlns:p14="http://schemas.microsoft.com/office/powerpoint/2010/main" val="8873327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err="1"/>
              <a:t>XXXx</a:t>
            </a:r>
            <a:endParaRPr sz="4000" dirty="0"/>
          </a:p>
        </p:txBody>
      </p:sp>
      <p:sp>
        <p:nvSpPr>
          <p:cNvPr id="84" name="Google Shape;84;p14"/>
          <p:cNvSpPr txBox="1">
            <a:spLocks noGrp="1"/>
          </p:cNvSpPr>
          <p:nvPr>
            <p:ph type="body" idx="1"/>
          </p:nvPr>
        </p:nvSpPr>
        <p:spPr>
          <a:xfrm>
            <a:off x="162750" y="1212537"/>
            <a:ext cx="8818500" cy="5224230"/>
          </a:xfrm>
          <a:prstGeom prst="rect">
            <a:avLst/>
          </a:prstGeom>
        </p:spPr>
        <p:txBody>
          <a:bodyPr spcFirstLastPara="1" wrap="square" lIns="91425" tIns="91425" rIns="91425" bIns="91425" anchor="t" anchorCtr="0">
            <a:noAutofit/>
          </a:bodyPr>
          <a:lstStyle/>
          <a:p>
            <a:pPr lvl="0"/>
            <a:r>
              <a:rPr lang="en-GB" dirty="0"/>
              <a:t>XXXX</a:t>
            </a:r>
            <a:endParaRPr lang="en-GB" b="1" dirty="0"/>
          </a:p>
          <a:p>
            <a:pPr marL="590550" lvl="1" indent="0">
              <a:buNone/>
            </a:pPr>
            <a:endParaRPr lang="en-GB" dirty="0"/>
          </a:p>
          <a:p>
            <a:pPr lvl="1"/>
            <a:endParaRPr lang="en-GB" dirty="0"/>
          </a:p>
        </p:txBody>
      </p:sp>
    </p:spTree>
    <p:extLst>
      <p:ext uri="{BB962C8B-B14F-4D97-AF65-F5344CB8AC3E}">
        <p14:creationId xmlns:p14="http://schemas.microsoft.com/office/powerpoint/2010/main" val="39057582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Exercise</a:t>
            </a:r>
            <a:endParaRPr dirty="0"/>
          </a:p>
        </p:txBody>
      </p:sp>
      <p:sp>
        <p:nvSpPr>
          <p:cNvPr id="84" name="Google Shape;84;p14"/>
          <p:cNvSpPr txBox="1">
            <a:spLocks noGrp="1"/>
          </p:cNvSpPr>
          <p:nvPr>
            <p:ph type="body" idx="1"/>
          </p:nvPr>
        </p:nvSpPr>
        <p:spPr>
          <a:xfrm>
            <a:off x="311700" y="1006092"/>
            <a:ext cx="8520600" cy="5635339"/>
          </a:xfrm>
          <a:prstGeom prst="rect">
            <a:avLst/>
          </a:prstGeom>
        </p:spPr>
        <p:txBody>
          <a:bodyPr spcFirstLastPara="1" wrap="square" lIns="91425" tIns="91425" rIns="91425" bIns="91425" anchor="t" anchorCtr="0">
            <a:noAutofit/>
          </a:bodyPr>
          <a:lstStyle/>
          <a:p>
            <a:pPr lvl="0"/>
            <a:r>
              <a:rPr lang="en-GB" sz="1800" dirty="0"/>
              <a:t>1 - </a:t>
            </a:r>
            <a:r>
              <a:rPr lang="en-GB" sz="1800" dirty="0" err="1"/>
              <a:t>xxxx</a:t>
            </a:r>
            <a:endParaRPr lang="en-GB" sz="1800" dirty="0"/>
          </a:p>
          <a:p>
            <a:pPr lvl="0"/>
            <a:endParaRPr lang="en-GB" sz="1800" dirty="0"/>
          </a:p>
          <a:p>
            <a:pPr lvl="0"/>
            <a:endParaRPr lang="en-GB" sz="1800" dirty="0"/>
          </a:p>
          <a:p>
            <a:pPr lvl="0"/>
            <a:endParaRPr lang="en-GB" sz="1800" dirty="0"/>
          </a:p>
          <a:p>
            <a:pPr lvl="0"/>
            <a:endParaRPr lang="en-GB" sz="1800" dirty="0"/>
          </a:p>
          <a:p>
            <a:pPr marL="120650" indent="0">
              <a:buNone/>
            </a:pPr>
            <a:endParaRPr lang="en-GB" sz="1800" dirty="0"/>
          </a:p>
          <a:p>
            <a:pPr lvl="0"/>
            <a:endParaRPr lang="en-GB" sz="1800" dirty="0"/>
          </a:p>
          <a:p>
            <a:pPr lvl="0"/>
            <a:endParaRPr lang="en-GB" dirty="0"/>
          </a:p>
        </p:txBody>
      </p:sp>
    </p:spTree>
    <p:extLst>
      <p:ext uri="{BB962C8B-B14F-4D97-AF65-F5344CB8AC3E}">
        <p14:creationId xmlns:p14="http://schemas.microsoft.com/office/powerpoint/2010/main" val="1073505695"/>
      </p:ext>
    </p:extLst>
  </p:cSld>
  <p:clrMapOvr>
    <a:masterClrMapping/>
  </p:clrMapOvr>
</p:sld>
</file>

<file path=ppt/theme/theme1.xml><?xml version="1.0" encoding="utf-8"?>
<a:theme xmlns:a="http://schemas.openxmlformats.org/drawingml/2006/main" name="Luxe">
  <a:themeElements>
    <a:clrScheme name="Luxe">
      <a:dk1>
        <a:srgbClr val="000000"/>
      </a:dk1>
      <a:lt1>
        <a:srgbClr val="FFFFFF"/>
      </a:lt1>
      <a:dk2>
        <a:srgbClr val="B7B7B7"/>
      </a:dk2>
      <a:lt2>
        <a:srgbClr val="CCA677"/>
      </a:lt2>
      <a:accent1>
        <a:srgbClr val="5D4037"/>
      </a:accent1>
      <a:accent2>
        <a:srgbClr val="455A64"/>
      </a:accent2>
      <a:accent3>
        <a:srgbClr val="607D8B"/>
      </a:accent3>
      <a:accent4>
        <a:srgbClr val="78909C"/>
      </a:accent4>
      <a:accent5>
        <a:srgbClr val="57BB8A"/>
      </a:accent5>
      <a:accent6>
        <a:srgbClr val="DCE755"/>
      </a:accent6>
      <a:hlink>
        <a:srgbClr val="57BB8A"/>
      </a:hlink>
      <a:folHlink>
        <a:srgbClr val="57BB8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B8FA822B18A0634FB7342CF29752587A" ma:contentTypeVersion="12" ma:contentTypeDescription="Creare un nuovo documento." ma:contentTypeScope="" ma:versionID="4c8b1e8002f5a6c880c83187af115cef">
  <xsd:schema xmlns:xsd="http://www.w3.org/2001/XMLSchema" xmlns:xs="http://www.w3.org/2001/XMLSchema" xmlns:p="http://schemas.microsoft.com/office/2006/metadata/properties" xmlns:ns2="3bd0d43f-5e5b-43cd-b6fc-691bd77672c6" xmlns:ns3="e9b5433c-2372-4cb7-8bab-09518096b29b" targetNamespace="http://schemas.microsoft.com/office/2006/metadata/properties" ma:root="true" ma:fieldsID="618b708abf3b656f834d84e193700042" ns2:_="" ns3:_="">
    <xsd:import namespace="3bd0d43f-5e5b-43cd-b6fc-691bd77672c6"/>
    <xsd:import namespace="e9b5433c-2372-4cb7-8bab-09518096b29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bd0d43f-5e5b-43cd-b6fc-691bd77672c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Tag immagine" ma:readOnly="false" ma:fieldId="{5cf76f15-5ced-4ddc-b409-7134ff3c332f}" ma:taxonomyMulti="true" ma:sspId="b3f316dc-fb4b-4146-8b22-f4ef2efe4b04"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e9b5433c-2372-4cb7-8bab-09518096b29b"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ac4bbe8c-9a55-4d5f-b385-d948ddfe6c4d}" ma:internalName="TaxCatchAll" ma:showField="CatchAllData" ma:web="e9b5433c-2372-4cb7-8bab-09518096b29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i contenuto"/>
        <xsd:element ref="dc:title" minOccurs="0" maxOccurs="1" ma:index="4" ma:displayName="Tito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e9b5433c-2372-4cb7-8bab-09518096b29b" xsi:nil="true"/>
    <lcf76f155ced4ddcb4097134ff3c332f xmlns="3bd0d43f-5e5b-43cd-b6fc-691bd77672c6">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14171B62-8D11-4E02-816F-D3985ED2F6B3}"/>
</file>

<file path=customXml/itemProps2.xml><?xml version="1.0" encoding="utf-8"?>
<ds:datastoreItem xmlns:ds="http://schemas.openxmlformats.org/officeDocument/2006/customXml" ds:itemID="{E41887C8-7A55-47F1-B638-CAE1B2DF7C0B}"/>
</file>

<file path=customXml/itemProps3.xml><?xml version="1.0" encoding="utf-8"?>
<ds:datastoreItem xmlns:ds="http://schemas.openxmlformats.org/officeDocument/2006/customXml" ds:itemID="{D6AD478F-9FE2-4E28-99CD-69620A52CE6D}"/>
</file>

<file path=docProps/app.xml><?xml version="1.0" encoding="utf-8"?>
<Properties xmlns="http://schemas.openxmlformats.org/officeDocument/2006/extended-properties" xmlns:vt="http://schemas.openxmlformats.org/officeDocument/2006/docPropsVTypes">
  <TotalTime>14340</TotalTime>
  <Words>312</Words>
  <Application>Microsoft Macintosh PowerPoint</Application>
  <PresentationFormat>Presentazione su schermo (4:3)</PresentationFormat>
  <Paragraphs>52</Paragraphs>
  <Slides>12</Slides>
  <Notes>12</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12</vt:i4>
      </vt:variant>
    </vt:vector>
  </HeadingPairs>
  <TitlesOfParts>
    <vt:vector size="16" baseType="lpstr">
      <vt:lpstr>Open Sans</vt:lpstr>
      <vt:lpstr>Economica</vt:lpstr>
      <vt:lpstr>Arial</vt:lpstr>
      <vt:lpstr>Luxe</vt:lpstr>
      <vt:lpstr>Artificial Neural Networks</vt:lpstr>
      <vt:lpstr>Topics</vt:lpstr>
      <vt:lpstr>Biological neurons (1)</vt:lpstr>
      <vt:lpstr>Biological neurons (2)</vt:lpstr>
      <vt:lpstr>XXXx</vt:lpstr>
      <vt:lpstr>XXXx</vt:lpstr>
      <vt:lpstr>XXXx</vt:lpstr>
      <vt:lpstr>XXXx</vt:lpstr>
      <vt:lpstr>XXXx</vt:lpstr>
      <vt:lpstr>XXXx</vt:lpstr>
      <vt:lpstr>XXXx</vt:lpstr>
      <vt:lpstr>Exercise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Digital Abstraction</dc:title>
  <dc:subject/>
  <dc:creator/>
  <cp:keywords/>
  <dc:description/>
  <cp:lastModifiedBy>Riccardo Berta</cp:lastModifiedBy>
  <cp:revision>34</cp:revision>
  <dcterms:modified xsi:type="dcterms:W3CDTF">2023-03-15T16:16:56Z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0x010100B8FA822B18A0634FB7342CF29752587A</vt:lpwstr>
  </property>
</Properties>
</file>