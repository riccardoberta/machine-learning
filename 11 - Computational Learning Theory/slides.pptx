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6"/>
  </p:notesMasterIdLst>
  <p:sldIdLst>
    <p:sldId id="256" r:id="rId2"/>
    <p:sldId id="264" r:id="rId3"/>
    <p:sldId id="265" r:id="rId4"/>
    <p:sldId id="280" r:id="rId5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7"/>
      <p:bold r:id="rId8"/>
      <p:italic r:id="rId9"/>
      <p:boldItalic r:id="rId10"/>
    </p:embeddedFont>
    <p:embeddedFont>
      <p:font typeface="Open Sans" panose="020B0606030504020204" pitchFamily="34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50"/>
    <p:restoredTop sz="91905"/>
  </p:normalViewPr>
  <p:slideViewPr>
    <p:cSldViewPr snapToGrid="0" snapToObjects="1">
      <p:cViewPr varScale="1">
        <p:scale>
          <a:sx n="117" d="100"/>
          <a:sy n="117" d="100"/>
        </p:scale>
        <p:origin x="2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customXml" Target="../customXml/item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4.fntdata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58424B7E-67A2-E24B-9516-C248AFA19009}"/>
    <pc:docChg chg="undo custSel addSld delSld modSld sldOrd modMainMaster">
      <pc:chgData name="Riccardo Berta" userId="c8694f89-bba4-4576-b0a8-456619ca5a8c" providerId="ADAL" clId="{58424B7E-67A2-E24B-9516-C248AFA19009}" dt="2022-08-30T09:41:00.751" v="1457" actId="20577"/>
      <pc:docMkLst>
        <pc:docMk/>
      </pc:docMkLst>
      <pc:sldChg chg="modSp mod">
        <pc:chgData name="Riccardo Berta" userId="c8694f89-bba4-4576-b0a8-456619ca5a8c" providerId="ADAL" clId="{58424B7E-67A2-E24B-9516-C248AFA19009}" dt="2022-08-30T09:38:38.114" v="1432" actId="790"/>
        <pc:sldMkLst>
          <pc:docMk/>
          <pc:sldMk cId="0" sldId="256"/>
        </pc:sldMkLst>
        <pc:spChg chg="mod">
          <ac:chgData name="Riccardo Berta" userId="c8694f89-bba4-4576-b0a8-456619ca5a8c" providerId="ADAL" clId="{58424B7E-67A2-E24B-9516-C248AFA19009}" dt="2022-08-30T09:38:38.114" v="1432" actId="790"/>
          <ac:spMkLst>
            <pc:docMk/>
            <pc:sldMk cId="0" sldId="256"/>
            <ac:spMk id="62" creationId="{00000000-0000-0000-0000-000000000000}"/>
          </ac:spMkLst>
        </pc:spChg>
      </pc:sldChg>
      <pc:sldChg chg="addSp modSp mod">
        <pc:chgData name="Riccardo Berta" userId="c8694f89-bba4-4576-b0a8-456619ca5a8c" providerId="ADAL" clId="{58424B7E-67A2-E24B-9516-C248AFA19009}" dt="2022-08-30T09:37:52.468" v="1397" actId="20577"/>
        <pc:sldMkLst>
          <pc:docMk/>
          <pc:sldMk cId="0" sldId="257"/>
        </pc:sldMkLst>
        <pc:spChg chg="mod">
          <ac:chgData name="Riccardo Berta" userId="c8694f89-bba4-4576-b0a8-456619ca5a8c" providerId="ADAL" clId="{58424B7E-67A2-E24B-9516-C248AFA19009}" dt="2022-08-30T09:37:52.468" v="1397" actId="20577"/>
          <ac:spMkLst>
            <pc:docMk/>
            <pc:sldMk cId="0" sldId="257"/>
            <ac:spMk id="83" creationId="{00000000-0000-0000-0000-000000000000}"/>
          </ac:spMkLst>
        </pc:spChg>
        <pc:spChg chg="mod">
          <ac:chgData name="Riccardo Berta" userId="c8694f89-bba4-4576-b0a8-456619ca5a8c" providerId="ADAL" clId="{58424B7E-67A2-E24B-9516-C248AFA19009}" dt="2022-08-30T08:54:17.949" v="242" actId="20577"/>
          <ac:spMkLst>
            <pc:docMk/>
            <pc:sldMk cId="0" sldId="257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58424B7E-67A2-E24B-9516-C248AFA19009}" dt="2022-08-30T08:54:52.448" v="247" actId="1076"/>
          <ac:picMkLst>
            <pc:docMk/>
            <pc:sldMk cId="0" sldId="257"/>
            <ac:picMk id="3" creationId="{EE0D0F3E-A843-92E5-ABBC-F41E3CA3C922}"/>
          </ac:picMkLst>
        </pc:picChg>
        <pc:picChg chg="add mod">
          <ac:chgData name="Riccardo Berta" userId="c8694f89-bba4-4576-b0a8-456619ca5a8c" providerId="ADAL" clId="{58424B7E-67A2-E24B-9516-C248AFA19009}" dt="2022-08-30T08:54:40.649" v="245" actId="1076"/>
          <ac:picMkLst>
            <pc:docMk/>
            <pc:sldMk cId="0" sldId="257"/>
            <ac:picMk id="5" creationId="{692F2B73-F6B6-F2AC-BB2A-2B1020944694}"/>
          </ac:picMkLst>
        </pc:picChg>
      </pc:sldChg>
      <pc:sldChg chg="modSp mod">
        <pc:chgData name="Riccardo Berta" userId="c8694f89-bba4-4576-b0a8-456619ca5a8c" providerId="ADAL" clId="{58424B7E-67A2-E24B-9516-C248AFA19009}" dt="2022-08-30T09:41:00.751" v="1457" actId="20577"/>
        <pc:sldMkLst>
          <pc:docMk/>
          <pc:sldMk cId="3018556184" sldId="259"/>
        </pc:sldMkLst>
        <pc:spChg chg="mod">
          <ac:chgData name="Riccardo Berta" userId="c8694f89-bba4-4576-b0a8-456619ca5a8c" providerId="ADAL" clId="{58424B7E-67A2-E24B-9516-C248AFA19009}" dt="2022-08-30T09:40:55.801" v="1443" actId="20577"/>
          <ac:spMkLst>
            <pc:docMk/>
            <pc:sldMk cId="3018556184" sldId="259"/>
            <ac:spMk id="2" creationId="{41268BF7-2F3B-A5C4-4F7E-1982399FCE62}"/>
          </ac:spMkLst>
        </pc:spChg>
        <pc:spChg chg="mod">
          <ac:chgData name="Riccardo Berta" userId="c8694f89-bba4-4576-b0a8-456619ca5a8c" providerId="ADAL" clId="{58424B7E-67A2-E24B-9516-C248AFA19009}" dt="2022-08-30T09:41:00.751" v="1457" actId="20577"/>
          <ac:spMkLst>
            <pc:docMk/>
            <pc:sldMk cId="3018556184" sldId="259"/>
            <ac:spMk id="3" creationId="{38BFAA1C-1163-169B-2D77-6FEF73CC8512}"/>
          </ac:spMkLst>
        </pc:spChg>
      </pc:sldChg>
      <pc:sldChg chg="del">
        <pc:chgData name="Riccardo Berta" userId="c8694f89-bba4-4576-b0a8-456619ca5a8c" providerId="ADAL" clId="{58424B7E-67A2-E24B-9516-C248AFA19009}" dt="2022-08-30T08:44:09.932" v="12" actId="2696"/>
        <pc:sldMkLst>
          <pc:docMk/>
          <pc:sldMk cId="1066709261" sldId="260"/>
        </pc:sldMkLst>
      </pc:sldChg>
      <pc:sldChg chg="addSp modSp add mod">
        <pc:chgData name="Riccardo Berta" userId="c8694f89-bba4-4576-b0a8-456619ca5a8c" providerId="ADAL" clId="{58424B7E-67A2-E24B-9516-C248AFA19009}" dt="2022-08-30T09:38:04.406" v="1411" actId="20577"/>
        <pc:sldMkLst>
          <pc:docMk/>
          <pc:sldMk cId="3692252167" sldId="260"/>
        </pc:sldMkLst>
        <pc:spChg chg="mod">
          <ac:chgData name="Riccardo Berta" userId="c8694f89-bba4-4576-b0a8-456619ca5a8c" providerId="ADAL" clId="{58424B7E-67A2-E24B-9516-C248AFA19009}" dt="2022-08-30T09:38:04.406" v="1411" actId="20577"/>
          <ac:spMkLst>
            <pc:docMk/>
            <pc:sldMk cId="3692252167" sldId="260"/>
            <ac:spMk id="83" creationId="{00000000-0000-0000-0000-000000000000}"/>
          </ac:spMkLst>
        </pc:spChg>
        <pc:spChg chg="mod">
          <ac:chgData name="Riccardo Berta" userId="c8694f89-bba4-4576-b0a8-456619ca5a8c" providerId="ADAL" clId="{58424B7E-67A2-E24B-9516-C248AFA19009}" dt="2022-08-30T09:04:35.320" v="520" actId="20577"/>
          <ac:spMkLst>
            <pc:docMk/>
            <pc:sldMk cId="3692252167" sldId="260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58424B7E-67A2-E24B-9516-C248AFA19009}" dt="2022-08-30T09:05:43.669" v="528" actId="1076"/>
          <ac:picMkLst>
            <pc:docMk/>
            <pc:sldMk cId="3692252167" sldId="260"/>
            <ac:picMk id="3" creationId="{26020D26-A3D1-87FF-6D23-30510A8347CA}"/>
          </ac:picMkLst>
        </pc:picChg>
        <pc:picChg chg="add mod">
          <ac:chgData name="Riccardo Berta" userId="c8694f89-bba4-4576-b0a8-456619ca5a8c" providerId="ADAL" clId="{58424B7E-67A2-E24B-9516-C248AFA19009}" dt="2022-08-30T09:05:45.736" v="529" actId="1076"/>
          <ac:picMkLst>
            <pc:docMk/>
            <pc:sldMk cId="3692252167" sldId="260"/>
            <ac:picMk id="5" creationId="{9FA419C2-E609-741E-D65C-C1D117A7308B}"/>
          </ac:picMkLst>
        </pc:picChg>
        <pc:picChg chg="add mod">
          <ac:chgData name="Riccardo Berta" userId="c8694f89-bba4-4576-b0a8-456619ca5a8c" providerId="ADAL" clId="{58424B7E-67A2-E24B-9516-C248AFA19009}" dt="2022-08-30T09:05:50.436" v="530" actId="1076"/>
          <ac:picMkLst>
            <pc:docMk/>
            <pc:sldMk cId="3692252167" sldId="260"/>
            <ac:picMk id="7" creationId="{3ECFDE7C-5996-8F77-AAD8-C21E11379B42}"/>
          </ac:picMkLst>
        </pc:picChg>
      </pc:sldChg>
      <pc:sldChg chg="addSp modSp add mod">
        <pc:chgData name="Riccardo Berta" userId="c8694f89-bba4-4576-b0a8-456619ca5a8c" providerId="ADAL" clId="{58424B7E-67A2-E24B-9516-C248AFA19009}" dt="2022-08-30T09:35:29.211" v="1307" actId="21"/>
        <pc:sldMkLst>
          <pc:docMk/>
          <pc:sldMk cId="846979211" sldId="261"/>
        </pc:sldMkLst>
        <pc:spChg chg="mod">
          <ac:chgData name="Riccardo Berta" userId="c8694f89-bba4-4576-b0a8-456619ca5a8c" providerId="ADAL" clId="{58424B7E-67A2-E24B-9516-C248AFA19009}" dt="2022-08-30T09:06:58.258" v="533" actId="20577"/>
          <ac:spMkLst>
            <pc:docMk/>
            <pc:sldMk cId="846979211" sldId="261"/>
            <ac:spMk id="83" creationId="{00000000-0000-0000-0000-000000000000}"/>
          </ac:spMkLst>
        </pc:spChg>
        <pc:spChg chg="mod">
          <ac:chgData name="Riccardo Berta" userId="c8694f89-bba4-4576-b0a8-456619ca5a8c" providerId="ADAL" clId="{58424B7E-67A2-E24B-9516-C248AFA19009}" dt="2022-08-30T09:35:29.211" v="1307" actId="21"/>
          <ac:spMkLst>
            <pc:docMk/>
            <pc:sldMk cId="846979211" sldId="261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58424B7E-67A2-E24B-9516-C248AFA19009}" dt="2022-08-30T09:08:52.432" v="561" actId="1076"/>
          <ac:picMkLst>
            <pc:docMk/>
            <pc:sldMk cId="846979211" sldId="261"/>
            <ac:picMk id="3" creationId="{ABE3CA87-0B25-2C79-A596-21112343DAEC}"/>
          </ac:picMkLst>
        </pc:picChg>
      </pc:sldChg>
      <pc:sldChg chg="modSp add mod">
        <pc:chgData name="Riccardo Berta" userId="c8694f89-bba4-4576-b0a8-456619ca5a8c" providerId="ADAL" clId="{58424B7E-67A2-E24B-9516-C248AFA19009}" dt="2022-08-30T09:19:27.119" v="830" actId="20577"/>
        <pc:sldMkLst>
          <pc:docMk/>
          <pc:sldMk cId="447929702" sldId="262"/>
        </pc:sldMkLst>
        <pc:spChg chg="mod">
          <ac:chgData name="Riccardo Berta" userId="c8694f89-bba4-4576-b0a8-456619ca5a8c" providerId="ADAL" clId="{58424B7E-67A2-E24B-9516-C248AFA19009}" dt="2022-08-30T09:09:40.371" v="566" actId="20577"/>
          <ac:spMkLst>
            <pc:docMk/>
            <pc:sldMk cId="447929702" sldId="262"/>
            <ac:spMk id="83" creationId="{00000000-0000-0000-0000-000000000000}"/>
          </ac:spMkLst>
        </pc:spChg>
        <pc:spChg chg="mod">
          <ac:chgData name="Riccardo Berta" userId="c8694f89-bba4-4576-b0a8-456619ca5a8c" providerId="ADAL" clId="{58424B7E-67A2-E24B-9516-C248AFA19009}" dt="2022-08-30T09:19:27.119" v="830" actId="20577"/>
          <ac:spMkLst>
            <pc:docMk/>
            <pc:sldMk cId="447929702" sldId="262"/>
            <ac:spMk id="84" creationId="{00000000-0000-0000-0000-000000000000}"/>
          </ac:spMkLst>
        </pc:spChg>
      </pc:sldChg>
      <pc:sldChg chg="addSp modSp add mod ord">
        <pc:chgData name="Riccardo Berta" userId="c8694f89-bba4-4576-b0a8-456619ca5a8c" providerId="ADAL" clId="{58424B7E-67A2-E24B-9516-C248AFA19009}" dt="2022-08-30T09:40:40.663" v="1434" actId="20578"/>
        <pc:sldMkLst>
          <pc:docMk/>
          <pc:sldMk cId="11402927" sldId="263"/>
        </pc:sldMkLst>
        <pc:spChg chg="mod">
          <ac:chgData name="Riccardo Berta" userId="c8694f89-bba4-4576-b0a8-456619ca5a8c" providerId="ADAL" clId="{58424B7E-67A2-E24B-9516-C248AFA19009}" dt="2022-08-30T09:26:18.243" v="1009" actId="20577"/>
          <ac:spMkLst>
            <pc:docMk/>
            <pc:sldMk cId="11402927" sldId="263"/>
            <ac:spMk id="83" creationId="{00000000-0000-0000-0000-000000000000}"/>
          </ac:spMkLst>
        </pc:spChg>
        <pc:spChg chg="mod">
          <ac:chgData name="Riccardo Berta" userId="c8694f89-bba4-4576-b0a8-456619ca5a8c" providerId="ADAL" clId="{58424B7E-67A2-E24B-9516-C248AFA19009}" dt="2022-08-30T09:32:06.516" v="1199" actId="404"/>
          <ac:spMkLst>
            <pc:docMk/>
            <pc:sldMk cId="11402927" sldId="263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58424B7E-67A2-E24B-9516-C248AFA19009}" dt="2022-08-30T09:29:03.309" v="1117" actId="1076"/>
          <ac:picMkLst>
            <pc:docMk/>
            <pc:sldMk cId="11402927" sldId="263"/>
            <ac:picMk id="3" creationId="{F3D401DB-61B8-1C3E-9105-7EC9ACE0FC92}"/>
          </ac:picMkLst>
        </pc:picChg>
        <pc:picChg chg="add mod">
          <ac:chgData name="Riccardo Berta" userId="c8694f89-bba4-4576-b0a8-456619ca5a8c" providerId="ADAL" clId="{58424B7E-67A2-E24B-9516-C248AFA19009}" dt="2022-08-30T09:32:36.205" v="1204" actId="1076"/>
          <ac:picMkLst>
            <pc:docMk/>
            <pc:sldMk cId="11402927" sldId="263"/>
            <ac:picMk id="5" creationId="{5D828C5A-E211-5917-F0A3-478949F392AF}"/>
          </ac:picMkLst>
        </pc:picChg>
        <pc:picChg chg="add mod">
          <ac:chgData name="Riccardo Berta" userId="c8694f89-bba4-4576-b0a8-456619ca5a8c" providerId="ADAL" clId="{58424B7E-67A2-E24B-9516-C248AFA19009}" dt="2022-08-30T09:32:25.306" v="1202" actId="1076"/>
          <ac:picMkLst>
            <pc:docMk/>
            <pc:sldMk cId="11402927" sldId="263"/>
            <ac:picMk id="7" creationId="{0C7BE3E7-6868-19EE-3253-53A71F868074}"/>
          </ac:picMkLst>
        </pc:picChg>
        <pc:picChg chg="add mod">
          <ac:chgData name="Riccardo Berta" userId="c8694f89-bba4-4576-b0a8-456619ca5a8c" providerId="ADAL" clId="{58424B7E-67A2-E24B-9516-C248AFA19009}" dt="2022-08-30T09:32:20.372" v="1201" actId="1076"/>
          <ac:picMkLst>
            <pc:docMk/>
            <pc:sldMk cId="11402927" sldId="263"/>
            <ac:picMk id="9" creationId="{4FF45D8D-E910-4192-97BD-DEBE87AA0D7F}"/>
          </ac:picMkLst>
        </pc:picChg>
        <pc:picChg chg="add mod">
          <ac:chgData name="Riccardo Berta" userId="c8694f89-bba4-4576-b0a8-456619ca5a8c" providerId="ADAL" clId="{58424B7E-67A2-E24B-9516-C248AFA19009}" dt="2022-08-30T09:32:16.472" v="1200" actId="1076"/>
          <ac:picMkLst>
            <pc:docMk/>
            <pc:sldMk cId="11402927" sldId="263"/>
            <ac:picMk id="11" creationId="{85A08A20-9095-CFB9-3040-825FE39CFB8A}"/>
          </ac:picMkLst>
        </pc:picChg>
      </pc:sldChg>
      <pc:sldChg chg="del">
        <pc:chgData name="Riccardo Berta" userId="c8694f89-bba4-4576-b0a8-456619ca5a8c" providerId="ADAL" clId="{58424B7E-67A2-E24B-9516-C248AFA19009}" dt="2022-08-30T08:44:10.781" v="14" actId="2696"/>
        <pc:sldMkLst>
          <pc:docMk/>
          <pc:sldMk cId="2190566097" sldId="263"/>
        </pc:sldMkLst>
      </pc:sldChg>
      <pc:sldChg chg="modSp add mod ord">
        <pc:chgData name="Riccardo Berta" userId="c8694f89-bba4-4576-b0a8-456619ca5a8c" providerId="ADAL" clId="{58424B7E-67A2-E24B-9516-C248AFA19009}" dt="2022-08-30T09:40:38.066" v="1433" actId="20578"/>
        <pc:sldMkLst>
          <pc:docMk/>
          <pc:sldMk cId="2794482370" sldId="264"/>
        </pc:sldMkLst>
        <pc:spChg chg="mod">
          <ac:chgData name="Riccardo Berta" userId="c8694f89-bba4-4576-b0a8-456619ca5a8c" providerId="ADAL" clId="{58424B7E-67A2-E24B-9516-C248AFA19009}" dt="2022-08-30T09:35:37.505" v="1317" actId="20577"/>
          <ac:spMkLst>
            <pc:docMk/>
            <pc:sldMk cId="2794482370" sldId="264"/>
            <ac:spMk id="83" creationId="{00000000-0000-0000-0000-000000000000}"/>
          </ac:spMkLst>
        </pc:spChg>
        <pc:spChg chg="mod">
          <ac:chgData name="Riccardo Berta" userId="c8694f89-bba4-4576-b0a8-456619ca5a8c" providerId="ADAL" clId="{58424B7E-67A2-E24B-9516-C248AFA19009}" dt="2022-08-30T09:37:23.887" v="1369" actId="20577"/>
          <ac:spMkLst>
            <pc:docMk/>
            <pc:sldMk cId="2794482370" sldId="264"/>
            <ac:spMk id="84" creationId="{00000000-0000-0000-0000-000000000000}"/>
          </ac:spMkLst>
        </pc:spChg>
      </pc:sldChg>
      <pc:sldChg chg="del">
        <pc:chgData name="Riccardo Berta" userId="c8694f89-bba4-4576-b0a8-456619ca5a8c" providerId="ADAL" clId="{58424B7E-67A2-E24B-9516-C248AFA19009}" dt="2022-08-30T08:44:11.185" v="15" actId="2696"/>
        <pc:sldMkLst>
          <pc:docMk/>
          <pc:sldMk cId="3888810046" sldId="264"/>
        </pc:sldMkLst>
      </pc:sldChg>
      <pc:sldChg chg="add del">
        <pc:chgData name="Riccardo Berta" userId="c8694f89-bba4-4576-b0a8-456619ca5a8c" providerId="ADAL" clId="{58424B7E-67A2-E24B-9516-C248AFA19009}" dt="2022-08-30T09:40:43.113" v="1435" actId="2696"/>
        <pc:sldMkLst>
          <pc:docMk/>
          <pc:sldMk cId="1840044115" sldId="265"/>
        </pc:sldMkLst>
      </pc:sldChg>
      <pc:sldChg chg="del">
        <pc:chgData name="Riccardo Berta" userId="c8694f89-bba4-4576-b0a8-456619ca5a8c" providerId="ADAL" clId="{58424B7E-67A2-E24B-9516-C248AFA19009}" dt="2022-08-30T08:44:10.392" v="13" actId="2696"/>
        <pc:sldMkLst>
          <pc:docMk/>
          <pc:sldMk cId="2733657070" sldId="265"/>
        </pc:sldMkLst>
      </pc:sldChg>
      <pc:sldChg chg="del">
        <pc:chgData name="Riccardo Berta" userId="c8694f89-bba4-4576-b0a8-456619ca5a8c" providerId="ADAL" clId="{58424B7E-67A2-E24B-9516-C248AFA19009}" dt="2022-08-30T08:44:11.546" v="16" actId="2696"/>
        <pc:sldMkLst>
          <pc:docMk/>
          <pc:sldMk cId="2836957529" sldId="266"/>
        </pc:sldMkLst>
      </pc:sldChg>
      <pc:sldChg chg="add del">
        <pc:chgData name="Riccardo Berta" userId="c8694f89-bba4-4576-b0a8-456619ca5a8c" providerId="ADAL" clId="{58424B7E-67A2-E24B-9516-C248AFA19009}" dt="2022-08-30T09:40:44.686" v="1436" actId="2696"/>
        <pc:sldMkLst>
          <pc:docMk/>
          <pc:sldMk cId="3173063083" sldId="266"/>
        </pc:sldMkLst>
      </pc:sldChg>
      <pc:sldChg chg="del">
        <pc:chgData name="Riccardo Berta" userId="c8694f89-bba4-4576-b0a8-456619ca5a8c" providerId="ADAL" clId="{58424B7E-67A2-E24B-9516-C248AFA19009}" dt="2022-08-30T08:44:11.879" v="17" actId="2696"/>
        <pc:sldMkLst>
          <pc:docMk/>
          <pc:sldMk cId="3519359877" sldId="267"/>
        </pc:sldMkLst>
      </pc:sldChg>
      <pc:sldChg chg="add del">
        <pc:chgData name="Riccardo Berta" userId="c8694f89-bba4-4576-b0a8-456619ca5a8c" providerId="ADAL" clId="{58424B7E-67A2-E24B-9516-C248AFA19009}" dt="2022-08-30T09:40:45.351" v="1437" actId="2696"/>
        <pc:sldMkLst>
          <pc:docMk/>
          <pc:sldMk cId="4284808824" sldId="267"/>
        </pc:sldMkLst>
      </pc:sldChg>
      <pc:sldChg chg="add del">
        <pc:chgData name="Riccardo Berta" userId="c8694f89-bba4-4576-b0a8-456619ca5a8c" providerId="ADAL" clId="{58424B7E-67A2-E24B-9516-C248AFA19009}" dt="2022-08-30T09:40:46.386" v="1438" actId="2696"/>
        <pc:sldMkLst>
          <pc:docMk/>
          <pc:sldMk cId="2262434218" sldId="268"/>
        </pc:sldMkLst>
      </pc:sldChg>
      <pc:sldChg chg="del">
        <pc:chgData name="Riccardo Berta" userId="c8694f89-bba4-4576-b0a8-456619ca5a8c" providerId="ADAL" clId="{58424B7E-67A2-E24B-9516-C248AFA19009}" dt="2022-08-30T08:44:12.296" v="18" actId="2696"/>
        <pc:sldMkLst>
          <pc:docMk/>
          <pc:sldMk cId="3883776362" sldId="268"/>
        </pc:sldMkLst>
      </pc:sldChg>
      <pc:sldChg chg="del">
        <pc:chgData name="Riccardo Berta" userId="c8694f89-bba4-4576-b0a8-456619ca5a8c" providerId="ADAL" clId="{58424B7E-67A2-E24B-9516-C248AFA19009}" dt="2022-08-30T08:44:12.734" v="19" actId="2696"/>
        <pc:sldMkLst>
          <pc:docMk/>
          <pc:sldMk cId="482081013" sldId="269"/>
        </pc:sldMkLst>
      </pc:sldChg>
      <pc:sldChg chg="del">
        <pc:chgData name="Riccardo Berta" userId="c8694f89-bba4-4576-b0a8-456619ca5a8c" providerId="ADAL" clId="{58424B7E-67A2-E24B-9516-C248AFA19009}" dt="2022-08-30T08:44:13.162" v="20" actId="2696"/>
        <pc:sldMkLst>
          <pc:docMk/>
          <pc:sldMk cId="761532774" sldId="270"/>
        </pc:sldMkLst>
      </pc:sldChg>
      <pc:sldChg chg="del">
        <pc:chgData name="Riccardo Berta" userId="c8694f89-bba4-4576-b0a8-456619ca5a8c" providerId="ADAL" clId="{58424B7E-67A2-E24B-9516-C248AFA19009}" dt="2022-08-30T08:44:13.596" v="21" actId="2696"/>
        <pc:sldMkLst>
          <pc:docMk/>
          <pc:sldMk cId="3967202540" sldId="271"/>
        </pc:sldMkLst>
      </pc:sldChg>
      <pc:sldChg chg="del">
        <pc:chgData name="Riccardo Berta" userId="c8694f89-bba4-4576-b0a8-456619ca5a8c" providerId="ADAL" clId="{58424B7E-67A2-E24B-9516-C248AFA19009}" dt="2022-08-30T08:44:14.037" v="22" actId="2696"/>
        <pc:sldMkLst>
          <pc:docMk/>
          <pc:sldMk cId="2355894371" sldId="272"/>
        </pc:sldMkLst>
      </pc:sldChg>
      <pc:sldChg chg="del">
        <pc:chgData name="Riccardo Berta" userId="c8694f89-bba4-4576-b0a8-456619ca5a8c" providerId="ADAL" clId="{58424B7E-67A2-E24B-9516-C248AFA19009}" dt="2022-08-30T08:44:14.570" v="23" actId="2696"/>
        <pc:sldMkLst>
          <pc:docMk/>
          <pc:sldMk cId="3843819371" sldId="273"/>
        </pc:sldMkLst>
      </pc:sldChg>
      <pc:sldChg chg="del">
        <pc:chgData name="Riccardo Berta" userId="c8694f89-bba4-4576-b0a8-456619ca5a8c" providerId="ADAL" clId="{58424B7E-67A2-E24B-9516-C248AFA19009}" dt="2022-08-30T08:44:15.613" v="24" actId="2696"/>
        <pc:sldMkLst>
          <pc:docMk/>
          <pc:sldMk cId="806177680" sldId="274"/>
        </pc:sldMkLst>
      </pc:sldChg>
      <pc:sldChg chg="del">
        <pc:chgData name="Riccardo Berta" userId="c8694f89-bba4-4576-b0a8-456619ca5a8c" providerId="ADAL" clId="{58424B7E-67A2-E24B-9516-C248AFA19009}" dt="2022-08-30T08:44:16.250" v="25" actId="2696"/>
        <pc:sldMkLst>
          <pc:docMk/>
          <pc:sldMk cId="284781631" sldId="275"/>
        </pc:sldMkLst>
      </pc:sldChg>
      <pc:sldChg chg="del">
        <pc:chgData name="Riccardo Berta" userId="c8694f89-bba4-4576-b0a8-456619ca5a8c" providerId="ADAL" clId="{58424B7E-67A2-E24B-9516-C248AFA19009}" dt="2022-08-30T08:44:17.013" v="26" actId="2696"/>
        <pc:sldMkLst>
          <pc:docMk/>
          <pc:sldMk cId="4125292156" sldId="276"/>
        </pc:sldMkLst>
      </pc:sldChg>
      <pc:sldChg chg="del">
        <pc:chgData name="Riccardo Berta" userId="c8694f89-bba4-4576-b0a8-456619ca5a8c" providerId="ADAL" clId="{58424B7E-67A2-E24B-9516-C248AFA19009}" dt="2022-08-30T08:44:17.602" v="27" actId="2696"/>
        <pc:sldMkLst>
          <pc:docMk/>
          <pc:sldMk cId="1388305878" sldId="277"/>
        </pc:sldMkLst>
      </pc:sldChg>
      <pc:sldChg chg="del">
        <pc:chgData name="Riccardo Berta" userId="c8694f89-bba4-4576-b0a8-456619ca5a8c" providerId="ADAL" clId="{58424B7E-67A2-E24B-9516-C248AFA19009}" dt="2022-08-30T08:44:18.091" v="28" actId="2696"/>
        <pc:sldMkLst>
          <pc:docMk/>
          <pc:sldMk cId="2276488042" sldId="278"/>
        </pc:sldMkLst>
      </pc:sldChg>
      <pc:sldMasterChg chg="modSldLayout">
        <pc:chgData name="Riccardo Berta" userId="c8694f89-bba4-4576-b0a8-456619ca5a8c" providerId="ADAL" clId="{58424B7E-67A2-E24B-9516-C248AFA19009}" dt="2022-08-30T08:51:17.059" v="152" actId="948"/>
        <pc:sldMasterMkLst>
          <pc:docMk/>
          <pc:sldMasterMk cId="0" sldId="2147483659"/>
        </pc:sldMasterMkLst>
        <pc:sldLayoutChg chg="modSp mod">
          <pc:chgData name="Riccardo Berta" userId="c8694f89-bba4-4576-b0a8-456619ca5a8c" providerId="ADAL" clId="{58424B7E-67A2-E24B-9516-C248AFA19009}" dt="2022-08-30T08:51:17.059" v="152" actId="948"/>
          <pc:sldLayoutMkLst>
            <pc:docMk/>
            <pc:sldMasterMk cId="0" sldId="2147483659"/>
            <pc:sldLayoutMk cId="0" sldId="2147483650"/>
          </pc:sldLayoutMkLst>
          <pc:spChg chg="mod">
            <ac:chgData name="Riccardo Berta" userId="c8694f89-bba4-4576-b0a8-456619ca5a8c" providerId="ADAL" clId="{58424B7E-67A2-E24B-9516-C248AFA19009}" dt="2022-08-30T08:51:17.059" v="152" actId="948"/>
            <ac:spMkLst>
              <pc:docMk/>
              <pc:sldMasterMk cId="0" sldId="2147483659"/>
              <pc:sldLayoutMk cId="0" sldId="2147483650"/>
              <ac:spMk id="23" creationId="{00000000-0000-0000-0000-000000000000}"/>
            </ac:spMkLst>
          </pc:spChg>
        </pc:sldLayoutChg>
      </pc:sldMasterChg>
    </pc:docChg>
  </pc:docChgLst>
  <pc:docChgLst>
    <pc:chgData name="Riccardo Berta" userId="c8694f89-bba4-4576-b0a8-456619ca5a8c" providerId="ADAL" clId="{F4AAAA8C-1CB2-214C-996A-F15BCA6CB64E}"/>
    <pc:docChg chg="undo custSel addSld delSld modSld">
      <pc:chgData name="Riccardo Berta" userId="c8694f89-bba4-4576-b0a8-456619ca5a8c" providerId="ADAL" clId="{F4AAAA8C-1CB2-214C-996A-F15BCA6CB64E}" dt="2022-07-29T16:21:50.628" v="2975" actId="1076"/>
      <pc:docMkLst>
        <pc:docMk/>
      </pc:docMkLst>
      <pc:sldChg chg="modSp mod">
        <pc:chgData name="Riccardo Berta" userId="c8694f89-bba4-4576-b0a8-456619ca5a8c" providerId="ADAL" clId="{F4AAAA8C-1CB2-214C-996A-F15BCA6CB64E}" dt="2022-07-27T13:37:29.445" v="2" actId="20577"/>
        <pc:sldMkLst>
          <pc:docMk/>
          <pc:sldMk cId="0" sldId="256"/>
        </pc:sldMkLst>
        <pc:spChg chg="mod">
          <ac:chgData name="Riccardo Berta" userId="c8694f89-bba4-4576-b0a8-456619ca5a8c" providerId="ADAL" clId="{F4AAAA8C-1CB2-214C-996A-F15BCA6CB64E}" dt="2022-07-27T13:37:29.445" v="2" actId="20577"/>
          <ac:spMkLst>
            <pc:docMk/>
            <pc:sldMk cId="0" sldId="256"/>
            <ac:spMk id="62" creationId="{00000000-0000-0000-0000-000000000000}"/>
          </ac:spMkLst>
        </pc:spChg>
      </pc:sldChg>
      <pc:sldChg chg="addSp modSp mod">
        <pc:chgData name="Riccardo Berta" userId="c8694f89-bba4-4576-b0a8-456619ca5a8c" providerId="ADAL" clId="{F4AAAA8C-1CB2-214C-996A-F15BCA6CB64E}" dt="2022-07-27T13:43:23.760" v="162" actId="20577"/>
        <pc:sldMkLst>
          <pc:docMk/>
          <pc:sldMk cId="0" sldId="257"/>
        </pc:sldMkLst>
        <pc:spChg chg="mod">
          <ac:chgData name="Riccardo Berta" userId="c8694f89-bba4-4576-b0a8-456619ca5a8c" providerId="ADAL" clId="{F4AAAA8C-1CB2-214C-996A-F15BCA6CB64E}" dt="2022-07-27T13:38:19.538" v="24" actId="20577"/>
          <ac:spMkLst>
            <pc:docMk/>
            <pc:sldMk cId="0" sldId="257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7T13:43:23.760" v="162" actId="20577"/>
          <ac:spMkLst>
            <pc:docMk/>
            <pc:sldMk cId="0" sldId="257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4AAAA8C-1CB2-214C-996A-F15BCA6CB64E}" dt="2022-07-27T13:43:02.813" v="153" actId="1076"/>
          <ac:picMkLst>
            <pc:docMk/>
            <pc:sldMk cId="0" sldId="257"/>
            <ac:picMk id="3" creationId="{E337B85C-FAA8-CC41-92F2-13E0228E3B65}"/>
          </ac:picMkLst>
        </pc:picChg>
      </pc:sldChg>
      <pc:sldChg chg="modSp del">
        <pc:chgData name="Riccardo Berta" userId="c8694f89-bba4-4576-b0a8-456619ca5a8c" providerId="ADAL" clId="{F4AAAA8C-1CB2-214C-996A-F15BCA6CB64E}" dt="2022-07-27T13:43:43.714" v="164" actId="2696"/>
        <pc:sldMkLst>
          <pc:docMk/>
          <pc:sldMk cId="1899110855" sldId="258"/>
        </pc:sldMkLst>
        <pc:spChg chg="mod">
          <ac:chgData name="Riccardo Berta" userId="c8694f89-bba4-4576-b0a8-456619ca5a8c" providerId="ADAL" clId="{F4AAAA8C-1CB2-214C-996A-F15BCA6CB64E}" dt="2022-07-27T13:43:40.189" v="163"/>
          <ac:spMkLst>
            <pc:docMk/>
            <pc:sldMk cId="1899110855" sldId="258"/>
            <ac:spMk id="2" creationId="{9A367158-2E24-E90C-7ECC-502AB323ED05}"/>
          </ac:spMkLst>
        </pc:spChg>
      </pc:sldChg>
      <pc:sldChg chg="addSp delSp modSp mod">
        <pc:chgData name="Riccardo Berta" userId="c8694f89-bba4-4576-b0a8-456619ca5a8c" providerId="ADAL" clId="{F4AAAA8C-1CB2-214C-996A-F15BCA6CB64E}" dt="2022-07-29T16:13:43.411" v="2890" actId="20577"/>
        <pc:sldMkLst>
          <pc:docMk/>
          <pc:sldMk cId="3018556184" sldId="259"/>
        </pc:sldMkLst>
        <pc:spChg chg="mod">
          <ac:chgData name="Riccardo Berta" userId="c8694f89-bba4-4576-b0a8-456619ca5a8c" providerId="ADAL" clId="{F4AAAA8C-1CB2-214C-996A-F15BCA6CB64E}" dt="2022-07-29T16:13:43.411" v="2890" actId="20577"/>
          <ac:spMkLst>
            <pc:docMk/>
            <pc:sldMk cId="3018556184" sldId="259"/>
            <ac:spMk id="3" creationId="{38BFAA1C-1163-169B-2D77-6FEF73CC8512}"/>
          </ac:spMkLst>
        </pc:spChg>
        <pc:picChg chg="add del mod">
          <ac:chgData name="Riccardo Berta" userId="c8694f89-bba4-4576-b0a8-456619ca5a8c" providerId="ADAL" clId="{F4AAAA8C-1CB2-214C-996A-F15BCA6CB64E}" dt="2022-07-29T07:13:37.040" v="2021" actId="21"/>
          <ac:picMkLst>
            <pc:docMk/>
            <pc:sldMk cId="3018556184" sldId="259"/>
            <ac:picMk id="5" creationId="{3D57D188-F23C-A5F1-8770-234AC5C0F8CD}"/>
          </ac:picMkLst>
        </pc:picChg>
      </pc:sldChg>
      <pc:sldChg chg="del">
        <pc:chgData name="Riccardo Berta" userId="c8694f89-bba4-4576-b0a8-456619ca5a8c" providerId="ADAL" clId="{F4AAAA8C-1CB2-214C-996A-F15BCA6CB64E}" dt="2022-07-27T13:43:45.045" v="165" actId="2696"/>
        <pc:sldMkLst>
          <pc:docMk/>
          <pc:sldMk cId="1104208334" sldId="260"/>
        </pc:sldMkLst>
      </pc:sldChg>
      <pc:sldChg chg="addSp delSp modSp add mod">
        <pc:chgData name="Riccardo Berta" userId="c8694f89-bba4-4576-b0a8-456619ca5a8c" providerId="ADAL" clId="{F4AAAA8C-1CB2-214C-996A-F15BCA6CB64E}" dt="2022-07-28T05:47:21.216" v="337" actId="1076"/>
        <pc:sldMkLst>
          <pc:docMk/>
          <pc:sldMk cId="2119751735" sldId="260"/>
        </pc:sldMkLst>
        <pc:spChg chg="mod">
          <ac:chgData name="Riccardo Berta" userId="c8694f89-bba4-4576-b0a8-456619ca5a8c" providerId="ADAL" clId="{F4AAAA8C-1CB2-214C-996A-F15BCA6CB64E}" dt="2022-07-27T13:45:31.917" v="177" actId="20577"/>
          <ac:spMkLst>
            <pc:docMk/>
            <pc:sldMk cId="2119751735" sldId="260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8T05:46:51.692" v="332" actId="20577"/>
          <ac:spMkLst>
            <pc:docMk/>
            <pc:sldMk cId="2119751735" sldId="260"/>
            <ac:spMk id="84" creationId="{00000000-0000-0000-0000-000000000000}"/>
          </ac:spMkLst>
        </pc:spChg>
        <pc:grpChg chg="add mod">
          <ac:chgData name="Riccardo Berta" userId="c8694f89-bba4-4576-b0a8-456619ca5a8c" providerId="ADAL" clId="{F4AAAA8C-1CB2-214C-996A-F15BCA6CB64E}" dt="2022-07-28T05:47:21.216" v="337" actId="1076"/>
          <ac:grpSpMkLst>
            <pc:docMk/>
            <pc:sldMk cId="2119751735" sldId="260"/>
            <ac:grpSpMk id="7" creationId="{489CA0CE-5F21-4BF4-5B0C-E98A8FC5FDD8}"/>
          </ac:grpSpMkLst>
        </pc:grpChg>
        <pc:picChg chg="del">
          <ac:chgData name="Riccardo Berta" userId="c8694f89-bba4-4576-b0a8-456619ca5a8c" providerId="ADAL" clId="{F4AAAA8C-1CB2-214C-996A-F15BCA6CB64E}" dt="2022-07-27T13:45:46.742" v="181" actId="478"/>
          <ac:picMkLst>
            <pc:docMk/>
            <pc:sldMk cId="2119751735" sldId="260"/>
            <ac:picMk id="3" creationId="{E337B85C-FAA8-CC41-92F2-13E0228E3B65}"/>
          </ac:picMkLst>
        </pc:picChg>
        <pc:picChg chg="add mod">
          <ac:chgData name="Riccardo Berta" userId="c8694f89-bba4-4576-b0a8-456619ca5a8c" providerId="ADAL" clId="{F4AAAA8C-1CB2-214C-996A-F15BCA6CB64E}" dt="2022-07-28T05:45:35.354" v="315" actId="164"/>
          <ac:picMkLst>
            <pc:docMk/>
            <pc:sldMk cId="2119751735" sldId="260"/>
            <ac:picMk id="4" creationId="{BEB555A5-8E8F-EF63-4BD5-BDB8C5B0448C}"/>
          </ac:picMkLst>
        </pc:picChg>
        <pc:picChg chg="add mod">
          <ac:chgData name="Riccardo Berta" userId="c8694f89-bba4-4576-b0a8-456619ca5a8c" providerId="ADAL" clId="{F4AAAA8C-1CB2-214C-996A-F15BCA6CB64E}" dt="2022-07-28T05:45:35.354" v="315" actId="164"/>
          <ac:picMkLst>
            <pc:docMk/>
            <pc:sldMk cId="2119751735" sldId="260"/>
            <ac:picMk id="6" creationId="{177C8D6D-02B1-C754-62AE-4DE123A1F0A3}"/>
          </ac:picMkLst>
        </pc:picChg>
        <pc:picChg chg="add mod">
          <ac:chgData name="Riccardo Berta" userId="c8694f89-bba4-4576-b0a8-456619ca5a8c" providerId="ADAL" clId="{F4AAAA8C-1CB2-214C-996A-F15BCA6CB64E}" dt="2022-07-28T05:47:04.885" v="335" actId="167"/>
          <ac:picMkLst>
            <pc:docMk/>
            <pc:sldMk cId="2119751735" sldId="260"/>
            <ac:picMk id="9" creationId="{B47B7D50-84FB-AA7F-8A99-66D4AF7E0E9D}"/>
          </ac:picMkLst>
        </pc:picChg>
      </pc:sldChg>
      <pc:sldChg chg="del">
        <pc:chgData name="Riccardo Berta" userId="c8694f89-bba4-4576-b0a8-456619ca5a8c" providerId="ADAL" clId="{F4AAAA8C-1CB2-214C-996A-F15BCA6CB64E}" dt="2022-07-27T13:43:46.058" v="166" actId="2696"/>
        <pc:sldMkLst>
          <pc:docMk/>
          <pc:sldMk cId="1290395919" sldId="261"/>
        </pc:sldMkLst>
      </pc:sldChg>
      <pc:sldChg chg="delSp modSp add mod">
        <pc:chgData name="Riccardo Berta" userId="c8694f89-bba4-4576-b0a8-456619ca5a8c" providerId="ADAL" clId="{F4AAAA8C-1CB2-214C-996A-F15BCA6CB64E}" dt="2022-07-28T06:08:36.900" v="979" actId="20577"/>
        <pc:sldMkLst>
          <pc:docMk/>
          <pc:sldMk cId="2389937581" sldId="261"/>
        </pc:sldMkLst>
        <pc:spChg chg="mod">
          <ac:chgData name="Riccardo Berta" userId="c8694f89-bba4-4576-b0a8-456619ca5a8c" providerId="ADAL" clId="{F4AAAA8C-1CB2-214C-996A-F15BCA6CB64E}" dt="2022-07-28T05:48:31.210" v="384" actId="20577"/>
          <ac:spMkLst>
            <pc:docMk/>
            <pc:sldMk cId="2389937581" sldId="261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8T06:08:36.900" v="979" actId="20577"/>
          <ac:spMkLst>
            <pc:docMk/>
            <pc:sldMk cId="2389937581" sldId="261"/>
            <ac:spMk id="84" creationId="{00000000-0000-0000-0000-000000000000}"/>
          </ac:spMkLst>
        </pc:spChg>
        <pc:picChg chg="del">
          <ac:chgData name="Riccardo Berta" userId="c8694f89-bba4-4576-b0a8-456619ca5a8c" providerId="ADAL" clId="{F4AAAA8C-1CB2-214C-996A-F15BCA6CB64E}" dt="2022-07-28T05:48:38.627" v="386" actId="478"/>
          <ac:picMkLst>
            <pc:docMk/>
            <pc:sldMk cId="2389937581" sldId="261"/>
            <ac:picMk id="3" creationId="{E337B85C-FAA8-CC41-92F2-13E0228E3B65}"/>
          </ac:picMkLst>
        </pc:picChg>
      </pc:sldChg>
      <pc:sldChg chg="addSp delSp modSp add mod">
        <pc:chgData name="Riccardo Berta" userId="c8694f89-bba4-4576-b0a8-456619ca5a8c" providerId="ADAL" clId="{F4AAAA8C-1CB2-214C-996A-F15BCA6CB64E}" dt="2022-07-28T06:20:33.799" v="1324" actId="58"/>
        <pc:sldMkLst>
          <pc:docMk/>
          <pc:sldMk cId="1270389364" sldId="262"/>
        </pc:sldMkLst>
        <pc:spChg chg="mod">
          <ac:chgData name="Riccardo Berta" userId="c8694f89-bba4-4576-b0a8-456619ca5a8c" providerId="ADAL" clId="{F4AAAA8C-1CB2-214C-996A-F15BCA6CB64E}" dt="2022-07-28T06:09:05.210" v="991" actId="20577"/>
          <ac:spMkLst>
            <pc:docMk/>
            <pc:sldMk cId="1270389364" sldId="262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8T06:20:33.799" v="1324" actId="58"/>
          <ac:spMkLst>
            <pc:docMk/>
            <pc:sldMk cId="1270389364" sldId="262"/>
            <ac:spMk id="84" creationId="{00000000-0000-0000-0000-000000000000}"/>
          </ac:spMkLst>
        </pc:spChg>
        <pc:picChg chg="del">
          <ac:chgData name="Riccardo Berta" userId="c8694f89-bba4-4576-b0a8-456619ca5a8c" providerId="ADAL" clId="{F4AAAA8C-1CB2-214C-996A-F15BCA6CB64E}" dt="2022-07-28T06:09:15.678" v="996" actId="478"/>
          <ac:picMkLst>
            <pc:docMk/>
            <pc:sldMk cId="1270389364" sldId="262"/>
            <ac:picMk id="3" creationId="{E337B85C-FAA8-CC41-92F2-13E0228E3B65}"/>
          </ac:picMkLst>
        </pc:picChg>
        <pc:picChg chg="add mod">
          <ac:chgData name="Riccardo Berta" userId="c8694f89-bba4-4576-b0a8-456619ca5a8c" providerId="ADAL" clId="{F4AAAA8C-1CB2-214C-996A-F15BCA6CB64E}" dt="2022-07-28T06:17:50.208" v="1230" actId="1036"/>
          <ac:picMkLst>
            <pc:docMk/>
            <pc:sldMk cId="1270389364" sldId="262"/>
            <ac:picMk id="4" creationId="{AB9A4B8B-5326-C7E4-06B6-378D995D5B26}"/>
          </ac:picMkLst>
        </pc:picChg>
      </pc:sldChg>
      <pc:sldChg chg="del">
        <pc:chgData name="Riccardo Berta" userId="c8694f89-bba4-4576-b0a8-456619ca5a8c" providerId="ADAL" clId="{F4AAAA8C-1CB2-214C-996A-F15BCA6CB64E}" dt="2022-07-27T13:43:47.251" v="167" actId="2696"/>
        <pc:sldMkLst>
          <pc:docMk/>
          <pc:sldMk cId="4130549615" sldId="262"/>
        </pc:sldMkLst>
      </pc:sldChg>
      <pc:sldChg chg="modSp add mod">
        <pc:chgData name="Riccardo Berta" userId="c8694f89-bba4-4576-b0a8-456619ca5a8c" providerId="ADAL" clId="{F4AAAA8C-1CB2-214C-996A-F15BCA6CB64E}" dt="2022-07-29T07:18:15.970" v="2126" actId="1076"/>
        <pc:sldMkLst>
          <pc:docMk/>
          <pc:sldMk cId="2644872656" sldId="263"/>
        </pc:sldMkLst>
        <pc:spChg chg="mod">
          <ac:chgData name="Riccardo Berta" userId="c8694f89-bba4-4576-b0a8-456619ca5a8c" providerId="ADAL" clId="{F4AAAA8C-1CB2-214C-996A-F15BCA6CB64E}" dt="2022-07-28T13:41:46.191" v="1354" actId="20577"/>
          <ac:spMkLst>
            <pc:docMk/>
            <pc:sldMk cId="2644872656" sldId="263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9T07:18:15.970" v="2126" actId="1076"/>
          <ac:spMkLst>
            <pc:docMk/>
            <pc:sldMk cId="2644872656" sldId="263"/>
            <ac:spMk id="84" creationId="{00000000-0000-0000-0000-000000000000}"/>
          </ac:spMkLst>
        </pc:spChg>
      </pc:sldChg>
      <pc:sldChg chg="del">
        <pc:chgData name="Riccardo Berta" userId="c8694f89-bba4-4576-b0a8-456619ca5a8c" providerId="ADAL" clId="{F4AAAA8C-1CB2-214C-996A-F15BCA6CB64E}" dt="2022-07-27T13:43:48.139" v="168" actId="2696"/>
        <pc:sldMkLst>
          <pc:docMk/>
          <pc:sldMk cId="3102138681" sldId="263"/>
        </pc:sldMkLst>
      </pc:sldChg>
      <pc:sldChg chg="modSp add mod">
        <pc:chgData name="Riccardo Berta" userId="c8694f89-bba4-4576-b0a8-456619ca5a8c" providerId="ADAL" clId="{F4AAAA8C-1CB2-214C-996A-F15BCA6CB64E}" dt="2022-07-28T13:59:43.403" v="1794" actId="20577"/>
        <pc:sldMkLst>
          <pc:docMk/>
          <pc:sldMk cId="1681389695" sldId="264"/>
        </pc:sldMkLst>
        <pc:spChg chg="mod">
          <ac:chgData name="Riccardo Berta" userId="c8694f89-bba4-4576-b0a8-456619ca5a8c" providerId="ADAL" clId="{F4AAAA8C-1CB2-214C-996A-F15BCA6CB64E}" dt="2022-07-28T13:55:27.771" v="1667" actId="20577"/>
          <ac:spMkLst>
            <pc:docMk/>
            <pc:sldMk cId="1681389695" sldId="264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8T13:59:43.403" v="1794" actId="20577"/>
          <ac:spMkLst>
            <pc:docMk/>
            <pc:sldMk cId="1681389695" sldId="264"/>
            <ac:spMk id="84" creationId="{00000000-0000-0000-0000-000000000000}"/>
          </ac:spMkLst>
        </pc:spChg>
      </pc:sldChg>
      <pc:sldChg chg="del">
        <pc:chgData name="Riccardo Berta" userId="c8694f89-bba4-4576-b0a8-456619ca5a8c" providerId="ADAL" clId="{F4AAAA8C-1CB2-214C-996A-F15BCA6CB64E}" dt="2022-07-27T13:43:49.652" v="169" actId="2696"/>
        <pc:sldMkLst>
          <pc:docMk/>
          <pc:sldMk cId="2113557187" sldId="264"/>
        </pc:sldMkLst>
      </pc:sldChg>
      <pc:sldChg chg="del">
        <pc:chgData name="Riccardo Berta" userId="c8694f89-bba4-4576-b0a8-456619ca5a8c" providerId="ADAL" clId="{F4AAAA8C-1CB2-214C-996A-F15BCA6CB64E}" dt="2022-07-27T13:43:57.658" v="170" actId="2696"/>
        <pc:sldMkLst>
          <pc:docMk/>
          <pc:sldMk cId="2045385232" sldId="265"/>
        </pc:sldMkLst>
      </pc:sldChg>
      <pc:sldChg chg="addSp modSp add mod">
        <pc:chgData name="Riccardo Berta" userId="c8694f89-bba4-4576-b0a8-456619ca5a8c" providerId="ADAL" clId="{F4AAAA8C-1CB2-214C-996A-F15BCA6CB64E}" dt="2022-07-29T07:15:19.612" v="2059" actId="1037"/>
        <pc:sldMkLst>
          <pc:docMk/>
          <pc:sldMk cId="2862573505" sldId="265"/>
        </pc:sldMkLst>
        <pc:spChg chg="mod">
          <ac:chgData name="Riccardo Berta" userId="c8694f89-bba4-4576-b0a8-456619ca5a8c" providerId="ADAL" clId="{F4AAAA8C-1CB2-214C-996A-F15BCA6CB64E}" dt="2022-07-28T14:01:34.242" v="1824" actId="20577"/>
          <ac:spMkLst>
            <pc:docMk/>
            <pc:sldMk cId="2862573505" sldId="265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9T07:14:51.920" v="2043" actId="1076"/>
          <ac:spMkLst>
            <pc:docMk/>
            <pc:sldMk cId="2862573505" sldId="265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4AAAA8C-1CB2-214C-996A-F15BCA6CB64E}" dt="2022-07-29T07:14:07.899" v="2027" actId="1076"/>
          <ac:picMkLst>
            <pc:docMk/>
            <pc:sldMk cId="2862573505" sldId="265"/>
            <ac:picMk id="3" creationId="{E5BCAA50-F768-A24F-D65F-DC7B97A8A06C}"/>
          </ac:picMkLst>
        </pc:picChg>
        <pc:picChg chg="add mod">
          <ac:chgData name="Riccardo Berta" userId="c8694f89-bba4-4576-b0a8-456619ca5a8c" providerId="ADAL" clId="{F4AAAA8C-1CB2-214C-996A-F15BCA6CB64E}" dt="2022-07-29T07:15:19.612" v="2059" actId="1037"/>
          <ac:picMkLst>
            <pc:docMk/>
            <pc:sldMk cId="2862573505" sldId="265"/>
            <ac:picMk id="5" creationId="{743A1BA3-6E04-AB8A-9650-4CD776CB6A72}"/>
          </ac:picMkLst>
        </pc:picChg>
        <pc:picChg chg="add mod">
          <ac:chgData name="Riccardo Berta" userId="c8694f89-bba4-4576-b0a8-456619ca5a8c" providerId="ADAL" clId="{F4AAAA8C-1CB2-214C-996A-F15BCA6CB64E}" dt="2022-07-29T07:15:08.710" v="2051" actId="1037"/>
          <ac:picMkLst>
            <pc:docMk/>
            <pc:sldMk cId="2862573505" sldId="265"/>
            <ac:picMk id="6" creationId="{9C1ABB64-8085-F0EF-1388-6AF4DB3909BB}"/>
          </ac:picMkLst>
        </pc:picChg>
      </pc:sldChg>
      <pc:sldChg chg="modSp add mod">
        <pc:chgData name="Riccardo Berta" userId="c8694f89-bba4-4576-b0a8-456619ca5a8c" providerId="ADAL" clId="{F4AAAA8C-1CB2-214C-996A-F15BCA6CB64E}" dt="2022-07-29T15:42:16.243" v="2364" actId="404"/>
        <pc:sldMkLst>
          <pc:docMk/>
          <pc:sldMk cId="4181844165" sldId="266"/>
        </pc:sldMkLst>
        <pc:spChg chg="mod">
          <ac:chgData name="Riccardo Berta" userId="c8694f89-bba4-4576-b0a8-456619ca5a8c" providerId="ADAL" clId="{F4AAAA8C-1CB2-214C-996A-F15BCA6CB64E}" dt="2022-07-29T07:11:57.611" v="2016"/>
          <ac:spMkLst>
            <pc:docMk/>
            <pc:sldMk cId="4181844165" sldId="266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9T15:42:16.243" v="2364" actId="404"/>
          <ac:spMkLst>
            <pc:docMk/>
            <pc:sldMk cId="4181844165" sldId="266"/>
            <ac:spMk id="84" creationId="{00000000-0000-0000-0000-000000000000}"/>
          </ac:spMkLst>
        </pc:spChg>
      </pc:sldChg>
      <pc:sldChg chg="addSp delSp modSp add mod">
        <pc:chgData name="Riccardo Berta" userId="c8694f89-bba4-4576-b0a8-456619ca5a8c" providerId="ADAL" clId="{F4AAAA8C-1CB2-214C-996A-F15BCA6CB64E}" dt="2022-07-29T16:21:50.628" v="2975" actId="1076"/>
        <pc:sldMkLst>
          <pc:docMk/>
          <pc:sldMk cId="216455838" sldId="267"/>
        </pc:sldMkLst>
        <pc:spChg chg="mod">
          <ac:chgData name="Riccardo Berta" userId="c8694f89-bba4-4576-b0a8-456619ca5a8c" providerId="ADAL" clId="{F4AAAA8C-1CB2-214C-996A-F15BCA6CB64E}" dt="2022-07-29T16:21:40.165" v="2974" actId="20577"/>
          <ac:spMkLst>
            <pc:docMk/>
            <pc:sldMk cId="216455838" sldId="267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9T16:21:04.813" v="2957" actId="20577"/>
          <ac:spMkLst>
            <pc:docMk/>
            <pc:sldMk cId="216455838" sldId="267"/>
            <ac:spMk id="84" creationId="{00000000-0000-0000-0000-000000000000}"/>
          </ac:spMkLst>
        </pc:spChg>
        <pc:picChg chg="add del">
          <ac:chgData name="Riccardo Berta" userId="c8694f89-bba4-4576-b0a8-456619ca5a8c" providerId="ADAL" clId="{F4AAAA8C-1CB2-214C-996A-F15BCA6CB64E}" dt="2022-07-29T15:53:24.645" v="2396" actId="478"/>
          <ac:picMkLst>
            <pc:docMk/>
            <pc:sldMk cId="216455838" sldId="267"/>
            <ac:picMk id="2" creationId="{F4FCEF60-8194-3CD6-BE60-E133D5DF313E}"/>
          </ac:picMkLst>
        </pc:picChg>
        <pc:picChg chg="add mod">
          <ac:chgData name="Riccardo Berta" userId="c8694f89-bba4-4576-b0a8-456619ca5a8c" providerId="ADAL" clId="{F4AAAA8C-1CB2-214C-996A-F15BCA6CB64E}" dt="2022-07-29T16:21:09.630" v="2958" actId="1076"/>
          <ac:picMkLst>
            <pc:docMk/>
            <pc:sldMk cId="216455838" sldId="267"/>
            <ac:picMk id="4" creationId="{E6F64BDC-73CD-7216-BA09-69DDCB93F9D4}"/>
          </ac:picMkLst>
        </pc:picChg>
        <pc:picChg chg="add mod">
          <ac:chgData name="Riccardo Berta" userId="c8694f89-bba4-4576-b0a8-456619ca5a8c" providerId="ADAL" clId="{F4AAAA8C-1CB2-214C-996A-F15BCA6CB64E}" dt="2022-07-29T16:21:50.628" v="2975" actId="1076"/>
          <ac:picMkLst>
            <pc:docMk/>
            <pc:sldMk cId="216455838" sldId="267"/>
            <ac:picMk id="5" creationId="{3ACC4B13-0F8B-1CAD-68C4-DF5DFDB1BD88}"/>
          </ac:picMkLst>
        </pc:picChg>
      </pc:sldChg>
      <pc:sldChg chg="modSp add mod">
        <pc:chgData name="Riccardo Berta" userId="c8694f89-bba4-4576-b0a8-456619ca5a8c" providerId="ADAL" clId="{F4AAAA8C-1CB2-214C-996A-F15BCA6CB64E}" dt="2022-07-29T16:13:07.544" v="2873" actId="20577"/>
        <pc:sldMkLst>
          <pc:docMk/>
          <pc:sldMk cId="925286286" sldId="268"/>
        </pc:sldMkLst>
        <pc:spChg chg="mod">
          <ac:chgData name="Riccardo Berta" userId="c8694f89-bba4-4576-b0a8-456619ca5a8c" providerId="ADAL" clId="{F4AAAA8C-1CB2-214C-996A-F15BCA6CB64E}" dt="2022-07-29T16:00:31.322" v="2504"/>
          <ac:spMkLst>
            <pc:docMk/>
            <pc:sldMk cId="925286286" sldId="268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9T16:13:07.544" v="2873" actId="20577"/>
          <ac:spMkLst>
            <pc:docMk/>
            <pc:sldMk cId="925286286" sldId="268"/>
            <ac:spMk id="84" creationId="{00000000-0000-0000-0000-000000000000}"/>
          </ac:spMkLst>
        </pc:spChg>
      </pc:sldChg>
      <pc:sldChg chg="addSp modSp add mod">
        <pc:chgData name="Riccardo Berta" userId="c8694f89-bba4-4576-b0a8-456619ca5a8c" providerId="ADAL" clId="{F4AAAA8C-1CB2-214C-996A-F15BCA6CB64E}" dt="2022-07-29T16:20:35.039" v="2951" actId="962"/>
        <pc:sldMkLst>
          <pc:docMk/>
          <pc:sldMk cId="3471997037" sldId="269"/>
        </pc:sldMkLst>
        <pc:spChg chg="mod">
          <ac:chgData name="Riccardo Berta" userId="c8694f89-bba4-4576-b0a8-456619ca5a8c" providerId="ADAL" clId="{F4AAAA8C-1CB2-214C-996A-F15BCA6CB64E}" dt="2022-07-29T16:17:02.750" v="2922" actId="20577"/>
          <ac:spMkLst>
            <pc:docMk/>
            <pc:sldMk cId="3471997037" sldId="269"/>
            <ac:spMk id="83" creationId="{00000000-0000-0000-0000-000000000000}"/>
          </ac:spMkLst>
        </pc:spChg>
        <pc:spChg chg="mod">
          <ac:chgData name="Riccardo Berta" userId="c8694f89-bba4-4576-b0a8-456619ca5a8c" providerId="ADAL" clId="{F4AAAA8C-1CB2-214C-996A-F15BCA6CB64E}" dt="2022-07-29T16:18:45.638" v="2948" actId="20577"/>
          <ac:spMkLst>
            <pc:docMk/>
            <pc:sldMk cId="3471997037" sldId="269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4AAAA8C-1CB2-214C-996A-F15BCA6CB64E}" dt="2022-07-29T16:20:35.039" v="2951" actId="962"/>
          <ac:picMkLst>
            <pc:docMk/>
            <pc:sldMk cId="3471997037" sldId="269"/>
            <ac:picMk id="3" creationId="{471AFF0B-7713-10C4-E8A3-3EDBC8FE0FD9}"/>
          </ac:picMkLst>
        </pc:picChg>
      </pc:sldChg>
      <pc:sldChg chg="add">
        <pc:chgData name="Riccardo Berta" userId="c8694f89-bba4-4576-b0a8-456619ca5a8c" providerId="ADAL" clId="{F4AAAA8C-1CB2-214C-996A-F15BCA6CB64E}" dt="2022-07-28T14:01:20.148" v="1808"/>
        <pc:sldMkLst>
          <pc:docMk/>
          <pc:sldMk cId="3130917410" sldId="270"/>
        </pc:sldMkLst>
      </pc:sldChg>
      <pc:sldChg chg="add">
        <pc:chgData name="Riccardo Berta" userId="c8694f89-bba4-4576-b0a8-456619ca5a8c" providerId="ADAL" clId="{F4AAAA8C-1CB2-214C-996A-F15BCA6CB64E}" dt="2022-07-28T14:01:20.483" v="1809"/>
        <pc:sldMkLst>
          <pc:docMk/>
          <pc:sldMk cId="2266699268" sldId="271"/>
        </pc:sldMkLst>
      </pc:sldChg>
    </pc:docChg>
  </pc:docChgLst>
  <pc:docChgLst>
    <pc:chgData name="Riccardo Berta" userId="c8694f89-bba4-4576-b0a8-456619ca5a8c" providerId="ADAL" clId="{3E7BAF75-66AC-6246-A6D2-BF46DE9AAFF9}"/>
    <pc:docChg chg="undo custSel addSld delSld modSld sldOrd">
      <pc:chgData name="Riccardo Berta" userId="c8694f89-bba4-4576-b0a8-456619ca5a8c" providerId="ADAL" clId="{3E7BAF75-66AC-6246-A6D2-BF46DE9AAFF9}" dt="2022-10-10T06:50:03.464" v="408" actId="2696"/>
      <pc:docMkLst>
        <pc:docMk/>
      </pc:docMkLst>
      <pc:sldChg chg="modSp mod">
        <pc:chgData name="Riccardo Berta" userId="c8694f89-bba4-4576-b0a8-456619ca5a8c" providerId="ADAL" clId="{3E7BAF75-66AC-6246-A6D2-BF46DE9AAFF9}" dt="2022-10-10T05:46:15.837" v="2"/>
        <pc:sldMkLst>
          <pc:docMk/>
          <pc:sldMk cId="0" sldId="256"/>
        </pc:sldMkLst>
        <pc:spChg chg="mod">
          <ac:chgData name="Riccardo Berta" userId="c8694f89-bba4-4576-b0a8-456619ca5a8c" providerId="ADAL" clId="{3E7BAF75-66AC-6246-A6D2-BF46DE9AAFF9}" dt="2022-10-10T05:46:15.837" v="2"/>
          <ac:spMkLst>
            <pc:docMk/>
            <pc:sldMk cId="0" sldId="256"/>
            <ac:spMk id="62" creationId="{00000000-0000-0000-0000-000000000000}"/>
          </ac:spMkLst>
        </pc:spChg>
      </pc:sldChg>
      <pc:sldChg chg="addSp delSp modSp del mod">
        <pc:chgData name="Riccardo Berta" userId="c8694f89-bba4-4576-b0a8-456619ca5a8c" providerId="ADAL" clId="{3E7BAF75-66AC-6246-A6D2-BF46DE9AAFF9}" dt="2022-10-10T06:50:03.464" v="408" actId="2696"/>
        <pc:sldMkLst>
          <pc:docMk/>
          <pc:sldMk cId="0" sldId="257"/>
        </pc:sldMkLst>
        <pc:spChg chg="mod">
          <ac:chgData name="Riccardo Berta" userId="c8694f89-bba4-4576-b0a8-456619ca5a8c" providerId="ADAL" clId="{3E7BAF75-66AC-6246-A6D2-BF46DE9AAFF9}" dt="2022-10-10T05:52:29.389" v="210" actId="20577"/>
          <ac:spMkLst>
            <pc:docMk/>
            <pc:sldMk cId="0" sldId="257"/>
            <ac:spMk id="83" creationId="{00000000-0000-0000-0000-000000000000}"/>
          </ac:spMkLst>
        </pc:spChg>
        <pc:spChg chg="mod">
          <ac:chgData name="Riccardo Berta" userId="c8694f89-bba4-4576-b0a8-456619ca5a8c" providerId="ADAL" clId="{3E7BAF75-66AC-6246-A6D2-BF46DE9AAFF9}" dt="2022-10-10T06:48:58.220" v="403" actId="20577"/>
          <ac:spMkLst>
            <pc:docMk/>
            <pc:sldMk cId="0" sldId="257"/>
            <ac:spMk id="84" creationId="{00000000-0000-0000-0000-000000000000}"/>
          </ac:spMkLst>
        </pc:spChg>
        <pc:picChg chg="add del mod">
          <ac:chgData name="Riccardo Berta" userId="c8694f89-bba4-4576-b0a8-456619ca5a8c" providerId="ADAL" clId="{3E7BAF75-66AC-6246-A6D2-BF46DE9AAFF9}" dt="2022-10-10T05:54:30.378" v="259" actId="21"/>
          <ac:picMkLst>
            <pc:docMk/>
            <pc:sldMk cId="0" sldId="257"/>
            <ac:picMk id="3" creationId="{77158CF1-79B9-1189-BA62-05566A5F9F89}"/>
          </ac:picMkLst>
        </pc:picChg>
        <pc:picChg chg="add del mod">
          <ac:chgData name="Riccardo Berta" userId="c8694f89-bba4-4576-b0a8-456619ca5a8c" providerId="ADAL" clId="{3E7BAF75-66AC-6246-A6D2-BF46DE9AAFF9}" dt="2022-10-10T06:45:43.530" v="274" actId="478"/>
          <ac:picMkLst>
            <pc:docMk/>
            <pc:sldMk cId="0" sldId="257"/>
            <ac:picMk id="5" creationId="{EA46E203-9491-2A6B-C89A-E85314823A8A}"/>
          </ac:picMkLst>
        </pc:picChg>
        <pc:picChg chg="add del mod">
          <ac:chgData name="Riccardo Berta" userId="c8694f89-bba4-4576-b0a8-456619ca5a8c" providerId="ADAL" clId="{3E7BAF75-66AC-6246-A6D2-BF46DE9AAFF9}" dt="2022-10-10T06:46:01.687" v="277" actId="478"/>
          <ac:picMkLst>
            <pc:docMk/>
            <pc:sldMk cId="0" sldId="257"/>
            <ac:picMk id="7" creationId="{B05BB6B6-2684-63DB-BA47-244FB3AED254}"/>
          </ac:picMkLst>
        </pc:picChg>
        <pc:picChg chg="add mod">
          <ac:chgData name="Riccardo Berta" userId="c8694f89-bba4-4576-b0a8-456619ca5a8c" providerId="ADAL" clId="{3E7BAF75-66AC-6246-A6D2-BF46DE9AAFF9}" dt="2022-10-10T06:46:26.825" v="282" actId="1076"/>
          <ac:picMkLst>
            <pc:docMk/>
            <pc:sldMk cId="0" sldId="257"/>
            <ac:picMk id="9" creationId="{130A8276-CD8C-0CDC-504C-5EB1E6B4EE17}"/>
          </ac:picMkLst>
        </pc:picChg>
      </pc:sldChg>
      <pc:sldChg chg="modSp mod">
        <pc:chgData name="Riccardo Berta" userId="c8694f89-bba4-4576-b0a8-456619ca5a8c" providerId="ADAL" clId="{3E7BAF75-66AC-6246-A6D2-BF46DE9AAFF9}" dt="2022-10-10T06:49:57.961" v="406" actId="20577"/>
        <pc:sldMkLst>
          <pc:docMk/>
          <pc:sldMk cId="0" sldId="264"/>
        </pc:sldMkLst>
        <pc:spChg chg="mod">
          <ac:chgData name="Riccardo Berta" userId="c8694f89-bba4-4576-b0a8-456619ca5a8c" providerId="ADAL" clId="{3E7BAF75-66AC-6246-A6D2-BF46DE9AAFF9}" dt="2022-10-10T06:49:57.961" v="406" actId="20577"/>
          <ac:spMkLst>
            <pc:docMk/>
            <pc:sldMk cId="0" sldId="264"/>
            <ac:spMk id="84" creationId="{00000000-0000-0000-0000-000000000000}"/>
          </ac:spMkLst>
        </pc:spChg>
      </pc:sldChg>
      <pc:sldChg chg="add">
        <pc:chgData name="Riccardo Berta" userId="c8694f89-bba4-4576-b0a8-456619ca5a8c" providerId="ADAL" clId="{3E7BAF75-66AC-6246-A6D2-BF46DE9AAFF9}" dt="2022-10-10T05:46:57.632" v="59"/>
        <pc:sldMkLst>
          <pc:docMk/>
          <pc:sldMk cId="2056707301" sldId="265"/>
        </pc:sldMkLst>
      </pc:sldChg>
      <pc:sldChg chg="del">
        <pc:chgData name="Riccardo Berta" userId="c8694f89-bba4-4576-b0a8-456619ca5a8c" providerId="ADAL" clId="{3E7BAF75-66AC-6246-A6D2-BF46DE9AAFF9}" dt="2022-10-10T05:46:43.197" v="39" actId="2696"/>
        <pc:sldMkLst>
          <pc:docMk/>
          <pc:sldMk cId="4260925133" sldId="265"/>
        </pc:sldMkLst>
      </pc:sldChg>
      <pc:sldChg chg="del">
        <pc:chgData name="Riccardo Berta" userId="c8694f89-bba4-4576-b0a8-456619ca5a8c" providerId="ADAL" clId="{3E7BAF75-66AC-6246-A6D2-BF46DE9AAFF9}" dt="2022-10-10T05:46:44.845" v="43" actId="2696"/>
        <pc:sldMkLst>
          <pc:docMk/>
          <pc:sldMk cId="2074499598" sldId="266"/>
        </pc:sldMkLst>
      </pc:sldChg>
      <pc:sldChg chg="add">
        <pc:chgData name="Riccardo Berta" userId="c8694f89-bba4-4576-b0a8-456619ca5a8c" providerId="ADAL" clId="{3E7BAF75-66AC-6246-A6D2-BF46DE9AAFF9}" dt="2022-10-10T05:46:58.085" v="60"/>
        <pc:sldMkLst>
          <pc:docMk/>
          <pc:sldMk cId="3627108427" sldId="266"/>
        </pc:sldMkLst>
      </pc:sldChg>
      <pc:sldChg chg="add">
        <pc:chgData name="Riccardo Berta" userId="c8694f89-bba4-4576-b0a8-456619ca5a8c" providerId="ADAL" clId="{3E7BAF75-66AC-6246-A6D2-BF46DE9AAFF9}" dt="2022-10-10T05:46:58.436" v="61"/>
        <pc:sldMkLst>
          <pc:docMk/>
          <pc:sldMk cId="755056336" sldId="267"/>
        </pc:sldMkLst>
      </pc:sldChg>
      <pc:sldChg chg="del">
        <pc:chgData name="Riccardo Berta" userId="c8694f89-bba4-4576-b0a8-456619ca5a8c" providerId="ADAL" clId="{3E7BAF75-66AC-6246-A6D2-BF46DE9AAFF9}" dt="2022-10-10T05:46:43.684" v="40" actId="2696"/>
        <pc:sldMkLst>
          <pc:docMk/>
          <pc:sldMk cId="2259674710" sldId="267"/>
        </pc:sldMkLst>
      </pc:sldChg>
      <pc:sldChg chg="add">
        <pc:chgData name="Riccardo Berta" userId="c8694f89-bba4-4576-b0a8-456619ca5a8c" providerId="ADAL" clId="{3E7BAF75-66AC-6246-A6D2-BF46DE9AAFF9}" dt="2022-10-10T05:46:58.789" v="62"/>
        <pc:sldMkLst>
          <pc:docMk/>
          <pc:sldMk cId="2533931395" sldId="268"/>
        </pc:sldMkLst>
      </pc:sldChg>
      <pc:sldChg chg="del">
        <pc:chgData name="Riccardo Berta" userId="c8694f89-bba4-4576-b0a8-456619ca5a8c" providerId="ADAL" clId="{3E7BAF75-66AC-6246-A6D2-BF46DE9AAFF9}" dt="2022-10-10T05:46:44.071" v="41" actId="2696"/>
        <pc:sldMkLst>
          <pc:docMk/>
          <pc:sldMk cId="2756532613" sldId="268"/>
        </pc:sldMkLst>
      </pc:sldChg>
      <pc:sldChg chg="add">
        <pc:chgData name="Riccardo Berta" userId="c8694f89-bba4-4576-b0a8-456619ca5a8c" providerId="ADAL" clId="{3E7BAF75-66AC-6246-A6D2-BF46DE9AAFF9}" dt="2022-10-10T05:46:59.115" v="63"/>
        <pc:sldMkLst>
          <pc:docMk/>
          <pc:sldMk cId="3588489452" sldId="269"/>
        </pc:sldMkLst>
      </pc:sldChg>
      <pc:sldChg chg="del">
        <pc:chgData name="Riccardo Berta" userId="c8694f89-bba4-4576-b0a8-456619ca5a8c" providerId="ADAL" clId="{3E7BAF75-66AC-6246-A6D2-BF46DE9AAFF9}" dt="2022-10-10T05:46:44.473" v="42" actId="2696"/>
        <pc:sldMkLst>
          <pc:docMk/>
          <pc:sldMk cId="3950372499" sldId="269"/>
        </pc:sldMkLst>
      </pc:sldChg>
      <pc:sldChg chg="addSp delSp modSp add del mod ord">
        <pc:chgData name="Riccardo Berta" userId="c8694f89-bba4-4576-b0a8-456619ca5a8c" providerId="ADAL" clId="{3E7BAF75-66AC-6246-A6D2-BF46DE9AAFF9}" dt="2022-10-10T06:50:00.088" v="407" actId="2696"/>
        <pc:sldMkLst>
          <pc:docMk/>
          <pc:sldMk cId="1602265730" sldId="270"/>
        </pc:sldMkLst>
        <pc:spChg chg="mod">
          <ac:chgData name="Riccardo Berta" userId="c8694f89-bba4-4576-b0a8-456619ca5a8c" providerId="ADAL" clId="{3E7BAF75-66AC-6246-A6D2-BF46DE9AAFF9}" dt="2022-10-10T05:52:08.199" v="174" actId="20577"/>
          <ac:spMkLst>
            <pc:docMk/>
            <pc:sldMk cId="1602265730" sldId="270"/>
            <ac:spMk id="83" creationId="{00000000-0000-0000-0000-000000000000}"/>
          </ac:spMkLst>
        </pc:spChg>
        <pc:spChg chg="mod">
          <ac:chgData name="Riccardo Berta" userId="c8694f89-bba4-4576-b0a8-456619ca5a8c" providerId="ADAL" clId="{3E7BAF75-66AC-6246-A6D2-BF46DE9AAFF9}" dt="2022-10-10T05:54:57.918" v="270" actId="20577"/>
          <ac:spMkLst>
            <pc:docMk/>
            <pc:sldMk cId="1602265730" sldId="270"/>
            <ac:spMk id="84" creationId="{00000000-0000-0000-0000-000000000000}"/>
          </ac:spMkLst>
        </pc:spChg>
        <pc:picChg chg="add del mod modCrop">
          <ac:chgData name="Riccardo Berta" userId="c8694f89-bba4-4576-b0a8-456619ca5a8c" providerId="ADAL" clId="{3E7BAF75-66AC-6246-A6D2-BF46DE9AAFF9}" dt="2022-10-10T05:54:27.586" v="258" actId="478"/>
          <ac:picMkLst>
            <pc:docMk/>
            <pc:sldMk cId="1602265730" sldId="270"/>
            <ac:picMk id="3" creationId="{823D74D6-16BE-2E45-CDC1-8D17637D30F9}"/>
          </ac:picMkLst>
        </pc:picChg>
        <pc:picChg chg="add mod">
          <ac:chgData name="Riccardo Berta" userId="c8694f89-bba4-4576-b0a8-456619ca5a8c" providerId="ADAL" clId="{3E7BAF75-66AC-6246-A6D2-BF46DE9AAFF9}" dt="2022-10-10T05:55:03.304" v="271" actId="1076"/>
          <ac:picMkLst>
            <pc:docMk/>
            <pc:sldMk cId="1602265730" sldId="270"/>
            <ac:picMk id="4" creationId="{2A63E7D8-8EC6-38EC-96E9-864C8BA5FBBD}"/>
          </ac:picMkLst>
        </pc:picChg>
      </pc:sldChg>
      <pc:sldChg chg="del">
        <pc:chgData name="Riccardo Berta" userId="c8694f89-bba4-4576-b0a8-456619ca5a8c" providerId="ADAL" clId="{3E7BAF75-66AC-6246-A6D2-BF46DE9AAFF9}" dt="2022-10-10T05:46:45.250" v="44" actId="2696"/>
        <pc:sldMkLst>
          <pc:docMk/>
          <pc:sldMk cId="3668836689" sldId="270"/>
        </pc:sldMkLst>
      </pc:sldChg>
      <pc:sldChg chg="del">
        <pc:chgData name="Riccardo Berta" userId="c8694f89-bba4-4576-b0a8-456619ca5a8c" providerId="ADAL" clId="{3E7BAF75-66AC-6246-A6D2-BF46DE9AAFF9}" dt="2022-10-10T05:46:45.673" v="45" actId="2696"/>
        <pc:sldMkLst>
          <pc:docMk/>
          <pc:sldMk cId="1894295752" sldId="271"/>
        </pc:sldMkLst>
      </pc:sldChg>
      <pc:sldChg chg="del">
        <pc:chgData name="Riccardo Berta" userId="c8694f89-bba4-4576-b0a8-456619ca5a8c" providerId="ADAL" clId="{3E7BAF75-66AC-6246-A6D2-BF46DE9AAFF9}" dt="2022-10-10T05:46:46.147" v="46" actId="2696"/>
        <pc:sldMkLst>
          <pc:docMk/>
          <pc:sldMk cId="732868139" sldId="272"/>
        </pc:sldMkLst>
      </pc:sldChg>
      <pc:sldChg chg="del">
        <pc:chgData name="Riccardo Berta" userId="c8694f89-bba4-4576-b0a8-456619ca5a8c" providerId="ADAL" clId="{3E7BAF75-66AC-6246-A6D2-BF46DE9AAFF9}" dt="2022-10-10T05:46:46.631" v="47" actId="2696"/>
        <pc:sldMkLst>
          <pc:docMk/>
          <pc:sldMk cId="3859598341" sldId="273"/>
        </pc:sldMkLst>
      </pc:sldChg>
      <pc:sldChg chg="del">
        <pc:chgData name="Riccardo Berta" userId="c8694f89-bba4-4576-b0a8-456619ca5a8c" providerId="ADAL" clId="{3E7BAF75-66AC-6246-A6D2-BF46DE9AAFF9}" dt="2022-10-10T05:46:47.315" v="48" actId="2696"/>
        <pc:sldMkLst>
          <pc:docMk/>
          <pc:sldMk cId="2213323745" sldId="274"/>
        </pc:sldMkLst>
      </pc:sldChg>
      <pc:sldChg chg="del">
        <pc:chgData name="Riccardo Berta" userId="c8694f89-bba4-4576-b0a8-456619ca5a8c" providerId="ADAL" clId="{3E7BAF75-66AC-6246-A6D2-BF46DE9AAFF9}" dt="2022-10-10T05:46:47.713" v="49" actId="2696"/>
        <pc:sldMkLst>
          <pc:docMk/>
          <pc:sldMk cId="303121765" sldId="275"/>
        </pc:sldMkLst>
      </pc:sldChg>
      <pc:sldChg chg="del">
        <pc:chgData name="Riccardo Berta" userId="c8694f89-bba4-4576-b0a8-456619ca5a8c" providerId="ADAL" clId="{3E7BAF75-66AC-6246-A6D2-BF46DE9AAFF9}" dt="2022-10-10T05:46:48.481" v="50" actId="2696"/>
        <pc:sldMkLst>
          <pc:docMk/>
          <pc:sldMk cId="2020526202" sldId="276"/>
        </pc:sldMkLst>
      </pc:sldChg>
      <pc:sldChg chg="del">
        <pc:chgData name="Riccardo Berta" userId="c8694f89-bba4-4576-b0a8-456619ca5a8c" providerId="ADAL" clId="{3E7BAF75-66AC-6246-A6D2-BF46DE9AAFF9}" dt="2022-10-10T05:46:48.981" v="51" actId="2696"/>
        <pc:sldMkLst>
          <pc:docMk/>
          <pc:sldMk cId="3156887330" sldId="277"/>
        </pc:sldMkLst>
      </pc:sldChg>
      <pc:sldChg chg="del">
        <pc:chgData name="Riccardo Berta" userId="c8694f89-bba4-4576-b0a8-456619ca5a8c" providerId="ADAL" clId="{3E7BAF75-66AC-6246-A6D2-BF46DE9AAFF9}" dt="2022-10-10T05:46:49.684" v="52" actId="2696"/>
        <pc:sldMkLst>
          <pc:docMk/>
          <pc:sldMk cId="1586284290" sldId="278"/>
        </pc:sldMkLst>
      </pc:sldChg>
      <pc:sldChg chg="del">
        <pc:chgData name="Riccardo Berta" userId="c8694f89-bba4-4576-b0a8-456619ca5a8c" providerId="ADAL" clId="{3E7BAF75-66AC-6246-A6D2-BF46DE9AAFF9}" dt="2022-10-10T05:46:50.239" v="53" actId="2696"/>
        <pc:sldMkLst>
          <pc:docMk/>
          <pc:sldMk cId="2677523252" sldId="279"/>
        </pc:sldMkLst>
      </pc:sldChg>
      <pc:sldChg chg="del">
        <pc:chgData name="Riccardo Berta" userId="c8694f89-bba4-4576-b0a8-456619ca5a8c" providerId="ADAL" clId="{3E7BAF75-66AC-6246-A6D2-BF46DE9AAFF9}" dt="2022-10-10T05:46:52.009" v="54" actId="2696"/>
        <pc:sldMkLst>
          <pc:docMk/>
          <pc:sldMk cId="635836889" sldId="280"/>
        </pc:sldMkLst>
      </pc:sldChg>
      <pc:sldChg chg="del">
        <pc:chgData name="Riccardo Berta" userId="c8694f89-bba4-4576-b0a8-456619ca5a8c" providerId="ADAL" clId="{3E7BAF75-66AC-6246-A6D2-BF46DE9AAFF9}" dt="2022-10-10T05:46:52.591" v="55" actId="2696"/>
        <pc:sldMkLst>
          <pc:docMk/>
          <pc:sldMk cId="2288803032" sldId="281"/>
        </pc:sldMkLst>
      </pc:sldChg>
      <pc:sldChg chg="del">
        <pc:chgData name="Riccardo Berta" userId="c8694f89-bba4-4576-b0a8-456619ca5a8c" providerId="ADAL" clId="{3E7BAF75-66AC-6246-A6D2-BF46DE9AAFF9}" dt="2022-10-10T05:46:53.984" v="57" actId="2696"/>
        <pc:sldMkLst>
          <pc:docMk/>
          <pc:sldMk cId="663506827" sldId="282"/>
        </pc:sldMkLst>
      </pc:sldChg>
      <pc:sldChg chg="del">
        <pc:chgData name="Riccardo Berta" userId="c8694f89-bba4-4576-b0a8-456619ca5a8c" providerId="ADAL" clId="{3E7BAF75-66AC-6246-A6D2-BF46DE9AAFF9}" dt="2022-10-10T05:46:55.020" v="58" actId="2696"/>
        <pc:sldMkLst>
          <pc:docMk/>
          <pc:sldMk cId="2423864326" sldId="283"/>
        </pc:sldMkLst>
      </pc:sldChg>
      <pc:sldChg chg="del">
        <pc:chgData name="Riccardo Berta" userId="c8694f89-bba4-4576-b0a8-456619ca5a8c" providerId="ADAL" clId="{3E7BAF75-66AC-6246-A6D2-BF46DE9AAFF9}" dt="2022-10-10T05:46:53.442" v="56" actId="2696"/>
        <pc:sldMkLst>
          <pc:docMk/>
          <pc:sldMk cId="852930802" sldId="284"/>
        </pc:sldMkLst>
      </pc:sldChg>
    </pc:docChg>
  </pc:docChgLst>
  <pc:docChgLst>
    <pc:chgData name="Riccardo Berta" userId="c8694f89-bba4-4576-b0a8-456619ca5a8c" providerId="ADAL" clId="{285D91C1-4BF4-0841-A283-B28F698AE366}"/>
    <pc:docChg chg="custSel addSld modSld">
      <pc:chgData name="Riccardo Berta" userId="c8694f89-bba4-4576-b0a8-456619ca5a8c" providerId="ADAL" clId="{285D91C1-4BF4-0841-A283-B28F698AE366}" dt="2022-08-26T17:01:29.210" v="222" actId="20577"/>
      <pc:docMkLst>
        <pc:docMk/>
      </pc:docMkLst>
      <pc:sldChg chg="addSp delSp modSp add mod">
        <pc:chgData name="Riccardo Berta" userId="c8694f89-bba4-4576-b0a8-456619ca5a8c" providerId="ADAL" clId="{285D91C1-4BF4-0841-A283-B28F698AE366}" dt="2022-08-26T17:01:29.210" v="222" actId="20577"/>
        <pc:sldMkLst>
          <pc:docMk/>
          <pc:sldMk cId="1388305878" sldId="277"/>
        </pc:sldMkLst>
        <pc:spChg chg="mod">
          <ac:chgData name="Riccardo Berta" userId="c8694f89-bba4-4576-b0a8-456619ca5a8c" providerId="ADAL" clId="{285D91C1-4BF4-0841-A283-B28F698AE366}" dt="2022-08-26T11:06:53.297" v="2" actId="20577"/>
          <ac:spMkLst>
            <pc:docMk/>
            <pc:sldMk cId="1388305878" sldId="277"/>
            <ac:spMk id="83" creationId="{00000000-0000-0000-0000-000000000000}"/>
          </ac:spMkLst>
        </pc:spChg>
        <pc:spChg chg="mod">
          <ac:chgData name="Riccardo Berta" userId="c8694f89-bba4-4576-b0a8-456619ca5a8c" providerId="ADAL" clId="{285D91C1-4BF4-0841-A283-B28F698AE366}" dt="2022-08-26T17:01:29.210" v="222" actId="20577"/>
          <ac:spMkLst>
            <pc:docMk/>
            <pc:sldMk cId="1388305878" sldId="277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285D91C1-4BF4-0841-A283-B28F698AE366}" dt="2022-08-26T11:13:04.169" v="129" actId="1035"/>
          <ac:picMkLst>
            <pc:docMk/>
            <pc:sldMk cId="1388305878" sldId="277"/>
            <ac:picMk id="3" creationId="{94F1A503-7FFE-557A-BCB0-DC1D9F0CDB3C}"/>
          </ac:picMkLst>
        </pc:picChg>
        <pc:picChg chg="del">
          <ac:chgData name="Riccardo Berta" userId="c8694f89-bba4-4576-b0a8-456619ca5a8c" providerId="ADAL" clId="{285D91C1-4BF4-0841-A283-B28F698AE366}" dt="2022-08-26T11:06:59.121" v="7" actId="478"/>
          <ac:picMkLst>
            <pc:docMk/>
            <pc:sldMk cId="1388305878" sldId="277"/>
            <ac:picMk id="4" creationId="{B37C8976-E86A-4EAB-21EA-45CA6D160B6E}"/>
          </ac:picMkLst>
        </pc:picChg>
        <pc:picChg chg="add mod">
          <ac:chgData name="Riccardo Berta" userId="c8694f89-bba4-4576-b0a8-456619ca5a8c" providerId="ADAL" clId="{285D91C1-4BF4-0841-A283-B28F698AE366}" dt="2022-08-26T11:13:15.479" v="133" actId="1035"/>
          <ac:picMkLst>
            <pc:docMk/>
            <pc:sldMk cId="1388305878" sldId="277"/>
            <ac:picMk id="6" creationId="{55622F76-3F69-85DA-DB04-2F9FA718C471}"/>
          </ac:picMkLst>
        </pc:picChg>
      </pc:sldChg>
      <pc:sldChg chg="addSp delSp modSp add mod">
        <pc:chgData name="Riccardo Berta" userId="c8694f89-bba4-4576-b0a8-456619ca5a8c" providerId="ADAL" clId="{285D91C1-4BF4-0841-A283-B28F698AE366}" dt="2022-08-26T17:01:19.085" v="220" actId="1076"/>
        <pc:sldMkLst>
          <pc:docMk/>
          <pc:sldMk cId="2276488042" sldId="278"/>
        </pc:sldMkLst>
        <pc:spChg chg="mod">
          <ac:chgData name="Riccardo Berta" userId="c8694f89-bba4-4576-b0a8-456619ca5a8c" providerId="ADAL" clId="{285D91C1-4BF4-0841-A283-B28F698AE366}" dt="2022-08-26T11:13:29.102" v="137" actId="20577"/>
          <ac:spMkLst>
            <pc:docMk/>
            <pc:sldMk cId="2276488042" sldId="278"/>
            <ac:spMk id="83" creationId="{00000000-0000-0000-0000-000000000000}"/>
          </ac:spMkLst>
        </pc:spChg>
        <pc:spChg chg="mod">
          <ac:chgData name="Riccardo Berta" userId="c8694f89-bba4-4576-b0a8-456619ca5a8c" providerId="ADAL" clId="{285D91C1-4BF4-0841-A283-B28F698AE366}" dt="2022-08-26T11:21:06.057" v="217" actId="20577"/>
          <ac:spMkLst>
            <pc:docMk/>
            <pc:sldMk cId="2276488042" sldId="278"/>
            <ac:spMk id="84" creationId="{00000000-0000-0000-0000-000000000000}"/>
          </ac:spMkLst>
        </pc:spChg>
        <pc:picChg chg="del">
          <ac:chgData name="Riccardo Berta" userId="c8694f89-bba4-4576-b0a8-456619ca5a8c" providerId="ADAL" clId="{285D91C1-4BF4-0841-A283-B28F698AE366}" dt="2022-08-26T11:15:29.168" v="157" actId="478"/>
          <ac:picMkLst>
            <pc:docMk/>
            <pc:sldMk cId="2276488042" sldId="278"/>
            <ac:picMk id="3" creationId="{94F1A503-7FFE-557A-BCB0-DC1D9F0CDB3C}"/>
          </ac:picMkLst>
        </pc:picChg>
        <pc:picChg chg="add del mod">
          <ac:chgData name="Riccardo Berta" userId="c8694f89-bba4-4576-b0a8-456619ca5a8c" providerId="ADAL" clId="{285D91C1-4BF4-0841-A283-B28F698AE366}" dt="2022-08-26T11:17:51.407" v="196" actId="478"/>
          <ac:picMkLst>
            <pc:docMk/>
            <pc:sldMk cId="2276488042" sldId="278"/>
            <ac:picMk id="4" creationId="{60504E6C-6A9E-9C37-40B0-D19295DDEEC3}"/>
          </ac:picMkLst>
        </pc:picChg>
        <pc:picChg chg="del">
          <ac:chgData name="Riccardo Berta" userId="c8694f89-bba4-4576-b0a8-456619ca5a8c" providerId="ADAL" clId="{285D91C1-4BF4-0841-A283-B28F698AE366}" dt="2022-08-26T11:15:30.021" v="158" actId="478"/>
          <ac:picMkLst>
            <pc:docMk/>
            <pc:sldMk cId="2276488042" sldId="278"/>
            <ac:picMk id="6" creationId="{55622F76-3F69-85DA-DB04-2F9FA718C471}"/>
          </ac:picMkLst>
        </pc:picChg>
        <pc:picChg chg="add mod">
          <ac:chgData name="Riccardo Berta" userId="c8694f89-bba4-4576-b0a8-456619ca5a8c" providerId="ADAL" clId="{285D91C1-4BF4-0841-A283-B28F698AE366}" dt="2022-08-26T17:01:19.085" v="220" actId="1076"/>
          <ac:picMkLst>
            <pc:docMk/>
            <pc:sldMk cId="2276488042" sldId="278"/>
            <ac:picMk id="7" creationId="{12A38CB3-9C82-D386-6AEC-F799DFDA4DBA}"/>
          </ac:picMkLst>
        </pc:picChg>
      </pc:sldChg>
    </pc:docChg>
  </pc:docChgLst>
  <pc:docChgLst>
    <pc:chgData name="Riccardo Berta" userId="c8694f89-bba4-4576-b0a8-456619ca5a8c" providerId="ADAL" clId="{89457721-8AF9-BB44-BAF2-46F7B0D7D7E8}"/>
    <pc:docChg chg="custSel addSld delSld modSld">
      <pc:chgData name="Riccardo Berta" userId="c8694f89-bba4-4576-b0a8-456619ca5a8c" providerId="ADAL" clId="{89457721-8AF9-BB44-BAF2-46F7B0D7D7E8}" dt="2022-08-30T09:55:24.863" v="44" actId="20577"/>
      <pc:docMkLst>
        <pc:docMk/>
      </pc:docMkLst>
      <pc:sldChg chg="modSp mod">
        <pc:chgData name="Riccardo Berta" userId="c8694f89-bba4-4576-b0a8-456619ca5a8c" providerId="ADAL" clId="{89457721-8AF9-BB44-BAF2-46F7B0D7D7E8}" dt="2022-08-30T09:54:06.379" v="7" actId="20577"/>
        <pc:sldMkLst>
          <pc:docMk/>
          <pc:sldMk cId="0" sldId="256"/>
        </pc:sldMkLst>
        <pc:spChg chg="mod">
          <ac:chgData name="Riccardo Berta" userId="c8694f89-bba4-4576-b0a8-456619ca5a8c" providerId="ADAL" clId="{89457721-8AF9-BB44-BAF2-46F7B0D7D7E8}" dt="2022-08-30T09:54:06.379" v="7" actId="20577"/>
          <ac:spMkLst>
            <pc:docMk/>
            <pc:sldMk cId="0" sldId="256"/>
            <ac:spMk id="62" creationId="{00000000-0000-0000-0000-000000000000}"/>
          </ac:spMkLst>
        </pc:spChg>
      </pc:sldChg>
      <pc:sldChg chg="delSp modSp mod">
        <pc:chgData name="Riccardo Berta" userId="c8694f89-bba4-4576-b0a8-456619ca5a8c" providerId="ADAL" clId="{89457721-8AF9-BB44-BAF2-46F7B0D7D7E8}" dt="2022-08-30T09:54:23.221" v="18" actId="478"/>
        <pc:sldMkLst>
          <pc:docMk/>
          <pc:sldMk cId="0" sldId="257"/>
        </pc:sldMkLst>
        <pc:spChg chg="mod">
          <ac:chgData name="Riccardo Berta" userId="c8694f89-bba4-4576-b0a8-456619ca5a8c" providerId="ADAL" clId="{89457721-8AF9-BB44-BAF2-46F7B0D7D7E8}" dt="2022-08-30T09:54:14.367" v="13" actId="20577"/>
          <ac:spMkLst>
            <pc:docMk/>
            <pc:sldMk cId="0" sldId="257"/>
            <ac:spMk id="83" creationId="{00000000-0000-0000-0000-000000000000}"/>
          </ac:spMkLst>
        </pc:spChg>
        <pc:spChg chg="mod">
          <ac:chgData name="Riccardo Berta" userId="c8694f89-bba4-4576-b0a8-456619ca5a8c" providerId="ADAL" clId="{89457721-8AF9-BB44-BAF2-46F7B0D7D7E8}" dt="2022-08-30T09:54:19.217" v="17" actId="20577"/>
          <ac:spMkLst>
            <pc:docMk/>
            <pc:sldMk cId="0" sldId="257"/>
            <ac:spMk id="84" creationId="{00000000-0000-0000-0000-000000000000}"/>
          </ac:spMkLst>
        </pc:spChg>
        <pc:picChg chg="del">
          <ac:chgData name="Riccardo Berta" userId="c8694f89-bba4-4576-b0a8-456619ca5a8c" providerId="ADAL" clId="{89457721-8AF9-BB44-BAF2-46F7B0D7D7E8}" dt="2022-08-30T09:54:23.221" v="18" actId="478"/>
          <ac:picMkLst>
            <pc:docMk/>
            <pc:sldMk cId="0" sldId="257"/>
            <ac:picMk id="3" creationId="{EE0D0F3E-A843-92E5-ABBC-F41E3CA3C922}"/>
          </ac:picMkLst>
        </pc:picChg>
        <pc:picChg chg="del">
          <ac:chgData name="Riccardo Berta" userId="c8694f89-bba4-4576-b0a8-456619ca5a8c" providerId="ADAL" clId="{89457721-8AF9-BB44-BAF2-46F7B0D7D7E8}" dt="2022-08-30T09:54:16.325" v="14" actId="478"/>
          <ac:picMkLst>
            <pc:docMk/>
            <pc:sldMk cId="0" sldId="257"/>
            <ac:picMk id="5" creationId="{692F2B73-F6B6-F2AC-BB2A-2B1020944694}"/>
          </ac:picMkLst>
        </pc:picChg>
      </pc:sldChg>
      <pc:sldChg chg="modSp mod">
        <pc:chgData name="Riccardo Berta" userId="c8694f89-bba4-4576-b0a8-456619ca5a8c" providerId="ADAL" clId="{89457721-8AF9-BB44-BAF2-46F7B0D7D7E8}" dt="2022-08-30T09:54:11.362" v="10" actId="20577"/>
        <pc:sldMkLst>
          <pc:docMk/>
          <pc:sldMk cId="3018556184" sldId="259"/>
        </pc:sldMkLst>
        <pc:spChg chg="mod">
          <ac:chgData name="Riccardo Berta" userId="c8694f89-bba4-4576-b0a8-456619ca5a8c" providerId="ADAL" clId="{89457721-8AF9-BB44-BAF2-46F7B0D7D7E8}" dt="2022-08-30T09:54:11.362" v="10" actId="20577"/>
          <ac:spMkLst>
            <pc:docMk/>
            <pc:sldMk cId="3018556184" sldId="259"/>
            <ac:spMk id="3" creationId="{38BFAA1C-1163-169B-2D77-6FEF73CC8512}"/>
          </ac:spMkLst>
        </pc:spChg>
      </pc:sldChg>
      <pc:sldChg chg="add">
        <pc:chgData name="Riccardo Berta" userId="c8694f89-bba4-4576-b0a8-456619ca5a8c" providerId="ADAL" clId="{89457721-8AF9-BB44-BAF2-46F7B0D7D7E8}" dt="2022-08-30T09:54:31.238" v="24"/>
        <pc:sldMkLst>
          <pc:docMk/>
          <pc:sldMk cId="3239712184" sldId="260"/>
        </pc:sldMkLst>
      </pc:sldChg>
      <pc:sldChg chg="del">
        <pc:chgData name="Riccardo Berta" userId="c8694f89-bba4-4576-b0a8-456619ca5a8c" providerId="ADAL" clId="{89457721-8AF9-BB44-BAF2-46F7B0D7D7E8}" dt="2022-08-30T09:54:26.068" v="19" actId="2696"/>
        <pc:sldMkLst>
          <pc:docMk/>
          <pc:sldMk cId="3692252167" sldId="260"/>
        </pc:sldMkLst>
      </pc:sldChg>
      <pc:sldChg chg="add">
        <pc:chgData name="Riccardo Berta" userId="c8694f89-bba4-4576-b0a8-456619ca5a8c" providerId="ADAL" clId="{89457721-8AF9-BB44-BAF2-46F7B0D7D7E8}" dt="2022-08-30T09:54:32.176" v="25"/>
        <pc:sldMkLst>
          <pc:docMk/>
          <pc:sldMk cId="723946338" sldId="261"/>
        </pc:sldMkLst>
      </pc:sldChg>
      <pc:sldChg chg="del">
        <pc:chgData name="Riccardo Berta" userId="c8694f89-bba4-4576-b0a8-456619ca5a8c" providerId="ADAL" clId="{89457721-8AF9-BB44-BAF2-46F7B0D7D7E8}" dt="2022-08-30T09:54:26.532" v="20" actId="2696"/>
        <pc:sldMkLst>
          <pc:docMk/>
          <pc:sldMk cId="846979211" sldId="261"/>
        </pc:sldMkLst>
      </pc:sldChg>
      <pc:sldChg chg="del">
        <pc:chgData name="Riccardo Berta" userId="c8694f89-bba4-4576-b0a8-456619ca5a8c" providerId="ADAL" clId="{89457721-8AF9-BB44-BAF2-46F7B0D7D7E8}" dt="2022-08-30T09:54:26.938" v="21" actId="2696"/>
        <pc:sldMkLst>
          <pc:docMk/>
          <pc:sldMk cId="447929702" sldId="262"/>
        </pc:sldMkLst>
      </pc:sldChg>
      <pc:sldChg chg="add">
        <pc:chgData name="Riccardo Berta" userId="c8694f89-bba4-4576-b0a8-456619ca5a8c" providerId="ADAL" clId="{89457721-8AF9-BB44-BAF2-46F7B0D7D7E8}" dt="2022-08-30T09:54:33.167" v="26"/>
        <pc:sldMkLst>
          <pc:docMk/>
          <pc:sldMk cId="1167696200" sldId="262"/>
        </pc:sldMkLst>
      </pc:sldChg>
      <pc:sldChg chg="del">
        <pc:chgData name="Riccardo Berta" userId="c8694f89-bba4-4576-b0a8-456619ca5a8c" providerId="ADAL" clId="{89457721-8AF9-BB44-BAF2-46F7B0D7D7E8}" dt="2022-08-30T09:54:27.400" v="22" actId="2696"/>
        <pc:sldMkLst>
          <pc:docMk/>
          <pc:sldMk cId="11402927" sldId="263"/>
        </pc:sldMkLst>
      </pc:sldChg>
      <pc:sldChg chg="modSp add mod">
        <pc:chgData name="Riccardo Berta" userId="c8694f89-bba4-4576-b0a8-456619ca5a8c" providerId="ADAL" clId="{89457721-8AF9-BB44-BAF2-46F7B0D7D7E8}" dt="2022-08-30T09:55:24.863" v="44" actId="20577"/>
        <pc:sldMkLst>
          <pc:docMk/>
          <pc:sldMk cId="1817587258" sldId="263"/>
        </pc:sldMkLst>
        <pc:spChg chg="mod">
          <ac:chgData name="Riccardo Berta" userId="c8694f89-bba4-4576-b0a8-456619ca5a8c" providerId="ADAL" clId="{89457721-8AF9-BB44-BAF2-46F7B0D7D7E8}" dt="2022-08-30T09:54:51.021" v="28"/>
          <ac:spMkLst>
            <pc:docMk/>
            <pc:sldMk cId="1817587258" sldId="263"/>
            <ac:spMk id="83" creationId="{00000000-0000-0000-0000-000000000000}"/>
          </ac:spMkLst>
        </pc:spChg>
        <pc:spChg chg="mod">
          <ac:chgData name="Riccardo Berta" userId="c8694f89-bba4-4576-b0a8-456619ca5a8c" providerId="ADAL" clId="{89457721-8AF9-BB44-BAF2-46F7B0D7D7E8}" dt="2022-08-30T09:55:24.863" v="44" actId="20577"/>
          <ac:spMkLst>
            <pc:docMk/>
            <pc:sldMk cId="1817587258" sldId="263"/>
            <ac:spMk id="84" creationId="{00000000-0000-0000-0000-000000000000}"/>
          </ac:spMkLst>
        </pc:spChg>
      </pc:sldChg>
      <pc:sldChg chg="del">
        <pc:chgData name="Riccardo Berta" userId="c8694f89-bba4-4576-b0a8-456619ca5a8c" providerId="ADAL" clId="{89457721-8AF9-BB44-BAF2-46F7B0D7D7E8}" dt="2022-08-30T09:54:27.959" v="23" actId="2696"/>
        <pc:sldMkLst>
          <pc:docMk/>
          <pc:sldMk cId="2794482370" sldId="264"/>
        </pc:sldMkLst>
      </pc:sldChg>
    </pc:docChg>
  </pc:docChgLst>
  <pc:docChgLst>
    <pc:chgData name="Riccardo Berta" userId="c8694f89-bba4-4576-b0a8-456619ca5a8c" providerId="ADAL" clId="{BB313934-00E8-AF43-88F0-EEB6DAC44355}"/>
    <pc:docChg chg="custSel delSld modSld">
      <pc:chgData name="Riccardo Berta" userId="c8694f89-bba4-4576-b0a8-456619ca5a8c" providerId="ADAL" clId="{BB313934-00E8-AF43-88F0-EEB6DAC44355}" dt="2022-12-16T09:21:47.859" v="45" actId="478"/>
      <pc:docMkLst>
        <pc:docMk/>
      </pc:docMkLst>
      <pc:sldChg chg="modSp mod">
        <pc:chgData name="Riccardo Berta" userId="c8694f89-bba4-4576-b0a8-456619ca5a8c" providerId="ADAL" clId="{BB313934-00E8-AF43-88F0-EEB6DAC44355}" dt="2022-12-16T09:21:16.231" v="3" actId="20577"/>
        <pc:sldMkLst>
          <pc:docMk/>
          <pc:sldMk cId="0" sldId="256"/>
        </pc:sldMkLst>
        <pc:spChg chg="mod">
          <ac:chgData name="Riccardo Berta" userId="c8694f89-bba4-4576-b0a8-456619ca5a8c" providerId="ADAL" clId="{BB313934-00E8-AF43-88F0-EEB6DAC44355}" dt="2022-12-16T09:21:16.231" v="3" actId="20577"/>
          <ac:spMkLst>
            <pc:docMk/>
            <pc:sldMk cId="0" sldId="256"/>
            <ac:spMk id="62" creationId="{00000000-0000-0000-0000-000000000000}"/>
          </ac:spMkLst>
        </pc:spChg>
      </pc:sldChg>
      <pc:sldChg chg="modSp mod">
        <pc:chgData name="Riccardo Berta" userId="c8694f89-bba4-4576-b0a8-456619ca5a8c" providerId="ADAL" clId="{BB313934-00E8-AF43-88F0-EEB6DAC44355}" dt="2022-12-16T09:21:20.500" v="7" actId="20577"/>
        <pc:sldMkLst>
          <pc:docMk/>
          <pc:sldMk cId="0" sldId="264"/>
        </pc:sldMkLst>
        <pc:spChg chg="mod">
          <ac:chgData name="Riccardo Berta" userId="c8694f89-bba4-4576-b0a8-456619ca5a8c" providerId="ADAL" clId="{BB313934-00E8-AF43-88F0-EEB6DAC44355}" dt="2022-12-16T09:21:20.500" v="7" actId="20577"/>
          <ac:spMkLst>
            <pc:docMk/>
            <pc:sldMk cId="0" sldId="264"/>
            <ac:spMk id="84" creationId="{00000000-0000-0000-0000-000000000000}"/>
          </ac:spMkLst>
        </pc:spChg>
      </pc:sldChg>
      <pc:sldChg chg="modSp mod">
        <pc:chgData name="Riccardo Berta" userId="c8694f89-bba4-4576-b0a8-456619ca5a8c" providerId="ADAL" clId="{BB313934-00E8-AF43-88F0-EEB6DAC44355}" dt="2022-12-16T09:21:28.592" v="15" actId="20577"/>
        <pc:sldMkLst>
          <pc:docMk/>
          <pc:sldMk cId="2056707301" sldId="265"/>
        </pc:sldMkLst>
        <pc:spChg chg="mod">
          <ac:chgData name="Riccardo Berta" userId="c8694f89-bba4-4576-b0a8-456619ca5a8c" providerId="ADAL" clId="{BB313934-00E8-AF43-88F0-EEB6DAC44355}" dt="2022-12-16T09:21:25.378" v="11" actId="20577"/>
          <ac:spMkLst>
            <pc:docMk/>
            <pc:sldMk cId="2056707301" sldId="265"/>
            <ac:spMk id="83" creationId="{00000000-0000-0000-0000-000000000000}"/>
          </ac:spMkLst>
        </pc:spChg>
        <pc:spChg chg="mod">
          <ac:chgData name="Riccardo Berta" userId="c8694f89-bba4-4576-b0a8-456619ca5a8c" providerId="ADAL" clId="{BB313934-00E8-AF43-88F0-EEB6DAC44355}" dt="2022-12-16T09:21:28.592" v="15" actId="20577"/>
          <ac:spMkLst>
            <pc:docMk/>
            <pc:sldMk cId="2056707301" sldId="265"/>
            <ac:spMk id="84" creationId="{00000000-0000-0000-0000-000000000000}"/>
          </ac:spMkLst>
        </pc:spChg>
      </pc:sldChg>
      <pc:sldChg chg="del">
        <pc:chgData name="Riccardo Berta" userId="c8694f89-bba4-4576-b0a8-456619ca5a8c" providerId="ADAL" clId="{BB313934-00E8-AF43-88F0-EEB6DAC44355}" dt="2022-12-16T09:21:30.388" v="16" actId="2696"/>
        <pc:sldMkLst>
          <pc:docMk/>
          <pc:sldMk cId="1146853789" sldId="266"/>
        </pc:sldMkLst>
      </pc:sldChg>
      <pc:sldChg chg="del">
        <pc:chgData name="Riccardo Berta" userId="c8694f89-bba4-4576-b0a8-456619ca5a8c" providerId="ADAL" clId="{BB313934-00E8-AF43-88F0-EEB6DAC44355}" dt="2022-12-16T09:21:30.903" v="18" actId="2696"/>
        <pc:sldMkLst>
          <pc:docMk/>
          <pc:sldMk cId="3383656126" sldId="267"/>
        </pc:sldMkLst>
      </pc:sldChg>
      <pc:sldChg chg="del">
        <pc:chgData name="Riccardo Berta" userId="c8694f89-bba4-4576-b0a8-456619ca5a8c" providerId="ADAL" clId="{BB313934-00E8-AF43-88F0-EEB6DAC44355}" dt="2022-12-16T09:21:31.210" v="19" actId="2696"/>
        <pc:sldMkLst>
          <pc:docMk/>
          <pc:sldMk cId="4001677473" sldId="268"/>
        </pc:sldMkLst>
      </pc:sldChg>
      <pc:sldChg chg="del">
        <pc:chgData name="Riccardo Berta" userId="c8694f89-bba4-4576-b0a8-456619ca5a8c" providerId="ADAL" clId="{BB313934-00E8-AF43-88F0-EEB6DAC44355}" dt="2022-12-16T09:21:31.738" v="20" actId="2696"/>
        <pc:sldMkLst>
          <pc:docMk/>
          <pc:sldMk cId="3775027952" sldId="269"/>
        </pc:sldMkLst>
      </pc:sldChg>
      <pc:sldChg chg="del">
        <pc:chgData name="Riccardo Berta" userId="c8694f89-bba4-4576-b0a8-456619ca5a8c" providerId="ADAL" clId="{BB313934-00E8-AF43-88F0-EEB6DAC44355}" dt="2022-12-16T09:21:32.055" v="21" actId="2696"/>
        <pc:sldMkLst>
          <pc:docMk/>
          <pc:sldMk cId="1310310143" sldId="270"/>
        </pc:sldMkLst>
      </pc:sldChg>
      <pc:sldChg chg="del">
        <pc:chgData name="Riccardo Berta" userId="c8694f89-bba4-4576-b0a8-456619ca5a8c" providerId="ADAL" clId="{BB313934-00E8-AF43-88F0-EEB6DAC44355}" dt="2022-12-16T09:21:33.897" v="27" actId="2696"/>
        <pc:sldMkLst>
          <pc:docMk/>
          <pc:sldMk cId="3840907075" sldId="271"/>
        </pc:sldMkLst>
      </pc:sldChg>
      <pc:sldChg chg="del">
        <pc:chgData name="Riccardo Berta" userId="c8694f89-bba4-4576-b0a8-456619ca5a8c" providerId="ADAL" clId="{BB313934-00E8-AF43-88F0-EEB6DAC44355}" dt="2022-12-16T09:21:30.708" v="17" actId="2696"/>
        <pc:sldMkLst>
          <pc:docMk/>
          <pc:sldMk cId="3791912446" sldId="272"/>
        </pc:sldMkLst>
      </pc:sldChg>
      <pc:sldChg chg="del">
        <pc:chgData name="Riccardo Berta" userId="c8694f89-bba4-4576-b0a8-456619ca5a8c" providerId="ADAL" clId="{BB313934-00E8-AF43-88F0-EEB6DAC44355}" dt="2022-12-16T09:21:32.345" v="22" actId="2696"/>
        <pc:sldMkLst>
          <pc:docMk/>
          <pc:sldMk cId="80569211" sldId="273"/>
        </pc:sldMkLst>
      </pc:sldChg>
      <pc:sldChg chg="del">
        <pc:chgData name="Riccardo Berta" userId="c8694f89-bba4-4576-b0a8-456619ca5a8c" providerId="ADAL" clId="{BB313934-00E8-AF43-88F0-EEB6DAC44355}" dt="2022-12-16T09:21:32.660" v="23" actId="2696"/>
        <pc:sldMkLst>
          <pc:docMk/>
          <pc:sldMk cId="411550242" sldId="274"/>
        </pc:sldMkLst>
      </pc:sldChg>
      <pc:sldChg chg="del">
        <pc:chgData name="Riccardo Berta" userId="c8694f89-bba4-4576-b0a8-456619ca5a8c" providerId="ADAL" clId="{BB313934-00E8-AF43-88F0-EEB6DAC44355}" dt="2022-12-16T09:21:33.024" v="24" actId="2696"/>
        <pc:sldMkLst>
          <pc:docMk/>
          <pc:sldMk cId="1497503087" sldId="275"/>
        </pc:sldMkLst>
      </pc:sldChg>
      <pc:sldChg chg="del">
        <pc:chgData name="Riccardo Berta" userId="c8694f89-bba4-4576-b0a8-456619ca5a8c" providerId="ADAL" clId="{BB313934-00E8-AF43-88F0-EEB6DAC44355}" dt="2022-12-16T09:21:33.372" v="25" actId="2696"/>
        <pc:sldMkLst>
          <pc:docMk/>
          <pc:sldMk cId="189339524" sldId="276"/>
        </pc:sldMkLst>
      </pc:sldChg>
      <pc:sldChg chg="del">
        <pc:chgData name="Riccardo Berta" userId="c8694f89-bba4-4576-b0a8-456619ca5a8c" providerId="ADAL" clId="{BB313934-00E8-AF43-88F0-EEB6DAC44355}" dt="2022-12-16T09:21:33.661" v="26" actId="2696"/>
        <pc:sldMkLst>
          <pc:docMk/>
          <pc:sldMk cId="3867073266" sldId="277"/>
        </pc:sldMkLst>
      </pc:sldChg>
      <pc:sldChg chg="del">
        <pc:chgData name="Riccardo Berta" userId="c8694f89-bba4-4576-b0a8-456619ca5a8c" providerId="ADAL" clId="{BB313934-00E8-AF43-88F0-EEB6DAC44355}" dt="2022-12-16T09:21:38.937" v="38" actId="2696"/>
        <pc:sldMkLst>
          <pc:docMk/>
          <pc:sldMk cId="2178928758" sldId="278"/>
        </pc:sldMkLst>
      </pc:sldChg>
      <pc:sldChg chg="del">
        <pc:chgData name="Riccardo Berta" userId="c8694f89-bba4-4576-b0a8-456619ca5a8c" providerId="ADAL" clId="{BB313934-00E8-AF43-88F0-EEB6DAC44355}" dt="2022-12-16T09:21:38.412" v="37" actId="2696"/>
        <pc:sldMkLst>
          <pc:docMk/>
          <pc:sldMk cId="2509645545" sldId="279"/>
        </pc:sldMkLst>
      </pc:sldChg>
      <pc:sldChg chg="delSp modSp mod">
        <pc:chgData name="Riccardo Berta" userId="c8694f89-bba4-4576-b0a8-456619ca5a8c" providerId="ADAL" clId="{BB313934-00E8-AF43-88F0-EEB6DAC44355}" dt="2022-12-16T09:21:47.859" v="45" actId="478"/>
        <pc:sldMkLst>
          <pc:docMk/>
          <pc:sldMk cId="1073505695" sldId="280"/>
        </pc:sldMkLst>
        <pc:spChg chg="mod">
          <ac:chgData name="Riccardo Berta" userId="c8694f89-bba4-4576-b0a8-456619ca5a8c" providerId="ADAL" clId="{BB313934-00E8-AF43-88F0-EEB6DAC44355}" dt="2022-12-16T09:21:46.794" v="44" actId="20577"/>
          <ac:spMkLst>
            <pc:docMk/>
            <pc:sldMk cId="1073505695" sldId="280"/>
            <ac:spMk id="84" creationId="{00000000-0000-0000-0000-000000000000}"/>
          </ac:spMkLst>
        </pc:spChg>
        <pc:picChg chg="del">
          <ac:chgData name="Riccardo Berta" userId="c8694f89-bba4-4576-b0a8-456619ca5a8c" providerId="ADAL" clId="{BB313934-00E8-AF43-88F0-EEB6DAC44355}" dt="2022-12-16T09:21:43.888" v="43" actId="478"/>
          <ac:picMkLst>
            <pc:docMk/>
            <pc:sldMk cId="1073505695" sldId="280"/>
            <ac:picMk id="3" creationId="{FA939A29-95AA-C12B-A415-81D0BA373123}"/>
          </ac:picMkLst>
        </pc:picChg>
        <pc:picChg chg="del">
          <ac:chgData name="Riccardo Berta" userId="c8694f89-bba4-4576-b0a8-456619ca5a8c" providerId="ADAL" clId="{BB313934-00E8-AF43-88F0-EEB6DAC44355}" dt="2022-12-16T09:21:47.859" v="45" actId="478"/>
          <ac:picMkLst>
            <pc:docMk/>
            <pc:sldMk cId="1073505695" sldId="280"/>
            <ac:picMk id="5" creationId="{05C16011-9F8D-F647-EAC6-509C6AA49CC3}"/>
          </ac:picMkLst>
        </pc:picChg>
      </pc:sldChg>
      <pc:sldChg chg="del">
        <pc:chgData name="Riccardo Berta" userId="c8694f89-bba4-4576-b0a8-456619ca5a8c" providerId="ADAL" clId="{BB313934-00E8-AF43-88F0-EEB6DAC44355}" dt="2022-12-16T09:21:34.582" v="28" actId="2696"/>
        <pc:sldMkLst>
          <pc:docMk/>
          <pc:sldMk cId="3158693030" sldId="284"/>
        </pc:sldMkLst>
      </pc:sldChg>
      <pc:sldChg chg="del">
        <pc:chgData name="Riccardo Berta" userId="c8694f89-bba4-4576-b0a8-456619ca5a8c" providerId="ADAL" clId="{BB313934-00E8-AF43-88F0-EEB6DAC44355}" dt="2022-12-16T09:21:34.868" v="29" actId="2696"/>
        <pc:sldMkLst>
          <pc:docMk/>
          <pc:sldMk cId="2315955737" sldId="285"/>
        </pc:sldMkLst>
      </pc:sldChg>
      <pc:sldChg chg="del">
        <pc:chgData name="Riccardo Berta" userId="c8694f89-bba4-4576-b0a8-456619ca5a8c" providerId="ADAL" clId="{BB313934-00E8-AF43-88F0-EEB6DAC44355}" dt="2022-12-16T09:21:35.088" v="30" actId="2696"/>
        <pc:sldMkLst>
          <pc:docMk/>
          <pc:sldMk cId="2279489737" sldId="286"/>
        </pc:sldMkLst>
      </pc:sldChg>
      <pc:sldChg chg="del">
        <pc:chgData name="Riccardo Berta" userId="c8694f89-bba4-4576-b0a8-456619ca5a8c" providerId="ADAL" clId="{BB313934-00E8-AF43-88F0-EEB6DAC44355}" dt="2022-12-16T09:21:35.918" v="32" actId="2696"/>
        <pc:sldMkLst>
          <pc:docMk/>
          <pc:sldMk cId="4193766810" sldId="287"/>
        </pc:sldMkLst>
      </pc:sldChg>
      <pc:sldChg chg="del">
        <pc:chgData name="Riccardo Berta" userId="c8694f89-bba4-4576-b0a8-456619ca5a8c" providerId="ADAL" clId="{BB313934-00E8-AF43-88F0-EEB6DAC44355}" dt="2022-12-16T09:21:36.362" v="33" actId="2696"/>
        <pc:sldMkLst>
          <pc:docMk/>
          <pc:sldMk cId="3981929228" sldId="288"/>
        </pc:sldMkLst>
      </pc:sldChg>
      <pc:sldChg chg="del">
        <pc:chgData name="Riccardo Berta" userId="c8694f89-bba4-4576-b0a8-456619ca5a8c" providerId="ADAL" clId="{BB313934-00E8-AF43-88F0-EEB6DAC44355}" dt="2022-12-16T09:21:37.252" v="34" actId="2696"/>
        <pc:sldMkLst>
          <pc:docMk/>
          <pc:sldMk cId="4281954021" sldId="289"/>
        </pc:sldMkLst>
      </pc:sldChg>
      <pc:sldChg chg="del">
        <pc:chgData name="Riccardo Berta" userId="c8694f89-bba4-4576-b0a8-456619ca5a8c" providerId="ADAL" clId="{BB313934-00E8-AF43-88F0-EEB6DAC44355}" dt="2022-12-16T09:21:37.523" v="35" actId="2696"/>
        <pc:sldMkLst>
          <pc:docMk/>
          <pc:sldMk cId="342907949" sldId="290"/>
        </pc:sldMkLst>
      </pc:sldChg>
      <pc:sldChg chg="del">
        <pc:chgData name="Riccardo Berta" userId="c8694f89-bba4-4576-b0a8-456619ca5a8c" providerId="ADAL" clId="{BB313934-00E8-AF43-88F0-EEB6DAC44355}" dt="2022-12-16T09:21:37.868" v="36" actId="2696"/>
        <pc:sldMkLst>
          <pc:docMk/>
          <pc:sldMk cId="1120693371" sldId="292"/>
        </pc:sldMkLst>
      </pc:sldChg>
      <pc:sldChg chg="del">
        <pc:chgData name="Riccardo Berta" userId="c8694f89-bba4-4576-b0a8-456619ca5a8c" providerId="ADAL" clId="{BB313934-00E8-AF43-88F0-EEB6DAC44355}" dt="2022-12-16T09:21:35.541" v="31" actId="2696"/>
        <pc:sldMkLst>
          <pc:docMk/>
          <pc:sldMk cId="3495919440" sldId="293"/>
        </pc:sldMkLst>
      </pc:sldChg>
    </pc:docChg>
  </pc:docChgLst>
  <pc:docChgLst>
    <pc:chgData name="Riccardo Berta" userId="c8694f89-bba4-4576-b0a8-456619ca5a8c" providerId="ADAL" clId="{80F6E880-6B18-A04C-AFC0-7C261801A904}"/>
    <pc:docChg chg="undo custSel addSld delSld modSld sldOrd">
      <pc:chgData name="Riccardo Berta" userId="c8694f89-bba4-4576-b0a8-456619ca5a8c" providerId="ADAL" clId="{80F6E880-6B18-A04C-AFC0-7C261801A904}" dt="2022-11-08T13:14:14.871" v="3050" actId="2696"/>
      <pc:docMkLst>
        <pc:docMk/>
      </pc:docMkLst>
      <pc:sldChg chg="modSp mod">
        <pc:chgData name="Riccardo Berta" userId="c8694f89-bba4-4576-b0a8-456619ca5a8c" providerId="ADAL" clId="{80F6E880-6B18-A04C-AFC0-7C261801A904}" dt="2022-11-02T11:32:41.709" v="13" actId="20577"/>
        <pc:sldMkLst>
          <pc:docMk/>
          <pc:sldMk cId="0" sldId="256"/>
        </pc:sldMkLst>
        <pc:spChg chg="mod">
          <ac:chgData name="Riccardo Berta" userId="c8694f89-bba4-4576-b0a8-456619ca5a8c" providerId="ADAL" clId="{80F6E880-6B18-A04C-AFC0-7C261801A904}" dt="2022-11-02T11:32:41.709" v="13" actId="20577"/>
          <ac:spMkLst>
            <pc:docMk/>
            <pc:sldMk cId="0" sldId="256"/>
            <ac:spMk id="62" creationId="{00000000-0000-0000-0000-000000000000}"/>
          </ac:spMkLst>
        </pc:spChg>
      </pc:sldChg>
      <pc:sldChg chg="modSp mod">
        <pc:chgData name="Riccardo Berta" userId="c8694f89-bba4-4576-b0a8-456619ca5a8c" providerId="ADAL" clId="{80F6E880-6B18-A04C-AFC0-7C261801A904}" dt="2022-11-08T11:41:26.440" v="2804" actId="20577"/>
        <pc:sldMkLst>
          <pc:docMk/>
          <pc:sldMk cId="0" sldId="264"/>
        </pc:sldMkLst>
        <pc:spChg chg="mod">
          <ac:chgData name="Riccardo Berta" userId="c8694f89-bba4-4576-b0a8-456619ca5a8c" providerId="ADAL" clId="{80F6E880-6B18-A04C-AFC0-7C261801A904}" dt="2022-11-08T11:41:26.440" v="2804" actId="20577"/>
          <ac:spMkLst>
            <pc:docMk/>
            <pc:sldMk cId="0" sldId="264"/>
            <ac:spMk id="84" creationId="{00000000-0000-0000-0000-000000000000}"/>
          </ac:spMkLst>
        </pc:spChg>
      </pc:sldChg>
      <pc:sldChg chg="modSp mod">
        <pc:chgData name="Riccardo Berta" userId="c8694f89-bba4-4576-b0a8-456619ca5a8c" providerId="ADAL" clId="{80F6E880-6B18-A04C-AFC0-7C261801A904}" dt="2022-11-07T07:17:21.067" v="797" actId="20577"/>
        <pc:sldMkLst>
          <pc:docMk/>
          <pc:sldMk cId="3775027952" sldId="269"/>
        </pc:sldMkLst>
        <pc:spChg chg="mod">
          <ac:chgData name="Riccardo Berta" userId="c8694f89-bba4-4576-b0a8-456619ca5a8c" providerId="ADAL" clId="{80F6E880-6B18-A04C-AFC0-7C261801A904}" dt="2022-11-07T07:17:21.067" v="797" actId="20577"/>
          <ac:spMkLst>
            <pc:docMk/>
            <pc:sldMk cId="3775027952" sldId="269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7T06:53:11.378" v="285" actId="20577"/>
          <ac:spMkLst>
            <pc:docMk/>
            <pc:sldMk cId="3775027952" sldId="269"/>
            <ac:spMk id="84" creationId="{00000000-0000-0000-0000-000000000000}"/>
          </ac:spMkLst>
        </pc:spChg>
      </pc:sldChg>
      <pc:sldChg chg="modSp mod">
        <pc:chgData name="Riccardo Berta" userId="c8694f89-bba4-4576-b0a8-456619ca5a8c" providerId="ADAL" clId="{80F6E880-6B18-A04C-AFC0-7C261801A904}" dt="2022-11-07T07:18:11.402" v="816" actId="14100"/>
        <pc:sldMkLst>
          <pc:docMk/>
          <pc:sldMk cId="1310310143" sldId="270"/>
        </pc:sldMkLst>
        <pc:spChg chg="mod">
          <ac:chgData name="Riccardo Berta" userId="c8694f89-bba4-4576-b0a8-456619ca5a8c" providerId="ADAL" clId="{80F6E880-6B18-A04C-AFC0-7C261801A904}" dt="2022-11-07T07:17:32.354" v="799" actId="20577"/>
          <ac:spMkLst>
            <pc:docMk/>
            <pc:sldMk cId="1310310143" sldId="270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7T07:18:11.402" v="816" actId="14100"/>
          <ac:spMkLst>
            <pc:docMk/>
            <pc:sldMk cId="1310310143" sldId="270"/>
            <ac:spMk id="84" creationId="{00000000-0000-0000-0000-000000000000}"/>
          </ac:spMkLst>
        </pc:spChg>
      </pc:sldChg>
      <pc:sldChg chg="modSp mod ord">
        <pc:chgData name="Riccardo Berta" userId="c8694f89-bba4-4576-b0a8-456619ca5a8c" providerId="ADAL" clId="{80F6E880-6B18-A04C-AFC0-7C261801A904}" dt="2022-11-08T08:51:58.241" v="1598" actId="1076"/>
        <pc:sldMkLst>
          <pc:docMk/>
          <pc:sldMk cId="3840907075" sldId="271"/>
        </pc:sldMkLst>
        <pc:spChg chg="mod">
          <ac:chgData name="Riccardo Berta" userId="c8694f89-bba4-4576-b0a8-456619ca5a8c" providerId="ADAL" clId="{80F6E880-6B18-A04C-AFC0-7C261801A904}" dt="2022-11-08T08:51:12.309" v="1586" actId="20577"/>
          <ac:spMkLst>
            <pc:docMk/>
            <pc:sldMk cId="3840907075" sldId="271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08:51:58.241" v="1598" actId="1076"/>
          <ac:spMkLst>
            <pc:docMk/>
            <pc:sldMk cId="3840907075" sldId="271"/>
            <ac:spMk id="84" creationId="{00000000-0000-0000-0000-000000000000}"/>
          </ac:spMkLst>
        </pc:spChg>
      </pc:sldChg>
      <pc:sldChg chg="addSp delSp modSp add mod ord">
        <pc:chgData name="Riccardo Berta" userId="c8694f89-bba4-4576-b0a8-456619ca5a8c" providerId="ADAL" clId="{80F6E880-6B18-A04C-AFC0-7C261801A904}" dt="2022-11-07T07:17:44.640" v="804" actId="20577"/>
        <pc:sldMkLst>
          <pc:docMk/>
          <pc:sldMk cId="3791912446" sldId="272"/>
        </pc:sldMkLst>
        <pc:spChg chg="mod">
          <ac:chgData name="Riccardo Berta" userId="c8694f89-bba4-4576-b0a8-456619ca5a8c" providerId="ADAL" clId="{80F6E880-6B18-A04C-AFC0-7C261801A904}" dt="2022-11-07T07:04:25.924" v="522" actId="313"/>
          <ac:spMkLst>
            <pc:docMk/>
            <pc:sldMk cId="3791912446" sldId="272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7T07:17:44.640" v="804" actId="20577"/>
          <ac:spMkLst>
            <pc:docMk/>
            <pc:sldMk cId="3791912446" sldId="272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7T06:59:31.298" v="465" actId="1076"/>
          <ac:picMkLst>
            <pc:docMk/>
            <pc:sldMk cId="3791912446" sldId="272"/>
            <ac:picMk id="3" creationId="{466B1340-2784-EFA1-4625-73CB8D368F35}"/>
          </ac:picMkLst>
        </pc:picChg>
        <pc:picChg chg="add del mod">
          <ac:chgData name="Riccardo Berta" userId="c8694f89-bba4-4576-b0a8-456619ca5a8c" providerId="ADAL" clId="{80F6E880-6B18-A04C-AFC0-7C261801A904}" dt="2022-11-07T07:05:54.847" v="556" actId="478"/>
          <ac:picMkLst>
            <pc:docMk/>
            <pc:sldMk cId="3791912446" sldId="272"/>
            <ac:picMk id="5" creationId="{96DCD402-891D-3F66-34A1-46DFB85BA2F8}"/>
          </ac:picMkLst>
        </pc:picChg>
      </pc:sldChg>
      <pc:sldChg chg="addSp modSp add mod">
        <pc:chgData name="Riccardo Berta" userId="c8694f89-bba4-4576-b0a8-456619ca5a8c" providerId="ADAL" clId="{80F6E880-6B18-A04C-AFC0-7C261801A904}" dt="2022-11-07T13:36:31.855" v="1227" actId="1035"/>
        <pc:sldMkLst>
          <pc:docMk/>
          <pc:sldMk cId="80569211" sldId="273"/>
        </pc:sldMkLst>
        <pc:spChg chg="mod">
          <ac:chgData name="Riccardo Berta" userId="c8694f89-bba4-4576-b0a8-456619ca5a8c" providerId="ADAL" clId="{80F6E880-6B18-A04C-AFC0-7C261801A904}" dt="2022-11-07T07:18:15.205" v="820" actId="20577"/>
          <ac:spMkLst>
            <pc:docMk/>
            <pc:sldMk cId="80569211" sldId="273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7T13:36:26.290" v="1215" actId="20577"/>
          <ac:spMkLst>
            <pc:docMk/>
            <pc:sldMk cId="80569211" sldId="273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7T13:36:31.855" v="1227" actId="1035"/>
          <ac:picMkLst>
            <pc:docMk/>
            <pc:sldMk cId="80569211" sldId="273"/>
            <ac:picMk id="2" creationId="{DCC6CAAD-0559-8398-98AA-0E6212EA80FC}"/>
          </ac:picMkLst>
        </pc:picChg>
      </pc:sldChg>
      <pc:sldChg chg="addSp modSp add mod">
        <pc:chgData name="Riccardo Berta" userId="c8694f89-bba4-4576-b0a8-456619ca5a8c" providerId="ADAL" clId="{80F6E880-6B18-A04C-AFC0-7C261801A904}" dt="2022-11-07T07:16:45.002" v="791" actId="20577"/>
        <pc:sldMkLst>
          <pc:docMk/>
          <pc:sldMk cId="411550242" sldId="274"/>
        </pc:sldMkLst>
        <pc:spChg chg="mod">
          <ac:chgData name="Riccardo Berta" userId="c8694f89-bba4-4576-b0a8-456619ca5a8c" providerId="ADAL" clId="{80F6E880-6B18-A04C-AFC0-7C261801A904}" dt="2022-11-07T07:16:45.002" v="791" actId="20577"/>
          <ac:spMkLst>
            <pc:docMk/>
            <pc:sldMk cId="411550242" sldId="274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7T07:16:12.859" v="785" actId="20577"/>
          <ac:spMkLst>
            <pc:docMk/>
            <pc:sldMk cId="411550242" sldId="274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7T07:16:39.276" v="787" actId="1076"/>
          <ac:picMkLst>
            <pc:docMk/>
            <pc:sldMk cId="411550242" sldId="274"/>
            <ac:picMk id="3" creationId="{30EC4DDD-F5AC-A253-9088-288CB536E14A}"/>
          </ac:picMkLst>
        </pc:picChg>
      </pc:sldChg>
      <pc:sldChg chg="addSp delSp modSp add mod">
        <pc:chgData name="Riccardo Berta" userId="c8694f89-bba4-4576-b0a8-456619ca5a8c" providerId="ADAL" clId="{80F6E880-6B18-A04C-AFC0-7C261801A904}" dt="2022-11-07T13:21:44.410" v="1081" actId="1037"/>
        <pc:sldMkLst>
          <pc:docMk/>
          <pc:sldMk cId="1497503087" sldId="275"/>
        </pc:sldMkLst>
        <pc:spChg chg="mod">
          <ac:chgData name="Riccardo Berta" userId="c8694f89-bba4-4576-b0a8-456619ca5a8c" providerId="ADAL" clId="{80F6E880-6B18-A04C-AFC0-7C261801A904}" dt="2022-11-07T07:16:53.860" v="794" actId="20577"/>
          <ac:spMkLst>
            <pc:docMk/>
            <pc:sldMk cId="1497503087" sldId="275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7T13:21:32.910" v="1077" actId="403"/>
          <ac:spMkLst>
            <pc:docMk/>
            <pc:sldMk cId="1497503087" sldId="275"/>
            <ac:spMk id="84" creationId="{00000000-0000-0000-0000-000000000000}"/>
          </ac:spMkLst>
        </pc:spChg>
        <pc:picChg chg="add del mod">
          <ac:chgData name="Riccardo Berta" userId="c8694f89-bba4-4576-b0a8-456619ca5a8c" providerId="ADAL" clId="{80F6E880-6B18-A04C-AFC0-7C261801A904}" dt="2022-11-07T13:21:44.410" v="1081" actId="1037"/>
          <ac:picMkLst>
            <pc:docMk/>
            <pc:sldMk cId="1497503087" sldId="275"/>
            <ac:picMk id="3" creationId="{4F36E7FA-7FDA-441A-FB01-56F921235354}"/>
          </ac:picMkLst>
        </pc:picChg>
        <pc:picChg chg="add del mod">
          <ac:chgData name="Riccardo Berta" userId="c8694f89-bba4-4576-b0a8-456619ca5a8c" providerId="ADAL" clId="{80F6E880-6B18-A04C-AFC0-7C261801A904}" dt="2022-11-07T13:14:43.240" v="923"/>
          <ac:picMkLst>
            <pc:docMk/>
            <pc:sldMk cId="1497503087" sldId="275"/>
            <ac:picMk id="5" creationId="{1AF8E800-F7F9-2A5C-5DC8-53A54EB15185}"/>
          </ac:picMkLst>
        </pc:picChg>
        <pc:picChg chg="add mod">
          <ac:chgData name="Riccardo Berta" userId="c8694f89-bba4-4576-b0a8-456619ca5a8c" providerId="ADAL" clId="{80F6E880-6B18-A04C-AFC0-7C261801A904}" dt="2022-11-07T13:21:44.410" v="1081" actId="1037"/>
          <ac:picMkLst>
            <pc:docMk/>
            <pc:sldMk cId="1497503087" sldId="275"/>
            <ac:picMk id="7" creationId="{8B0795EC-DA43-EC5C-EFC5-2544DB5854EC}"/>
          </ac:picMkLst>
        </pc:picChg>
      </pc:sldChg>
      <pc:sldChg chg="addSp delSp modSp add mod">
        <pc:chgData name="Riccardo Berta" userId="c8694f89-bba4-4576-b0a8-456619ca5a8c" providerId="ADAL" clId="{80F6E880-6B18-A04C-AFC0-7C261801A904}" dt="2022-11-07T13:21:16.745" v="1073" actId="1038"/>
        <pc:sldMkLst>
          <pc:docMk/>
          <pc:sldMk cId="189339524" sldId="276"/>
        </pc:sldMkLst>
        <pc:spChg chg="add del mod">
          <ac:chgData name="Riccardo Berta" userId="c8694f89-bba4-4576-b0a8-456619ca5a8c" providerId="ADAL" clId="{80F6E880-6B18-A04C-AFC0-7C261801A904}" dt="2022-11-07T13:19:01.292" v="972" actId="767"/>
          <ac:spMkLst>
            <pc:docMk/>
            <pc:sldMk cId="189339524" sldId="276"/>
            <ac:spMk id="4" creationId="{128674F4-627D-5212-BC9C-4D6510320220}"/>
          </ac:spMkLst>
        </pc:spChg>
        <pc:spChg chg="mod">
          <ac:chgData name="Riccardo Berta" userId="c8694f89-bba4-4576-b0a8-456619ca5a8c" providerId="ADAL" clId="{80F6E880-6B18-A04C-AFC0-7C261801A904}" dt="2022-11-07T13:18:01.068" v="966" actId="20577"/>
          <ac:spMkLst>
            <pc:docMk/>
            <pc:sldMk cId="189339524" sldId="276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7T13:21:05.434" v="1070" actId="20577"/>
          <ac:spMkLst>
            <pc:docMk/>
            <pc:sldMk cId="189339524" sldId="276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7T13:21:16.745" v="1073" actId="1038"/>
          <ac:picMkLst>
            <pc:docMk/>
            <pc:sldMk cId="189339524" sldId="276"/>
            <ac:picMk id="3" creationId="{48A7D41D-F76F-69CC-4E65-FFA311770409}"/>
          </ac:picMkLst>
        </pc:picChg>
      </pc:sldChg>
      <pc:sldChg chg="addSp modSp add mod">
        <pc:chgData name="Riccardo Berta" userId="c8694f89-bba4-4576-b0a8-456619ca5a8c" providerId="ADAL" clId="{80F6E880-6B18-A04C-AFC0-7C261801A904}" dt="2022-11-07T13:36:39.259" v="1228" actId="1076"/>
        <pc:sldMkLst>
          <pc:docMk/>
          <pc:sldMk cId="3867073266" sldId="277"/>
        </pc:sldMkLst>
        <pc:spChg chg="mod">
          <ac:chgData name="Riccardo Berta" userId="c8694f89-bba4-4576-b0a8-456619ca5a8c" providerId="ADAL" clId="{80F6E880-6B18-A04C-AFC0-7C261801A904}" dt="2022-11-07T13:23:08.976" v="1109" actId="20577"/>
          <ac:spMkLst>
            <pc:docMk/>
            <pc:sldMk cId="3867073266" sldId="277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7T13:33:30.982" v="1180"/>
          <ac:spMkLst>
            <pc:docMk/>
            <pc:sldMk cId="3867073266" sldId="277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7T13:36:39.259" v="1228" actId="1076"/>
          <ac:picMkLst>
            <pc:docMk/>
            <pc:sldMk cId="3867073266" sldId="277"/>
            <ac:picMk id="3" creationId="{B24D9C62-9E1D-9F8D-F689-FC2C53DAD899}"/>
          </ac:picMkLst>
        </pc:picChg>
      </pc:sldChg>
      <pc:sldChg chg="addSp delSp modSp add mod">
        <pc:chgData name="Riccardo Berta" userId="c8694f89-bba4-4576-b0a8-456619ca5a8c" providerId="ADAL" clId="{80F6E880-6B18-A04C-AFC0-7C261801A904}" dt="2022-11-08T13:08:32.099" v="2838" actId="1038"/>
        <pc:sldMkLst>
          <pc:docMk/>
          <pc:sldMk cId="2178928758" sldId="278"/>
        </pc:sldMkLst>
        <pc:spChg chg="mod">
          <ac:chgData name="Riccardo Berta" userId="c8694f89-bba4-4576-b0a8-456619ca5a8c" providerId="ADAL" clId="{80F6E880-6B18-A04C-AFC0-7C261801A904}" dt="2022-11-08T11:37:40.970" v="2798" actId="20577"/>
          <ac:spMkLst>
            <pc:docMk/>
            <pc:sldMk cId="2178928758" sldId="278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13:04:36.077" v="2826" actId="20577"/>
          <ac:spMkLst>
            <pc:docMk/>
            <pc:sldMk cId="2178928758" sldId="278"/>
            <ac:spMk id="84" creationId="{00000000-0000-0000-0000-000000000000}"/>
          </ac:spMkLst>
        </pc:spChg>
        <pc:picChg chg="add del mod">
          <ac:chgData name="Riccardo Berta" userId="c8694f89-bba4-4576-b0a8-456619ca5a8c" providerId="ADAL" clId="{80F6E880-6B18-A04C-AFC0-7C261801A904}" dt="2022-11-08T13:05:10.996" v="2828" actId="478"/>
          <ac:picMkLst>
            <pc:docMk/>
            <pc:sldMk cId="2178928758" sldId="278"/>
            <ac:picMk id="3" creationId="{AEA6BC5A-EC7D-B52F-0AE5-E2E047F7B3CA}"/>
          </ac:picMkLst>
        </pc:picChg>
        <pc:picChg chg="add mod">
          <ac:chgData name="Riccardo Berta" userId="c8694f89-bba4-4576-b0a8-456619ca5a8c" providerId="ADAL" clId="{80F6E880-6B18-A04C-AFC0-7C261801A904}" dt="2022-11-08T13:08:32.099" v="2838" actId="1038"/>
          <ac:picMkLst>
            <pc:docMk/>
            <pc:sldMk cId="2178928758" sldId="278"/>
            <ac:picMk id="5" creationId="{639CDC13-4388-7D37-CC26-05B942819027}"/>
          </ac:picMkLst>
        </pc:picChg>
      </pc:sldChg>
      <pc:sldChg chg="addSp modSp add mod ord">
        <pc:chgData name="Riccardo Berta" userId="c8694f89-bba4-4576-b0a8-456619ca5a8c" providerId="ADAL" clId="{80F6E880-6B18-A04C-AFC0-7C261801A904}" dt="2022-11-08T11:35:56.696" v="2788" actId="1076"/>
        <pc:sldMkLst>
          <pc:docMk/>
          <pc:sldMk cId="2509645545" sldId="279"/>
        </pc:sldMkLst>
        <pc:spChg chg="mod">
          <ac:chgData name="Riccardo Berta" userId="c8694f89-bba4-4576-b0a8-456619ca5a8c" providerId="ADAL" clId="{80F6E880-6B18-A04C-AFC0-7C261801A904}" dt="2022-11-08T11:33:26.712" v="2765" actId="20577"/>
          <ac:spMkLst>
            <pc:docMk/>
            <pc:sldMk cId="2509645545" sldId="279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11:34:06.148" v="2786" actId="20577"/>
          <ac:spMkLst>
            <pc:docMk/>
            <pc:sldMk cId="2509645545" sldId="279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8T11:35:56.696" v="2788" actId="1076"/>
          <ac:picMkLst>
            <pc:docMk/>
            <pc:sldMk cId="2509645545" sldId="279"/>
            <ac:picMk id="3" creationId="{97E1ABF5-025A-AC1A-6F2C-66566A1BE85F}"/>
          </ac:picMkLst>
        </pc:picChg>
      </pc:sldChg>
      <pc:sldChg chg="new del">
        <pc:chgData name="Riccardo Berta" userId="c8694f89-bba4-4576-b0a8-456619ca5a8c" providerId="ADAL" clId="{80F6E880-6B18-A04C-AFC0-7C261801A904}" dt="2022-11-07T13:12:55.302" v="901" actId="2696"/>
        <pc:sldMkLst>
          <pc:docMk/>
          <pc:sldMk cId="3057566652" sldId="279"/>
        </pc:sldMkLst>
      </pc:sldChg>
      <pc:sldChg chg="new del">
        <pc:chgData name="Riccardo Berta" userId="c8694f89-bba4-4576-b0a8-456619ca5a8c" providerId="ADAL" clId="{80F6E880-6B18-A04C-AFC0-7C261801A904}" dt="2022-11-07T13:12:55.762" v="902" actId="2696"/>
        <pc:sldMkLst>
          <pc:docMk/>
          <pc:sldMk cId="55856503" sldId="280"/>
        </pc:sldMkLst>
      </pc:sldChg>
      <pc:sldChg chg="addSp modSp add mod">
        <pc:chgData name="Riccardo Berta" userId="c8694f89-bba4-4576-b0a8-456619ca5a8c" providerId="ADAL" clId="{80F6E880-6B18-A04C-AFC0-7C261801A904}" dt="2022-11-08T13:14:10.401" v="3047" actId="14100"/>
        <pc:sldMkLst>
          <pc:docMk/>
          <pc:sldMk cId="1073505695" sldId="280"/>
        </pc:sldMkLst>
        <pc:spChg chg="mod">
          <ac:chgData name="Riccardo Berta" userId="c8694f89-bba4-4576-b0a8-456619ca5a8c" providerId="ADAL" clId="{80F6E880-6B18-A04C-AFC0-7C261801A904}" dt="2022-11-08T13:12:36.677" v="2926" actId="20577"/>
          <ac:spMkLst>
            <pc:docMk/>
            <pc:sldMk cId="1073505695" sldId="280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13:14:10.401" v="3047" actId="14100"/>
          <ac:spMkLst>
            <pc:docMk/>
            <pc:sldMk cId="1073505695" sldId="280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8T13:13:46.037" v="3031" actId="14100"/>
          <ac:picMkLst>
            <pc:docMk/>
            <pc:sldMk cId="1073505695" sldId="280"/>
            <ac:picMk id="3" creationId="{FA939A29-95AA-C12B-A415-81D0BA373123}"/>
          </ac:picMkLst>
        </pc:picChg>
        <pc:picChg chg="add mod">
          <ac:chgData name="Riccardo Berta" userId="c8694f89-bba4-4576-b0a8-456619ca5a8c" providerId="ADAL" clId="{80F6E880-6B18-A04C-AFC0-7C261801A904}" dt="2022-11-08T13:13:51.016" v="3033" actId="1076"/>
          <ac:picMkLst>
            <pc:docMk/>
            <pc:sldMk cId="1073505695" sldId="280"/>
            <ac:picMk id="5" creationId="{05C16011-9F8D-F647-EAC6-509C6AA49CC3}"/>
          </ac:picMkLst>
        </pc:picChg>
      </pc:sldChg>
      <pc:sldChg chg="modSp add del mod">
        <pc:chgData name="Riccardo Berta" userId="c8694f89-bba4-4576-b0a8-456619ca5a8c" providerId="ADAL" clId="{80F6E880-6B18-A04C-AFC0-7C261801A904}" dt="2022-11-08T13:14:12.762" v="3048" actId="2696"/>
        <pc:sldMkLst>
          <pc:docMk/>
          <pc:sldMk cId="3142141447" sldId="281"/>
        </pc:sldMkLst>
        <pc:spChg chg="mod">
          <ac:chgData name="Riccardo Berta" userId="c8694f89-bba4-4576-b0a8-456619ca5a8c" providerId="ADAL" clId="{80F6E880-6B18-A04C-AFC0-7C261801A904}" dt="2022-11-08T13:12:44.483" v="2929" actId="20577"/>
          <ac:spMkLst>
            <pc:docMk/>
            <pc:sldMk cId="3142141447" sldId="281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13:13:40.083" v="3030" actId="20577"/>
          <ac:spMkLst>
            <pc:docMk/>
            <pc:sldMk cId="3142141447" sldId="281"/>
            <ac:spMk id="84" creationId="{00000000-0000-0000-0000-000000000000}"/>
          </ac:spMkLst>
        </pc:spChg>
      </pc:sldChg>
      <pc:sldChg chg="new del">
        <pc:chgData name="Riccardo Berta" userId="c8694f89-bba4-4576-b0a8-456619ca5a8c" providerId="ADAL" clId="{80F6E880-6B18-A04C-AFC0-7C261801A904}" dt="2022-11-07T13:12:56.113" v="903" actId="2696"/>
        <pc:sldMkLst>
          <pc:docMk/>
          <pc:sldMk cId="3406097516" sldId="281"/>
        </pc:sldMkLst>
      </pc:sldChg>
      <pc:sldChg chg="add del">
        <pc:chgData name="Riccardo Berta" userId="c8694f89-bba4-4576-b0a8-456619ca5a8c" providerId="ADAL" clId="{80F6E880-6B18-A04C-AFC0-7C261801A904}" dt="2022-11-08T13:14:13.351" v="3049" actId="2696"/>
        <pc:sldMkLst>
          <pc:docMk/>
          <pc:sldMk cId="1823650288" sldId="282"/>
        </pc:sldMkLst>
      </pc:sldChg>
      <pc:sldChg chg="new del">
        <pc:chgData name="Riccardo Berta" userId="c8694f89-bba4-4576-b0a8-456619ca5a8c" providerId="ADAL" clId="{80F6E880-6B18-A04C-AFC0-7C261801A904}" dt="2022-11-07T13:12:56.409" v="904" actId="2696"/>
        <pc:sldMkLst>
          <pc:docMk/>
          <pc:sldMk cId="3190019216" sldId="282"/>
        </pc:sldMkLst>
      </pc:sldChg>
      <pc:sldChg chg="new del">
        <pc:chgData name="Riccardo Berta" userId="c8694f89-bba4-4576-b0a8-456619ca5a8c" providerId="ADAL" clId="{80F6E880-6B18-A04C-AFC0-7C261801A904}" dt="2022-11-07T13:12:56.655" v="905" actId="2696"/>
        <pc:sldMkLst>
          <pc:docMk/>
          <pc:sldMk cId="1664264173" sldId="283"/>
        </pc:sldMkLst>
      </pc:sldChg>
      <pc:sldChg chg="add del">
        <pc:chgData name="Riccardo Berta" userId="c8694f89-bba4-4576-b0a8-456619ca5a8c" providerId="ADAL" clId="{80F6E880-6B18-A04C-AFC0-7C261801A904}" dt="2022-11-08T13:14:14.871" v="3050" actId="2696"/>
        <pc:sldMkLst>
          <pc:docMk/>
          <pc:sldMk cId="3669811619" sldId="283"/>
        </pc:sldMkLst>
      </pc:sldChg>
      <pc:sldChg chg="modSp add mod">
        <pc:chgData name="Riccardo Berta" userId="c8694f89-bba4-4576-b0a8-456619ca5a8c" providerId="ADAL" clId="{80F6E880-6B18-A04C-AFC0-7C261801A904}" dt="2022-11-08T08:54:56.464" v="1684" actId="21"/>
        <pc:sldMkLst>
          <pc:docMk/>
          <pc:sldMk cId="3158693030" sldId="284"/>
        </pc:sldMkLst>
        <pc:spChg chg="mod">
          <ac:chgData name="Riccardo Berta" userId="c8694f89-bba4-4576-b0a8-456619ca5a8c" providerId="ADAL" clId="{80F6E880-6B18-A04C-AFC0-7C261801A904}" dt="2022-11-08T08:51:21.996" v="1589" actId="20577"/>
          <ac:spMkLst>
            <pc:docMk/>
            <pc:sldMk cId="3158693030" sldId="284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08:54:56.464" v="1684" actId="21"/>
          <ac:spMkLst>
            <pc:docMk/>
            <pc:sldMk cId="3158693030" sldId="284"/>
            <ac:spMk id="84" creationId="{00000000-0000-0000-0000-000000000000}"/>
          </ac:spMkLst>
        </pc:spChg>
      </pc:sldChg>
      <pc:sldChg chg="new del">
        <pc:chgData name="Riccardo Berta" userId="c8694f89-bba4-4576-b0a8-456619ca5a8c" providerId="ADAL" clId="{80F6E880-6B18-A04C-AFC0-7C261801A904}" dt="2022-11-07T13:12:56.914" v="906" actId="2696"/>
        <pc:sldMkLst>
          <pc:docMk/>
          <pc:sldMk cId="3362312584" sldId="284"/>
        </pc:sldMkLst>
      </pc:sldChg>
      <pc:sldChg chg="new del">
        <pc:chgData name="Riccardo Berta" userId="c8694f89-bba4-4576-b0a8-456619ca5a8c" providerId="ADAL" clId="{80F6E880-6B18-A04C-AFC0-7C261801A904}" dt="2022-11-07T13:12:57.245" v="907" actId="2696"/>
        <pc:sldMkLst>
          <pc:docMk/>
          <pc:sldMk cId="1856807698" sldId="285"/>
        </pc:sldMkLst>
      </pc:sldChg>
      <pc:sldChg chg="modSp add mod">
        <pc:chgData name="Riccardo Berta" userId="c8694f89-bba4-4576-b0a8-456619ca5a8c" providerId="ADAL" clId="{80F6E880-6B18-A04C-AFC0-7C261801A904}" dt="2022-11-08T08:57:04.527" v="1737" actId="20577"/>
        <pc:sldMkLst>
          <pc:docMk/>
          <pc:sldMk cId="2315955737" sldId="285"/>
        </pc:sldMkLst>
        <pc:spChg chg="mod">
          <ac:chgData name="Riccardo Berta" userId="c8694f89-bba4-4576-b0a8-456619ca5a8c" providerId="ADAL" clId="{80F6E880-6B18-A04C-AFC0-7C261801A904}" dt="2022-11-08T08:55:11.191" v="1688" actId="20577"/>
          <ac:spMkLst>
            <pc:docMk/>
            <pc:sldMk cId="2315955737" sldId="285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08:57:04.527" v="1737" actId="20577"/>
          <ac:spMkLst>
            <pc:docMk/>
            <pc:sldMk cId="2315955737" sldId="285"/>
            <ac:spMk id="84" creationId="{00000000-0000-0000-0000-000000000000}"/>
          </ac:spMkLst>
        </pc:spChg>
      </pc:sldChg>
      <pc:sldChg chg="new del">
        <pc:chgData name="Riccardo Berta" userId="c8694f89-bba4-4576-b0a8-456619ca5a8c" providerId="ADAL" clId="{80F6E880-6B18-A04C-AFC0-7C261801A904}" dt="2022-11-07T13:12:57.923" v="908" actId="2696"/>
        <pc:sldMkLst>
          <pc:docMk/>
          <pc:sldMk cId="204211360" sldId="286"/>
        </pc:sldMkLst>
      </pc:sldChg>
      <pc:sldChg chg="addSp modSp add mod">
        <pc:chgData name="Riccardo Berta" userId="c8694f89-bba4-4576-b0a8-456619ca5a8c" providerId="ADAL" clId="{80F6E880-6B18-A04C-AFC0-7C261801A904}" dt="2022-11-08T09:28:50.620" v="2170" actId="108"/>
        <pc:sldMkLst>
          <pc:docMk/>
          <pc:sldMk cId="2279489737" sldId="286"/>
        </pc:sldMkLst>
        <pc:spChg chg="mod">
          <ac:chgData name="Riccardo Berta" userId="c8694f89-bba4-4576-b0a8-456619ca5a8c" providerId="ADAL" clId="{80F6E880-6B18-A04C-AFC0-7C261801A904}" dt="2022-11-08T09:00:55.647" v="1837" actId="20577"/>
          <ac:spMkLst>
            <pc:docMk/>
            <pc:sldMk cId="2279489737" sldId="286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09:28:50.620" v="2170" actId="108"/>
          <ac:spMkLst>
            <pc:docMk/>
            <pc:sldMk cId="2279489737" sldId="286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8T09:00:52.400" v="1833" actId="1076"/>
          <ac:picMkLst>
            <pc:docMk/>
            <pc:sldMk cId="2279489737" sldId="286"/>
            <ac:picMk id="3" creationId="{9E29E584-3980-6C4A-D025-DBC1AC8DFD41}"/>
          </ac:picMkLst>
        </pc:picChg>
      </pc:sldChg>
      <pc:sldChg chg="new del">
        <pc:chgData name="Riccardo Berta" userId="c8694f89-bba4-4576-b0a8-456619ca5a8c" providerId="ADAL" clId="{80F6E880-6B18-A04C-AFC0-7C261801A904}" dt="2022-11-07T13:12:58.266" v="909" actId="2696"/>
        <pc:sldMkLst>
          <pc:docMk/>
          <pc:sldMk cId="733547696" sldId="287"/>
        </pc:sldMkLst>
      </pc:sldChg>
      <pc:sldChg chg="addSp delSp modSp add mod">
        <pc:chgData name="Riccardo Berta" userId="c8694f89-bba4-4576-b0a8-456619ca5a8c" providerId="ADAL" clId="{80F6E880-6B18-A04C-AFC0-7C261801A904}" dt="2022-11-08T09:34:08.214" v="2178" actId="1076"/>
        <pc:sldMkLst>
          <pc:docMk/>
          <pc:sldMk cId="4193766810" sldId="287"/>
        </pc:sldMkLst>
        <pc:spChg chg="add del mod">
          <ac:chgData name="Riccardo Berta" userId="c8694f89-bba4-4576-b0a8-456619ca5a8c" providerId="ADAL" clId="{80F6E880-6B18-A04C-AFC0-7C261801A904}" dt="2022-11-08T09:34:01.821" v="2175" actId="478"/>
          <ac:spMkLst>
            <pc:docMk/>
            <pc:sldMk cId="4193766810" sldId="287"/>
            <ac:spMk id="5" creationId="{096EDD2A-1C7C-7A16-FFAC-437B003A7509}"/>
          </ac:spMkLst>
        </pc:spChg>
        <pc:spChg chg="mod">
          <ac:chgData name="Riccardo Berta" userId="c8694f89-bba4-4576-b0a8-456619ca5a8c" providerId="ADAL" clId="{80F6E880-6B18-A04C-AFC0-7C261801A904}" dt="2022-11-08T09:01:38.892" v="1850" actId="20577"/>
          <ac:spMkLst>
            <pc:docMk/>
            <pc:sldMk cId="4193766810" sldId="287"/>
            <ac:spMk id="83" creationId="{00000000-0000-0000-0000-000000000000}"/>
          </ac:spMkLst>
        </pc:spChg>
        <pc:spChg chg="del">
          <ac:chgData name="Riccardo Berta" userId="c8694f89-bba4-4576-b0a8-456619ca5a8c" providerId="ADAL" clId="{80F6E880-6B18-A04C-AFC0-7C261801A904}" dt="2022-11-08T09:33:59.048" v="2174" actId="478"/>
          <ac:spMkLst>
            <pc:docMk/>
            <pc:sldMk cId="4193766810" sldId="287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8T09:34:08.214" v="2178" actId="1076"/>
          <ac:picMkLst>
            <pc:docMk/>
            <pc:sldMk cId="4193766810" sldId="287"/>
            <ac:picMk id="3" creationId="{CEBEE24E-7A8A-DAB3-53B8-DED06882E63A}"/>
          </ac:picMkLst>
        </pc:picChg>
      </pc:sldChg>
      <pc:sldChg chg="new del">
        <pc:chgData name="Riccardo Berta" userId="c8694f89-bba4-4576-b0a8-456619ca5a8c" providerId="ADAL" clId="{80F6E880-6B18-A04C-AFC0-7C261801A904}" dt="2022-11-07T13:12:58.591" v="910" actId="2696"/>
        <pc:sldMkLst>
          <pc:docMk/>
          <pc:sldMk cId="157096826" sldId="288"/>
        </pc:sldMkLst>
      </pc:sldChg>
      <pc:sldChg chg="addSp delSp modSp add mod">
        <pc:chgData name="Riccardo Berta" userId="c8694f89-bba4-4576-b0a8-456619ca5a8c" providerId="ADAL" clId="{80F6E880-6B18-A04C-AFC0-7C261801A904}" dt="2022-11-08T11:33:06.848" v="2759" actId="1035"/>
        <pc:sldMkLst>
          <pc:docMk/>
          <pc:sldMk cId="3981929228" sldId="288"/>
        </pc:sldMkLst>
        <pc:spChg chg="mod">
          <ac:chgData name="Riccardo Berta" userId="c8694f89-bba4-4576-b0a8-456619ca5a8c" providerId="ADAL" clId="{80F6E880-6B18-A04C-AFC0-7C261801A904}" dt="2022-11-08T09:52:38.166" v="2256" actId="20577"/>
          <ac:spMkLst>
            <pc:docMk/>
            <pc:sldMk cId="3981929228" sldId="288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11:33:06.848" v="2759" actId="1035"/>
          <ac:spMkLst>
            <pc:docMk/>
            <pc:sldMk cId="3981929228" sldId="288"/>
            <ac:spMk id="84" creationId="{00000000-0000-0000-0000-000000000000}"/>
          </ac:spMkLst>
        </pc:spChg>
        <pc:grpChg chg="add mod">
          <ac:chgData name="Riccardo Berta" userId="c8694f89-bba4-4576-b0a8-456619ca5a8c" providerId="ADAL" clId="{80F6E880-6B18-A04C-AFC0-7C261801A904}" dt="2022-11-08T09:57:00.588" v="2339" actId="1076"/>
          <ac:grpSpMkLst>
            <pc:docMk/>
            <pc:sldMk cId="3981929228" sldId="288"/>
            <ac:grpSpMk id="8" creationId="{0A8169F3-360D-1D8A-562C-7992B396C7CA}"/>
          </ac:grpSpMkLst>
        </pc:grpChg>
        <pc:picChg chg="add del mod">
          <ac:chgData name="Riccardo Berta" userId="c8694f89-bba4-4576-b0a8-456619ca5a8c" providerId="ADAL" clId="{80F6E880-6B18-A04C-AFC0-7C261801A904}" dt="2022-11-08T09:53:28.846" v="2259" actId="478"/>
          <ac:picMkLst>
            <pc:docMk/>
            <pc:sldMk cId="3981929228" sldId="288"/>
            <ac:picMk id="3" creationId="{34D7DF99-E4C9-B7ED-1228-969662A334D0}"/>
          </ac:picMkLst>
        </pc:picChg>
        <pc:picChg chg="add mod">
          <ac:chgData name="Riccardo Berta" userId="c8694f89-bba4-4576-b0a8-456619ca5a8c" providerId="ADAL" clId="{80F6E880-6B18-A04C-AFC0-7C261801A904}" dt="2022-11-08T09:54:15.596" v="2266" actId="164"/>
          <ac:picMkLst>
            <pc:docMk/>
            <pc:sldMk cId="3981929228" sldId="288"/>
            <ac:picMk id="5" creationId="{BD787726-913A-F743-4D25-3CA7A203F306}"/>
          </ac:picMkLst>
        </pc:picChg>
        <pc:picChg chg="add mod">
          <ac:chgData name="Riccardo Berta" userId="c8694f89-bba4-4576-b0a8-456619ca5a8c" providerId="ADAL" clId="{80F6E880-6B18-A04C-AFC0-7C261801A904}" dt="2022-11-08T09:54:15.596" v="2266" actId="164"/>
          <ac:picMkLst>
            <pc:docMk/>
            <pc:sldMk cId="3981929228" sldId="288"/>
            <ac:picMk id="7" creationId="{F94800CC-10EF-9754-5ED3-5E258388614F}"/>
          </ac:picMkLst>
        </pc:picChg>
      </pc:sldChg>
      <pc:sldChg chg="new del">
        <pc:chgData name="Riccardo Berta" userId="c8694f89-bba4-4576-b0a8-456619ca5a8c" providerId="ADAL" clId="{80F6E880-6B18-A04C-AFC0-7C261801A904}" dt="2022-11-07T13:12:58.979" v="911" actId="2696"/>
        <pc:sldMkLst>
          <pc:docMk/>
          <pc:sldMk cId="1980966413" sldId="289"/>
        </pc:sldMkLst>
      </pc:sldChg>
      <pc:sldChg chg="addSp modSp add mod">
        <pc:chgData name="Riccardo Berta" userId="c8694f89-bba4-4576-b0a8-456619ca5a8c" providerId="ADAL" clId="{80F6E880-6B18-A04C-AFC0-7C261801A904}" dt="2022-11-08T09:59:56.768" v="2361" actId="1038"/>
        <pc:sldMkLst>
          <pc:docMk/>
          <pc:sldMk cId="4281954021" sldId="289"/>
        </pc:sldMkLst>
        <pc:spChg chg="mod">
          <ac:chgData name="Riccardo Berta" userId="c8694f89-bba4-4576-b0a8-456619ca5a8c" providerId="ADAL" clId="{80F6E880-6B18-A04C-AFC0-7C261801A904}" dt="2022-11-08T09:57:21.665" v="2343" actId="20577"/>
          <ac:spMkLst>
            <pc:docMk/>
            <pc:sldMk cId="4281954021" sldId="289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09:58:59.454" v="2351" actId="1076"/>
          <ac:spMkLst>
            <pc:docMk/>
            <pc:sldMk cId="4281954021" sldId="289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8T09:59:05.054" v="2352" actId="1076"/>
          <ac:picMkLst>
            <pc:docMk/>
            <pc:sldMk cId="4281954021" sldId="289"/>
            <ac:picMk id="3" creationId="{3C5726FB-7423-8B1C-3FAF-8F453DE21F6C}"/>
          </ac:picMkLst>
        </pc:picChg>
        <pc:picChg chg="add mod">
          <ac:chgData name="Riccardo Berta" userId="c8694f89-bba4-4576-b0a8-456619ca5a8c" providerId="ADAL" clId="{80F6E880-6B18-A04C-AFC0-7C261801A904}" dt="2022-11-08T09:59:56.768" v="2361" actId="1038"/>
          <ac:picMkLst>
            <pc:docMk/>
            <pc:sldMk cId="4281954021" sldId="289"/>
            <ac:picMk id="5" creationId="{41C72122-DABB-2CE3-3178-805E9C0287B8}"/>
          </ac:picMkLst>
        </pc:picChg>
      </pc:sldChg>
      <pc:sldChg chg="addSp delSp modSp add mod">
        <pc:chgData name="Riccardo Berta" userId="c8694f89-bba4-4576-b0a8-456619ca5a8c" providerId="ADAL" clId="{80F6E880-6B18-A04C-AFC0-7C261801A904}" dt="2022-11-08T11:33:17.209" v="2763" actId="20577"/>
        <pc:sldMkLst>
          <pc:docMk/>
          <pc:sldMk cId="342907949" sldId="290"/>
        </pc:sldMkLst>
        <pc:spChg chg="mod">
          <ac:chgData name="Riccardo Berta" userId="c8694f89-bba4-4576-b0a8-456619ca5a8c" providerId="ADAL" clId="{80F6E880-6B18-A04C-AFC0-7C261801A904}" dt="2022-11-08T11:33:17.209" v="2763" actId="20577"/>
          <ac:spMkLst>
            <pc:docMk/>
            <pc:sldMk cId="342907949" sldId="290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11:24:45.324" v="2667" actId="20577"/>
          <ac:spMkLst>
            <pc:docMk/>
            <pc:sldMk cId="342907949" sldId="290"/>
            <ac:spMk id="84" creationId="{00000000-0000-0000-0000-000000000000}"/>
          </ac:spMkLst>
        </pc:spChg>
        <pc:picChg chg="add del mod">
          <ac:chgData name="Riccardo Berta" userId="c8694f89-bba4-4576-b0a8-456619ca5a8c" providerId="ADAL" clId="{80F6E880-6B18-A04C-AFC0-7C261801A904}" dt="2022-11-08T11:11:13.172" v="2452" actId="478"/>
          <ac:picMkLst>
            <pc:docMk/>
            <pc:sldMk cId="342907949" sldId="290"/>
            <ac:picMk id="3" creationId="{2A648950-2B68-437D-D475-B845769EC08D}"/>
          </ac:picMkLst>
        </pc:picChg>
        <pc:picChg chg="add mod">
          <ac:chgData name="Riccardo Berta" userId="c8694f89-bba4-4576-b0a8-456619ca5a8c" providerId="ADAL" clId="{80F6E880-6B18-A04C-AFC0-7C261801A904}" dt="2022-11-08T11:24:07.377" v="2650" actId="1076"/>
          <ac:picMkLst>
            <pc:docMk/>
            <pc:sldMk cId="342907949" sldId="290"/>
            <ac:picMk id="5" creationId="{32FFBFA3-ECA1-D2F1-EE9D-3C8551F7748C}"/>
          </ac:picMkLst>
        </pc:picChg>
        <pc:picChg chg="add del">
          <ac:chgData name="Riccardo Berta" userId="c8694f89-bba4-4576-b0a8-456619ca5a8c" providerId="ADAL" clId="{80F6E880-6B18-A04C-AFC0-7C261801A904}" dt="2022-11-08T11:19:56.481" v="2581" actId="478"/>
          <ac:picMkLst>
            <pc:docMk/>
            <pc:sldMk cId="342907949" sldId="290"/>
            <ac:picMk id="6" creationId="{86D4BCD5-4430-BEBF-5768-783045643D7C}"/>
          </ac:picMkLst>
        </pc:picChg>
        <pc:picChg chg="add mod">
          <ac:chgData name="Riccardo Berta" userId="c8694f89-bba4-4576-b0a8-456619ca5a8c" providerId="ADAL" clId="{80F6E880-6B18-A04C-AFC0-7C261801A904}" dt="2022-11-08T11:24:18.444" v="2658" actId="1035"/>
          <ac:picMkLst>
            <pc:docMk/>
            <pc:sldMk cId="342907949" sldId="290"/>
            <ac:picMk id="8" creationId="{53040676-5816-1FFA-03D6-FB229693EF5D}"/>
          </ac:picMkLst>
        </pc:picChg>
        <pc:picChg chg="add mod">
          <ac:chgData name="Riccardo Berta" userId="c8694f89-bba4-4576-b0a8-456619ca5a8c" providerId="ADAL" clId="{80F6E880-6B18-A04C-AFC0-7C261801A904}" dt="2022-11-08T11:24:43.118" v="2665" actId="1035"/>
          <ac:picMkLst>
            <pc:docMk/>
            <pc:sldMk cId="342907949" sldId="290"/>
            <ac:picMk id="10" creationId="{755F6B99-3AC5-DEAE-A794-BD0CAE209319}"/>
          </ac:picMkLst>
        </pc:picChg>
      </pc:sldChg>
      <pc:sldChg chg="new del">
        <pc:chgData name="Riccardo Berta" userId="c8694f89-bba4-4576-b0a8-456619ca5a8c" providerId="ADAL" clId="{80F6E880-6B18-A04C-AFC0-7C261801A904}" dt="2022-11-07T13:12:59.393" v="912" actId="2696"/>
        <pc:sldMkLst>
          <pc:docMk/>
          <pc:sldMk cId="2563080473" sldId="290"/>
        </pc:sldMkLst>
      </pc:sldChg>
      <pc:sldChg chg="new del">
        <pc:chgData name="Riccardo Berta" userId="c8694f89-bba4-4576-b0a8-456619ca5a8c" providerId="ADAL" clId="{80F6E880-6B18-A04C-AFC0-7C261801A904}" dt="2022-11-07T13:13:00.755" v="913" actId="2696"/>
        <pc:sldMkLst>
          <pc:docMk/>
          <pc:sldMk cId="2365329101" sldId="291"/>
        </pc:sldMkLst>
      </pc:sldChg>
      <pc:sldChg chg="addSp delSp modSp add del mod">
        <pc:chgData name="Riccardo Berta" userId="c8694f89-bba4-4576-b0a8-456619ca5a8c" providerId="ADAL" clId="{80F6E880-6B18-A04C-AFC0-7C261801A904}" dt="2022-11-08T11:23:29.003" v="2638" actId="2696"/>
        <pc:sldMkLst>
          <pc:docMk/>
          <pc:sldMk cId="2968168629" sldId="291"/>
        </pc:sldMkLst>
        <pc:spChg chg="add del mod">
          <ac:chgData name="Riccardo Berta" userId="c8694f89-bba4-4576-b0a8-456619ca5a8c" providerId="ADAL" clId="{80F6E880-6B18-A04C-AFC0-7C261801A904}" dt="2022-11-08T11:20:53.418" v="2592" actId="478"/>
          <ac:spMkLst>
            <pc:docMk/>
            <pc:sldMk cId="2968168629" sldId="291"/>
            <ac:spMk id="5" creationId="{8874A803-3EF9-FDBA-D173-6AA5E253F92F}"/>
          </ac:spMkLst>
        </pc:spChg>
        <pc:spChg chg="mod">
          <ac:chgData name="Riccardo Berta" userId="c8694f89-bba4-4576-b0a8-456619ca5a8c" providerId="ADAL" clId="{80F6E880-6B18-A04C-AFC0-7C261801A904}" dt="2022-11-08T11:20:17.189" v="2586" actId="20577"/>
          <ac:spMkLst>
            <pc:docMk/>
            <pc:sldMk cId="2968168629" sldId="291"/>
            <ac:spMk id="83" creationId="{00000000-0000-0000-0000-000000000000}"/>
          </ac:spMkLst>
        </pc:spChg>
        <pc:spChg chg="del">
          <ac:chgData name="Riccardo Berta" userId="c8694f89-bba4-4576-b0a8-456619ca5a8c" providerId="ADAL" clId="{80F6E880-6B18-A04C-AFC0-7C261801A904}" dt="2022-11-08T11:20:48.334" v="2591" actId="478"/>
          <ac:spMkLst>
            <pc:docMk/>
            <pc:sldMk cId="2968168629" sldId="291"/>
            <ac:spMk id="84" creationId="{00000000-0000-0000-0000-000000000000}"/>
          </ac:spMkLst>
        </pc:spChg>
        <pc:picChg chg="add del mod">
          <ac:chgData name="Riccardo Berta" userId="c8694f89-bba4-4576-b0a8-456619ca5a8c" providerId="ADAL" clId="{80F6E880-6B18-A04C-AFC0-7C261801A904}" dt="2022-11-08T11:23:13.129" v="2634" actId="21"/>
          <ac:picMkLst>
            <pc:docMk/>
            <pc:sldMk cId="2968168629" sldId="291"/>
            <ac:picMk id="3" creationId="{B066B159-0917-5017-D8EA-958100249D59}"/>
          </ac:picMkLst>
        </pc:picChg>
      </pc:sldChg>
      <pc:sldChg chg="addSp modSp add mod">
        <pc:chgData name="Riccardo Berta" userId="c8694f89-bba4-4576-b0a8-456619ca5a8c" providerId="ADAL" clId="{80F6E880-6B18-A04C-AFC0-7C261801A904}" dt="2022-11-08T11:23:26.670" v="2637"/>
        <pc:sldMkLst>
          <pc:docMk/>
          <pc:sldMk cId="1120693371" sldId="292"/>
        </pc:sldMkLst>
        <pc:spChg chg="mod">
          <ac:chgData name="Riccardo Berta" userId="c8694f89-bba4-4576-b0a8-456619ca5a8c" providerId="ADAL" clId="{80F6E880-6B18-A04C-AFC0-7C261801A904}" dt="2022-11-08T11:23:26.670" v="2637"/>
          <ac:spMkLst>
            <pc:docMk/>
            <pc:sldMk cId="1120693371" sldId="292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11:23:04.570" v="2633" actId="20577"/>
          <ac:spMkLst>
            <pc:docMk/>
            <pc:sldMk cId="1120693371" sldId="292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80F6E880-6B18-A04C-AFC0-7C261801A904}" dt="2022-11-08T11:23:19.478" v="2636" actId="1076"/>
          <ac:picMkLst>
            <pc:docMk/>
            <pc:sldMk cId="1120693371" sldId="292"/>
            <ac:picMk id="2" creationId="{DF895359-B510-302F-2B09-4F569AA35837}"/>
          </ac:picMkLst>
        </pc:picChg>
      </pc:sldChg>
      <pc:sldChg chg="new del">
        <pc:chgData name="Riccardo Berta" userId="c8694f89-bba4-4576-b0a8-456619ca5a8c" providerId="ADAL" clId="{80F6E880-6B18-A04C-AFC0-7C261801A904}" dt="2022-11-07T13:13:01.286" v="914" actId="2696"/>
        <pc:sldMkLst>
          <pc:docMk/>
          <pc:sldMk cId="1454095561" sldId="292"/>
        </pc:sldMkLst>
      </pc:sldChg>
      <pc:sldChg chg="addSp modSp add mod ord">
        <pc:chgData name="Riccardo Berta" userId="c8694f89-bba4-4576-b0a8-456619ca5a8c" providerId="ADAL" clId="{80F6E880-6B18-A04C-AFC0-7C261801A904}" dt="2022-11-08T09:11:06.067" v="2169" actId="20577"/>
        <pc:sldMkLst>
          <pc:docMk/>
          <pc:sldMk cId="3495919440" sldId="293"/>
        </pc:sldMkLst>
        <pc:spChg chg="add mod">
          <ac:chgData name="Riccardo Berta" userId="c8694f89-bba4-4576-b0a8-456619ca5a8c" providerId="ADAL" clId="{80F6E880-6B18-A04C-AFC0-7C261801A904}" dt="2022-11-08T09:07:37.112" v="2067" actId="164"/>
          <ac:spMkLst>
            <pc:docMk/>
            <pc:sldMk cId="3495919440" sldId="293"/>
            <ac:spMk id="10" creationId="{022126D6-0754-D28A-4051-F82DCBC16F22}"/>
          </ac:spMkLst>
        </pc:spChg>
        <pc:spChg chg="add mod">
          <ac:chgData name="Riccardo Berta" userId="c8694f89-bba4-4576-b0a8-456619ca5a8c" providerId="ADAL" clId="{80F6E880-6B18-A04C-AFC0-7C261801A904}" dt="2022-11-08T09:07:27.481" v="2066" actId="164"/>
          <ac:spMkLst>
            <pc:docMk/>
            <pc:sldMk cId="3495919440" sldId="293"/>
            <ac:spMk id="11" creationId="{8608BA2B-CF43-A908-45EF-EBEFB966AA92}"/>
          </ac:spMkLst>
        </pc:spChg>
        <pc:spChg chg="mod">
          <ac:chgData name="Riccardo Berta" userId="c8694f89-bba4-4576-b0a8-456619ca5a8c" providerId="ADAL" clId="{80F6E880-6B18-A04C-AFC0-7C261801A904}" dt="2022-11-08T09:01:45.630" v="1853" actId="20577"/>
          <ac:spMkLst>
            <pc:docMk/>
            <pc:sldMk cId="3495919440" sldId="293"/>
            <ac:spMk id="83" creationId="{00000000-0000-0000-0000-000000000000}"/>
          </ac:spMkLst>
        </pc:spChg>
        <pc:spChg chg="mod">
          <ac:chgData name="Riccardo Berta" userId="c8694f89-bba4-4576-b0a8-456619ca5a8c" providerId="ADAL" clId="{80F6E880-6B18-A04C-AFC0-7C261801A904}" dt="2022-11-08T09:11:06.067" v="2169" actId="20577"/>
          <ac:spMkLst>
            <pc:docMk/>
            <pc:sldMk cId="3495919440" sldId="293"/>
            <ac:spMk id="84" creationId="{00000000-0000-0000-0000-000000000000}"/>
          </ac:spMkLst>
        </pc:spChg>
        <pc:grpChg chg="add mod">
          <ac:chgData name="Riccardo Berta" userId="c8694f89-bba4-4576-b0a8-456619ca5a8c" providerId="ADAL" clId="{80F6E880-6B18-A04C-AFC0-7C261801A904}" dt="2022-11-08T09:07:51.933" v="2086" actId="1036"/>
          <ac:grpSpMkLst>
            <pc:docMk/>
            <pc:sldMk cId="3495919440" sldId="293"/>
            <ac:grpSpMk id="12" creationId="{C86138BD-67EF-1645-112A-670C3560035F}"/>
          </ac:grpSpMkLst>
        </pc:grpChg>
        <pc:grpChg chg="add mod">
          <ac:chgData name="Riccardo Berta" userId="c8694f89-bba4-4576-b0a8-456619ca5a8c" providerId="ADAL" clId="{80F6E880-6B18-A04C-AFC0-7C261801A904}" dt="2022-11-08T09:07:51.933" v="2086" actId="1036"/>
          <ac:grpSpMkLst>
            <pc:docMk/>
            <pc:sldMk cId="3495919440" sldId="293"/>
            <ac:grpSpMk id="13" creationId="{92CF3242-15C1-26DD-A557-3644941B0152}"/>
          </ac:grpSpMkLst>
        </pc:grpChg>
        <pc:picChg chg="add mod">
          <ac:chgData name="Riccardo Berta" userId="c8694f89-bba4-4576-b0a8-456619ca5a8c" providerId="ADAL" clId="{80F6E880-6B18-A04C-AFC0-7C261801A904}" dt="2022-11-08T09:05:04.764" v="1951" actId="1076"/>
          <ac:picMkLst>
            <pc:docMk/>
            <pc:sldMk cId="3495919440" sldId="293"/>
            <ac:picMk id="3" creationId="{B6911059-0EBE-F1FE-2AC9-C5F90E680B9B}"/>
          </ac:picMkLst>
        </pc:picChg>
        <pc:picChg chg="add mod">
          <ac:chgData name="Riccardo Berta" userId="c8694f89-bba4-4576-b0a8-456619ca5a8c" providerId="ADAL" clId="{80F6E880-6B18-A04C-AFC0-7C261801A904}" dt="2022-11-08T09:08:58.738" v="2108" actId="1035"/>
          <ac:picMkLst>
            <pc:docMk/>
            <pc:sldMk cId="3495919440" sldId="293"/>
            <ac:picMk id="5" creationId="{FB5330A5-32DF-DB0D-954E-2A85ACF30D52}"/>
          </ac:picMkLst>
        </pc:picChg>
        <pc:picChg chg="add mod">
          <ac:chgData name="Riccardo Berta" userId="c8694f89-bba4-4576-b0a8-456619ca5a8c" providerId="ADAL" clId="{80F6E880-6B18-A04C-AFC0-7C261801A904}" dt="2022-11-08T09:07:37.112" v="2067" actId="164"/>
          <ac:picMkLst>
            <pc:docMk/>
            <pc:sldMk cId="3495919440" sldId="293"/>
            <ac:picMk id="7" creationId="{112104E9-F0E5-D3C4-CE44-88EA10DA61DC}"/>
          </ac:picMkLst>
        </pc:picChg>
        <pc:picChg chg="add mod">
          <ac:chgData name="Riccardo Berta" userId="c8694f89-bba4-4576-b0a8-456619ca5a8c" providerId="ADAL" clId="{80F6E880-6B18-A04C-AFC0-7C261801A904}" dt="2022-11-08T09:07:27.481" v="2066" actId="164"/>
          <ac:picMkLst>
            <pc:docMk/>
            <pc:sldMk cId="3495919440" sldId="293"/>
            <ac:picMk id="9" creationId="{865B1465-9FA5-FCE8-89F2-26406EFD4F3B}"/>
          </ac:picMkLst>
        </pc:picChg>
      </pc:sldChg>
      <pc:sldChg chg="new del">
        <pc:chgData name="Riccardo Berta" userId="c8694f89-bba4-4576-b0a8-456619ca5a8c" providerId="ADAL" clId="{80F6E880-6B18-A04C-AFC0-7C261801A904}" dt="2022-11-07T13:13:01.897" v="915" actId="2696"/>
        <pc:sldMkLst>
          <pc:docMk/>
          <pc:sldMk cId="3740881538" sldId="293"/>
        </pc:sldMkLst>
      </pc:sldChg>
      <pc:sldChg chg="new del">
        <pc:chgData name="Riccardo Berta" userId="c8694f89-bba4-4576-b0a8-456619ca5a8c" providerId="ADAL" clId="{80F6E880-6B18-A04C-AFC0-7C261801A904}" dt="2022-11-07T13:13:02.349" v="916" actId="2696"/>
        <pc:sldMkLst>
          <pc:docMk/>
          <pc:sldMk cId="3810454763" sldId="294"/>
        </pc:sldMkLst>
      </pc:sldChg>
    </pc:docChg>
  </pc:docChgLst>
  <pc:docChgLst>
    <pc:chgData name="Riccardo Berta" userId="c8694f89-bba4-4576-b0a8-456619ca5a8c" providerId="ADAL" clId="{4967B734-A465-2844-BA15-7FBACE49D2F8}"/>
    <pc:docChg chg="undo redo custSel addSld delSld modSld sldOrd">
      <pc:chgData name="Riccardo Berta" userId="c8694f89-bba4-4576-b0a8-456619ca5a8c" providerId="ADAL" clId="{4967B734-A465-2844-BA15-7FBACE49D2F8}" dt="2022-10-10T05:41:52.141" v="2700" actId="1036"/>
      <pc:docMkLst>
        <pc:docMk/>
      </pc:docMkLst>
      <pc:sldChg chg="modSp mod">
        <pc:chgData name="Riccardo Berta" userId="c8694f89-bba4-4576-b0a8-456619ca5a8c" providerId="ADAL" clId="{4967B734-A465-2844-BA15-7FBACE49D2F8}" dt="2022-10-04T09:21:06.296" v="1514" actId="790"/>
        <pc:sldMkLst>
          <pc:docMk/>
          <pc:sldMk cId="0" sldId="256"/>
        </pc:sldMkLst>
        <pc:spChg chg="mod">
          <ac:chgData name="Riccardo Berta" userId="c8694f89-bba4-4576-b0a8-456619ca5a8c" providerId="ADAL" clId="{4967B734-A465-2844-BA15-7FBACE49D2F8}" dt="2022-10-04T09:21:06.296" v="1514" actId="790"/>
          <ac:spMkLst>
            <pc:docMk/>
            <pc:sldMk cId="0" sldId="256"/>
            <ac:spMk id="62" creationId="{00000000-0000-0000-0000-000000000000}"/>
          </ac:spMkLst>
        </pc:spChg>
      </pc:sldChg>
      <pc:sldChg chg="delSp modSp mod">
        <pc:chgData name="Riccardo Berta" userId="c8694f89-bba4-4576-b0a8-456619ca5a8c" providerId="ADAL" clId="{4967B734-A465-2844-BA15-7FBACE49D2F8}" dt="2022-10-05T05:37:06.487" v="2566" actId="20577"/>
        <pc:sldMkLst>
          <pc:docMk/>
          <pc:sldMk cId="0" sldId="257"/>
        </pc:sldMkLst>
        <pc:spChg chg="mod">
          <ac:chgData name="Riccardo Berta" userId="c8694f89-bba4-4576-b0a8-456619ca5a8c" providerId="ADAL" clId="{4967B734-A465-2844-BA15-7FBACE49D2F8}" dt="2022-10-04T06:59:58.583" v="222" actId="20577"/>
          <ac:spMkLst>
            <pc:docMk/>
            <pc:sldMk cId="0" sldId="257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5T05:37:06.487" v="2566" actId="20577"/>
          <ac:spMkLst>
            <pc:docMk/>
            <pc:sldMk cId="0" sldId="257"/>
            <ac:spMk id="84" creationId="{00000000-0000-0000-0000-000000000000}"/>
          </ac:spMkLst>
        </pc:spChg>
        <pc:picChg chg="del">
          <ac:chgData name="Riccardo Berta" userId="c8694f89-bba4-4576-b0a8-456619ca5a8c" providerId="ADAL" clId="{4967B734-A465-2844-BA15-7FBACE49D2F8}" dt="2022-10-04T06:53:54.793" v="41" actId="478"/>
          <ac:picMkLst>
            <pc:docMk/>
            <pc:sldMk cId="0" sldId="257"/>
            <ac:picMk id="2" creationId="{1E81BD5B-9F1C-4180-0225-A6FA7F7521E2}"/>
          </ac:picMkLst>
        </pc:picChg>
      </pc:sldChg>
      <pc:sldChg chg="del">
        <pc:chgData name="Riccardo Berta" userId="c8694f89-bba4-4576-b0a8-456619ca5a8c" providerId="ADAL" clId="{4967B734-A465-2844-BA15-7FBACE49D2F8}" dt="2022-10-04T06:54:03.310" v="50" actId="2696"/>
        <pc:sldMkLst>
          <pc:docMk/>
          <pc:sldMk cId="3018556184" sldId="259"/>
        </pc:sldMkLst>
      </pc:sldChg>
      <pc:sldChg chg="del">
        <pc:chgData name="Riccardo Berta" userId="c8694f89-bba4-4576-b0a8-456619ca5a8c" providerId="ADAL" clId="{4967B734-A465-2844-BA15-7FBACE49D2F8}" dt="2022-10-04T06:54:03.809" v="51" actId="2696"/>
        <pc:sldMkLst>
          <pc:docMk/>
          <pc:sldMk cId="723946338" sldId="261"/>
        </pc:sldMkLst>
      </pc:sldChg>
      <pc:sldChg chg="modSp mod">
        <pc:chgData name="Riccardo Berta" userId="c8694f89-bba4-4576-b0a8-456619ca5a8c" providerId="ADAL" clId="{4967B734-A465-2844-BA15-7FBACE49D2F8}" dt="2022-10-04T09:53:48.313" v="2176" actId="1076"/>
        <pc:sldMkLst>
          <pc:docMk/>
          <pc:sldMk cId="0" sldId="264"/>
        </pc:sldMkLst>
        <pc:spChg chg="mod">
          <ac:chgData name="Riccardo Berta" userId="c8694f89-bba4-4576-b0a8-456619ca5a8c" providerId="ADAL" clId="{4967B734-A465-2844-BA15-7FBACE49D2F8}" dt="2022-10-04T09:53:48.313" v="2176" actId="1076"/>
          <ac:spMkLst>
            <pc:docMk/>
            <pc:sldMk cId="0" sldId="264"/>
            <ac:spMk id="84" creationId="{00000000-0000-0000-0000-000000000000}"/>
          </ac:spMkLst>
        </pc:spChg>
      </pc:sldChg>
      <pc:sldChg chg="del">
        <pc:chgData name="Riccardo Berta" userId="c8694f89-bba4-4576-b0a8-456619ca5a8c" providerId="ADAL" clId="{4967B734-A465-2844-BA15-7FBACE49D2F8}" dt="2022-10-04T06:54:04.269" v="52" actId="2696"/>
        <pc:sldMkLst>
          <pc:docMk/>
          <pc:sldMk cId="2752186034" sldId="265"/>
        </pc:sldMkLst>
      </pc:sldChg>
      <pc:sldChg chg="addSp modSp add mod">
        <pc:chgData name="Riccardo Berta" userId="c8694f89-bba4-4576-b0a8-456619ca5a8c" providerId="ADAL" clId="{4967B734-A465-2844-BA15-7FBACE49D2F8}" dt="2022-10-05T05:38:43.218" v="2573" actId="20577"/>
        <pc:sldMkLst>
          <pc:docMk/>
          <pc:sldMk cId="4260925133" sldId="265"/>
        </pc:sldMkLst>
        <pc:spChg chg="mod">
          <ac:chgData name="Riccardo Berta" userId="c8694f89-bba4-4576-b0a8-456619ca5a8c" providerId="ADAL" clId="{4967B734-A465-2844-BA15-7FBACE49D2F8}" dt="2022-10-04T07:03:57.181" v="300" actId="20577"/>
          <ac:spMkLst>
            <pc:docMk/>
            <pc:sldMk cId="4260925133" sldId="265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5T05:38:43.218" v="2573" actId="20577"/>
          <ac:spMkLst>
            <pc:docMk/>
            <pc:sldMk cId="4260925133" sldId="265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07:04:48.519" v="307" actId="167"/>
          <ac:picMkLst>
            <pc:docMk/>
            <pc:sldMk cId="4260925133" sldId="265"/>
            <ac:picMk id="3" creationId="{674E15D2-3951-6F58-7582-C0EB4A615F1D}"/>
          </ac:picMkLst>
        </pc:picChg>
      </pc:sldChg>
      <pc:sldChg chg="addSp delSp modSp add mod">
        <pc:chgData name="Riccardo Berta" userId="c8694f89-bba4-4576-b0a8-456619ca5a8c" providerId="ADAL" clId="{4967B734-A465-2844-BA15-7FBACE49D2F8}" dt="2022-10-05T05:43:30.967" v="2628" actId="20577"/>
        <pc:sldMkLst>
          <pc:docMk/>
          <pc:sldMk cId="2074499598" sldId="266"/>
        </pc:sldMkLst>
        <pc:spChg chg="mod">
          <ac:chgData name="Riccardo Berta" userId="c8694f89-bba4-4576-b0a8-456619ca5a8c" providerId="ADAL" clId="{4967B734-A465-2844-BA15-7FBACE49D2F8}" dt="2022-10-04T08:27:30.224" v="813" actId="20577"/>
          <ac:spMkLst>
            <pc:docMk/>
            <pc:sldMk cId="2074499598" sldId="266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5T05:43:30.967" v="2628" actId="20577"/>
          <ac:spMkLst>
            <pc:docMk/>
            <pc:sldMk cId="2074499598" sldId="266"/>
            <ac:spMk id="84" creationId="{00000000-0000-0000-0000-000000000000}"/>
          </ac:spMkLst>
        </pc:spChg>
        <pc:picChg chg="add del mod">
          <ac:chgData name="Riccardo Berta" userId="c8694f89-bba4-4576-b0a8-456619ca5a8c" providerId="ADAL" clId="{4967B734-A465-2844-BA15-7FBACE49D2F8}" dt="2022-10-04T08:28:52.112" v="847" actId="478"/>
          <ac:picMkLst>
            <pc:docMk/>
            <pc:sldMk cId="2074499598" sldId="266"/>
            <ac:picMk id="3" creationId="{44D37D90-9379-A202-D5CB-57A361B7ED10}"/>
          </ac:picMkLst>
        </pc:picChg>
      </pc:sldChg>
      <pc:sldChg chg="addSp delSp modSp add mod ord">
        <pc:chgData name="Riccardo Berta" userId="c8694f89-bba4-4576-b0a8-456619ca5a8c" providerId="ADAL" clId="{4967B734-A465-2844-BA15-7FBACE49D2F8}" dt="2022-10-05T05:40:18.404" v="2582" actId="20577"/>
        <pc:sldMkLst>
          <pc:docMk/>
          <pc:sldMk cId="2259674710" sldId="267"/>
        </pc:sldMkLst>
        <pc:spChg chg="mod">
          <ac:chgData name="Riccardo Berta" userId="c8694f89-bba4-4576-b0a8-456619ca5a8c" providerId="ADAL" clId="{4967B734-A465-2844-BA15-7FBACE49D2F8}" dt="2022-10-04T07:10:58.043" v="468" actId="20577"/>
          <ac:spMkLst>
            <pc:docMk/>
            <pc:sldMk cId="2259674710" sldId="267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5T05:40:18.404" v="2582" actId="20577"/>
          <ac:spMkLst>
            <pc:docMk/>
            <pc:sldMk cId="2259674710" sldId="267"/>
            <ac:spMk id="84" creationId="{00000000-0000-0000-0000-000000000000}"/>
          </ac:spMkLst>
        </pc:spChg>
        <pc:grpChg chg="add mod">
          <ac:chgData name="Riccardo Berta" userId="c8694f89-bba4-4576-b0a8-456619ca5a8c" providerId="ADAL" clId="{4967B734-A465-2844-BA15-7FBACE49D2F8}" dt="2022-10-04T07:10:46.067" v="451" actId="1076"/>
          <ac:grpSpMkLst>
            <pc:docMk/>
            <pc:sldMk cId="2259674710" sldId="267"/>
            <ac:grpSpMk id="8" creationId="{76E119E0-3152-62BD-BDB3-39042BF2F1A5}"/>
          </ac:grpSpMkLst>
        </pc:grpChg>
        <pc:grpChg chg="add mod">
          <ac:chgData name="Riccardo Berta" userId="c8694f89-bba4-4576-b0a8-456619ca5a8c" providerId="ADAL" clId="{4967B734-A465-2844-BA15-7FBACE49D2F8}" dt="2022-10-04T07:10:41.433" v="450" actId="1076"/>
          <ac:grpSpMkLst>
            <pc:docMk/>
            <pc:sldMk cId="2259674710" sldId="267"/>
            <ac:grpSpMk id="13" creationId="{06C159A0-B8B5-40E9-02ED-983116530DFD}"/>
          </ac:grpSpMkLst>
        </pc:grpChg>
        <pc:picChg chg="add del mod">
          <ac:chgData name="Riccardo Berta" userId="c8694f89-bba4-4576-b0a8-456619ca5a8c" providerId="ADAL" clId="{4967B734-A465-2844-BA15-7FBACE49D2F8}" dt="2022-10-04T07:09:16.200" v="426" actId="478"/>
          <ac:picMkLst>
            <pc:docMk/>
            <pc:sldMk cId="2259674710" sldId="267"/>
            <ac:picMk id="3" creationId="{2ABEDA67-0163-D4F3-A664-9064A870FA11}"/>
          </ac:picMkLst>
        </pc:picChg>
        <pc:picChg chg="add mod">
          <ac:chgData name="Riccardo Berta" userId="c8694f89-bba4-4576-b0a8-456619ca5a8c" providerId="ADAL" clId="{4967B734-A465-2844-BA15-7FBACE49D2F8}" dt="2022-10-04T07:09:56.780" v="438" actId="164"/>
          <ac:picMkLst>
            <pc:docMk/>
            <pc:sldMk cId="2259674710" sldId="267"/>
            <ac:picMk id="5" creationId="{32BFCBAB-B883-C97F-EB56-9BCA8EFD7C98}"/>
          </ac:picMkLst>
        </pc:picChg>
        <pc:picChg chg="add mod">
          <ac:chgData name="Riccardo Berta" userId="c8694f89-bba4-4576-b0a8-456619ca5a8c" providerId="ADAL" clId="{4967B734-A465-2844-BA15-7FBACE49D2F8}" dt="2022-10-04T07:09:56.780" v="438" actId="164"/>
          <ac:picMkLst>
            <pc:docMk/>
            <pc:sldMk cId="2259674710" sldId="267"/>
            <ac:picMk id="7" creationId="{40DBC67E-51C8-0100-997A-3D832D4D8980}"/>
          </ac:picMkLst>
        </pc:picChg>
        <pc:picChg chg="add mod">
          <ac:chgData name="Riccardo Berta" userId="c8694f89-bba4-4576-b0a8-456619ca5a8c" providerId="ADAL" clId="{4967B734-A465-2844-BA15-7FBACE49D2F8}" dt="2022-10-04T07:10:38.910" v="449" actId="164"/>
          <ac:picMkLst>
            <pc:docMk/>
            <pc:sldMk cId="2259674710" sldId="267"/>
            <ac:picMk id="10" creationId="{CE457A6C-F4AE-07DF-22FD-0203427E5E4D}"/>
          </ac:picMkLst>
        </pc:picChg>
        <pc:picChg chg="add mod">
          <ac:chgData name="Riccardo Berta" userId="c8694f89-bba4-4576-b0a8-456619ca5a8c" providerId="ADAL" clId="{4967B734-A465-2844-BA15-7FBACE49D2F8}" dt="2022-10-04T07:10:38.910" v="449" actId="164"/>
          <ac:picMkLst>
            <pc:docMk/>
            <pc:sldMk cId="2259674710" sldId="267"/>
            <ac:picMk id="12" creationId="{C697C6E3-A578-4BB5-2F96-37B0F860D0FA}"/>
          </ac:picMkLst>
        </pc:picChg>
      </pc:sldChg>
      <pc:sldChg chg="addSp delSp modSp add mod ord">
        <pc:chgData name="Riccardo Berta" userId="c8694f89-bba4-4576-b0a8-456619ca5a8c" providerId="ADAL" clId="{4967B734-A465-2844-BA15-7FBACE49D2F8}" dt="2022-10-04T08:21:03.314" v="615" actId="20577"/>
        <pc:sldMkLst>
          <pc:docMk/>
          <pc:sldMk cId="2756532613" sldId="268"/>
        </pc:sldMkLst>
        <pc:spChg chg="mod">
          <ac:chgData name="Riccardo Berta" userId="c8694f89-bba4-4576-b0a8-456619ca5a8c" providerId="ADAL" clId="{4967B734-A465-2844-BA15-7FBACE49D2F8}" dt="2022-10-04T08:19:34.413" v="566" actId="20577"/>
          <ac:spMkLst>
            <pc:docMk/>
            <pc:sldMk cId="2756532613" sldId="268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08:21:03.314" v="615" actId="20577"/>
          <ac:spMkLst>
            <pc:docMk/>
            <pc:sldMk cId="2756532613" sldId="268"/>
            <ac:spMk id="84" creationId="{00000000-0000-0000-0000-000000000000}"/>
          </ac:spMkLst>
        </pc:spChg>
        <pc:picChg chg="add del mod">
          <ac:chgData name="Riccardo Berta" userId="c8694f89-bba4-4576-b0a8-456619ca5a8c" providerId="ADAL" clId="{4967B734-A465-2844-BA15-7FBACE49D2F8}" dt="2022-10-04T08:20:02.584" v="570" actId="21"/>
          <ac:picMkLst>
            <pc:docMk/>
            <pc:sldMk cId="2756532613" sldId="268"/>
            <ac:picMk id="3" creationId="{98442946-176C-875C-17DD-8426B4357AF0}"/>
          </ac:picMkLst>
        </pc:picChg>
      </pc:sldChg>
      <pc:sldChg chg="addSp delSp modSp add mod ord">
        <pc:chgData name="Riccardo Berta" userId="c8694f89-bba4-4576-b0a8-456619ca5a8c" providerId="ADAL" clId="{4967B734-A465-2844-BA15-7FBACE49D2F8}" dt="2022-10-04T08:22:30.428" v="629" actId="20577"/>
        <pc:sldMkLst>
          <pc:docMk/>
          <pc:sldMk cId="3950372499" sldId="269"/>
        </pc:sldMkLst>
        <pc:spChg chg="add del mod">
          <ac:chgData name="Riccardo Berta" userId="c8694f89-bba4-4576-b0a8-456619ca5a8c" providerId="ADAL" clId="{4967B734-A465-2844-BA15-7FBACE49D2F8}" dt="2022-10-04T08:21:20.713" v="620" actId="478"/>
          <ac:spMkLst>
            <pc:docMk/>
            <pc:sldMk cId="3950372499" sldId="269"/>
            <ac:spMk id="4" creationId="{39E4D033-B0C4-D65C-AF4F-60006E851E46}"/>
          </ac:spMkLst>
        </pc:spChg>
        <pc:spChg chg="mod">
          <ac:chgData name="Riccardo Berta" userId="c8694f89-bba4-4576-b0a8-456619ca5a8c" providerId="ADAL" clId="{4967B734-A465-2844-BA15-7FBACE49D2F8}" dt="2022-10-04T08:22:30.428" v="629" actId="20577"/>
          <ac:spMkLst>
            <pc:docMk/>
            <pc:sldMk cId="3950372499" sldId="269"/>
            <ac:spMk id="83" creationId="{00000000-0000-0000-0000-000000000000}"/>
          </ac:spMkLst>
        </pc:spChg>
        <pc:spChg chg="del">
          <ac:chgData name="Riccardo Berta" userId="c8694f89-bba4-4576-b0a8-456619ca5a8c" providerId="ADAL" clId="{4967B734-A465-2844-BA15-7FBACE49D2F8}" dt="2022-10-04T08:21:12.185" v="617" actId="478"/>
          <ac:spMkLst>
            <pc:docMk/>
            <pc:sldMk cId="3950372499" sldId="269"/>
            <ac:spMk id="84" creationId="{00000000-0000-0000-0000-000000000000}"/>
          </ac:spMkLst>
        </pc:spChg>
        <pc:picChg chg="add del mod modCrop">
          <ac:chgData name="Riccardo Berta" userId="c8694f89-bba4-4576-b0a8-456619ca5a8c" providerId="ADAL" clId="{4967B734-A465-2844-BA15-7FBACE49D2F8}" dt="2022-10-04T08:22:28.190" v="625" actId="1076"/>
          <ac:picMkLst>
            <pc:docMk/>
            <pc:sldMk cId="3950372499" sldId="269"/>
            <ac:picMk id="2" creationId="{DD7459EB-2FB9-EE3F-1B0C-BEEC31DF7753}"/>
          </ac:picMkLst>
        </pc:picChg>
      </pc:sldChg>
      <pc:sldChg chg="addSp delSp modSp add mod">
        <pc:chgData name="Riccardo Berta" userId="c8694f89-bba4-4576-b0a8-456619ca5a8c" providerId="ADAL" clId="{4967B734-A465-2844-BA15-7FBACE49D2F8}" dt="2022-10-04T08:30:10.946" v="871" actId="1076"/>
        <pc:sldMkLst>
          <pc:docMk/>
          <pc:sldMk cId="3668836689" sldId="270"/>
        </pc:sldMkLst>
        <pc:spChg chg="add del mod">
          <ac:chgData name="Riccardo Berta" userId="c8694f89-bba4-4576-b0a8-456619ca5a8c" providerId="ADAL" clId="{4967B734-A465-2844-BA15-7FBACE49D2F8}" dt="2022-10-04T08:28:59.088" v="849" actId="478"/>
          <ac:spMkLst>
            <pc:docMk/>
            <pc:sldMk cId="3668836689" sldId="270"/>
            <ac:spMk id="3" creationId="{ADD0BEAE-9DF8-C7CC-E5FD-45BD4BBED0AD}"/>
          </ac:spMkLst>
        </pc:spChg>
        <pc:spChg chg="mod">
          <ac:chgData name="Riccardo Berta" userId="c8694f89-bba4-4576-b0a8-456619ca5a8c" providerId="ADAL" clId="{4967B734-A465-2844-BA15-7FBACE49D2F8}" dt="2022-10-04T08:29:04.981" v="863" actId="20577"/>
          <ac:spMkLst>
            <pc:docMk/>
            <pc:sldMk cId="3668836689" sldId="270"/>
            <ac:spMk id="83" creationId="{00000000-0000-0000-0000-000000000000}"/>
          </ac:spMkLst>
        </pc:spChg>
        <pc:spChg chg="del">
          <ac:chgData name="Riccardo Berta" userId="c8694f89-bba4-4576-b0a8-456619ca5a8c" providerId="ADAL" clId="{4967B734-A465-2844-BA15-7FBACE49D2F8}" dt="2022-10-04T08:28:56.705" v="848" actId="478"/>
          <ac:spMkLst>
            <pc:docMk/>
            <pc:sldMk cId="3668836689" sldId="270"/>
            <ac:spMk id="84" creationId="{00000000-0000-0000-0000-000000000000}"/>
          </ac:spMkLst>
        </pc:spChg>
        <pc:picChg chg="add mod modCrop">
          <ac:chgData name="Riccardo Berta" userId="c8694f89-bba4-4576-b0a8-456619ca5a8c" providerId="ADAL" clId="{4967B734-A465-2844-BA15-7FBACE49D2F8}" dt="2022-10-04T08:30:10.946" v="871" actId="1076"/>
          <ac:picMkLst>
            <pc:docMk/>
            <pc:sldMk cId="3668836689" sldId="270"/>
            <ac:picMk id="4" creationId="{577B3EB2-1884-58A5-AA7F-C288CC12280D}"/>
          </ac:picMkLst>
        </pc:picChg>
      </pc:sldChg>
      <pc:sldChg chg="addSp modSp add mod">
        <pc:chgData name="Riccardo Berta" userId="c8694f89-bba4-4576-b0a8-456619ca5a8c" providerId="ADAL" clId="{4967B734-A465-2844-BA15-7FBACE49D2F8}" dt="2022-10-04T08:33:08.776" v="912" actId="1076"/>
        <pc:sldMkLst>
          <pc:docMk/>
          <pc:sldMk cId="1894295752" sldId="271"/>
        </pc:sldMkLst>
        <pc:spChg chg="mod">
          <ac:chgData name="Riccardo Berta" userId="c8694f89-bba4-4576-b0a8-456619ca5a8c" providerId="ADAL" clId="{4967B734-A465-2844-BA15-7FBACE49D2F8}" dt="2022-10-04T08:30:25.791" v="874" actId="20577"/>
          <ac:spMkLst>
            <pc:docMk/>
            <pc:sldMk cId="1894295752" sldId="271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08:33:01.838" v="909" actId="1035"/>
          <ac:spMkLst>
            <pc:docMk/>
            <pc:sldMk cId="1894295752" sldId="271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08:33:08.776" v="912" actId="1076"/>
          <ac:picMkLst>
            <pc:docMk/>
            <pc:sldMk cId="1894295752" sldId="271"/>
            <ac:picMk id="3" creationId="{B5A2D85B-25EA-51CE-30EE-5FCC2A5BCEE7}"/>
          </ac:picMkLst>
        </pc:picChg>
      </pc:sldChg>
      <pc:sldChg chg="del">
        <pc:chgData name="Riccardo Berta" userId="c8694f89-bba4-4576-b0a8-456619ca5a8c" providerId="ADAL" clId="{4967B734-A465-2844-BA15-7FBACE49D2F8}" dt="2022-10-04T06:54:05.175" v="54" actId="2696"/>
        <pc:sldMkLst>
          <pc:docMk/>
          <pc:sldMk cId="1942012932" sldId="271"/>
        </pc:sldMkLst>
      </pc:sldChg>
      <pc:sldChg chg="addSp modSp add mod">
        <pc:chgData name="Riccardo Berta" userId="c8694f89-bba4-4576-b0a8-456619ca5a8c" providerId="ADAL" clId="{4967B734-A465-2844-BA15-7FBACE49D2F8}" dt="2022-10-05T05:45:21.155" v="2636" actId="20577"/>
        <pc:sldMkLst>
          <pc:docMk/>
          <pc:sldMk cId="732868139" sldId="272"/>
        </pc:sldMkLst>
        <pc:spChg chg="mod">
          <ac:chgData name="Riccardo Berta" userId="c8694f89-bba4-4576-b0a8-456619ca5a8c" providerId="ADAL" clId="{4967B734-A465-2844-BA15-7FBACE49D2F8}" dt="2022-10-04T08:33:38.186" v="939" actId="20577"/>
          <ac:spMkLst>
            <pc:docMk/>
            <pc:sldMk cId="732868139" sldId="272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5T05:45:21.155" v="2636" actId="20577"/>
          <ac:spMkLst>
            <pc:docMk/>
            <pc:sldMk cId="732868139" sldId="272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08:36:29.105" v="1008" actId="1076"/>
          <ac:picMkLst>
            <pc:docMk/>
            <pc:sldMk cId="732868139" sldId="272"/>
            <ac:picMk id="3" creationId="{06C364F7-5AEB-D00D-6586-D30FF7199764}"/>
          </ac:picMkLst>
        </pc:picChg>
      </pc:sldChg>
      <pc:sldChg chg="addSp delSp modSp add mod">
        <pc:chgData name="Riccardo Berta" userId="c8694f89-bba4-4576-b0a8-456619ca5a8c" providerId="ADAL" clId="{4967B734-A465-2844-BA15-7FBACE49D2F8}" dt="2022-10-04T08:54:59.469" v="1509" actId="20577"/>
        <pc:sldMkLst>
          <pc:docMk/>
          <pc:sldMk cId="3859598341" sldId="273"/>
        </pc:sldMkLst>
        <pc:spChg chg="add del">
          <ac:chgData name="Riccardo Berta" userId="c8694f89-bba4-4576-b0a8-456619ca5a8c" providerId="ADAL" clId="{4967B734-A465-2844-BA15-7FBACE49D2F8}" dt="2022-10-04T08:40:47.038" v="1073" actId="478"/>
          <ac:spMkLst>
            <pc:docMk/>
            <pc:sldMk cId="3859598341" sldId="273"/>
            <ac:spMk id="5" creationId="{4BD7BBB3-7BD1-8528-AAC5-76102E39DEBE}"/>
          </ac:spMkLst>
        </pc:spChg>
        <pc:spChg chg="mod">
          <ac:chgData name="Riccardo Berta" userId="c8694f89-bba4-4576-b0a8-456619ca5a8c" providerId="ADAL" clId="{4967B734-A465-2844-BA15-7FBACE49D2F8}" dt="2022-10-04T08:54:59.469" v="1509" actId="20577"/>
          <ac:spMkLst>
            <pc:docMk/>
            <pc:sldMk cId="3859598341" sldId="273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08:50:37.924" v="1412" actId="113"/>
          <ac:spMkLst>
            <pc:docMk/>
            <pc:sldMk cId="3859598341" sldId="273"/>
            <ac:spMk id="84" creationId="{00000000-0000-0000-0000-000000000000}"/>
          </ac:spMkLst>
        </pc:spChg>
        <pc:picChg chg="add del mod">
          <ac:chgData name="Riccardo Berta" userId="c8694f89-bba4-4576-b0a8-456619ca5a8c" providerId="ADAL" clId="{4967B734-A465-2844-BA15-7FBACE49D2F8}" dt="2022-10-04T08:40:42.684" v="1072" actId="478"/>
          <ac:picMkLst>
            <pc:docMk/>
            <pc:sldMk cId="3859598341" sldId="273"/>
            <ac:picMk id="3" creationId="{20386706-AA10-6FE6-3018-AE4EEDC01050}"/>
          </ac:picMkLst>
        </pc:picChg>
        <pc:picChg chg="add mod">
          <ac:chgData name="Riccardo Berta" userId="c8694f89-bba4-4576-b0a8-456619ca5a8c" providerId="ADAL" clId="{4967B734-A465-2844-BA15-7FBACE49D2F8}" dt="2022-10-04T08:50:21.355" v="1410" actId="1076"/>
          <ac:picMkLst>
            <pc:docMk/>
            <pc:sldMk cId="3859598341" sldId="273"/>
            <ac:picMk id="7" creationId="{3AA9CA5E-B11C-5354-F133-CC2410A67F28}"/>
          </ac:picMkLst>
        </pc:picChg>
      </pc:sldChg>
      <pc:sldChg chg="addSp modSp add mod">
        <pc:chgData name="Riccardo Berta" userId="c8694f89-bba4-4576-b0a8-456619ca5a8c" providerId="ADAL" clId="{4967B734-A465-2844-BA15-7FBACE49D2F8}" dt="2022-10-04T08:55:10.050" v="1510" actId="1076"/>
        <pc:sldMkLst>
          <pc:docMk/>
          <pc:sldMk cId="2213323745" sldId="274"/>
        </pc:sldMkLst>
        <pc:spChg chg="mod">
          <ac:chgData name="Riccardo Berta" userId="c8694f89-bba4-4576-b0a8-456619ca5a8c" providerId="ADAL" clId="{4967B734-A465-2844-BA15-7FBACE49D2F8}" dt="2022-10-04T08:54:47.815" v="1503" actId="20577"/>
          <ac:spMkLst>
            <pc:docMk/>
            <pc:sldMk cId="2213323745" sldId="274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08:54:36.556" v="1475" actId="5793"/>
          <ac:spMkLst>
            <pc:docMk/>
            <pc:sldMk cId="2213323745" sldId="274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08:55:10.050" v="1510" actId="1076"/>
          <ac:picMkLst>
            <pc:docMk/>
            <pc:sldMk cId="2213323745" sldId="274"/>
            <ac:picMk id="3" creationId="{DC8EA310-4CEB-F6CD-8EBA-90EBC000E7D0}"/>
          </ac:picMkLst>
        </pc:picChg>
      </pc:sldChg>
      <pc:sldChg chg="del">
        <pc:chgData name="Riccardo Berta" userId="c8694f89-bba4-4576-b0a8-456619ca5a8c" providerId="ADAL" clId="{4967B734-A465-2844-BA15-7FBACE49D2F8}" dt="2022-10-04T06:54:05.569" v="55" actId="2696"/>
        <pc:sldMkLst>
          <pc:docMk/>
          <pc:sldMk cId="2759966790" sldId="274"/>
        </pc:sldMkLst>
      </pc:sldChg>
      <pc:sldChg chg="addSp modSp add mod">
        <pc:chgData name="Riccardo Berta" userId="c8694f89-bba4-4576-b0a8-456619ca5a8c" providerId="ADAL" clId="{4967B734-A465-2844-BA15-7FBACE49D2F8}" dt="2022-10-10T05:36:43.547" v="2688" actId="20577"/>
        <pc:sldMkLst>
          <pc:docMk/>
          <pc:sldMk cId="303121765" sldId="275"/>
        </pc:sldMkLst>
        <pc:spChg chg="mod">
          <ac:chgData name="Riccardo Berta" userId="c8694f89-bba4-4576-b0a8-456619ca5a8c" providerId="ADAL" clId="{4967B734-A465-2844-BA15-7FBACE49D2F8}" dt="2022-10-04T08:56:19.042" v="1513"/>
          <ac:spMkLst>
            <pc:docMk/>
            <pc:sldMk cId="303121765" sldId="275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10T05:36:43.547" v="2688" actId="20577"/>
          <ac:spMkLst>
            <pc:docMk/>
            <pc:sldMk cId="303121765" sldId="275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09:29:01.183" v="1661" actId="1076"/>
          <ac:picMkLst>
            <pc:docMk/>
            <pc:sldMk cId="303121765" sldId="275"/>
            <ac:picMk id="3" creationId="{1558432E-BB9A-36EE-DEE9-411FA3BCAAC6}"/>
          </ac:picMkLst>
        </pc:picChg>
        <pc:picChg chg="add mod">
          <ac:chgData name="Riccardo Berta" userId="c8694f89-bba4-4576-b0a8-456619ca5a8c" providerId="ADAL" clId="{4967B734-A465-2844-BA15-7FBACE49D2F8}" dt="2022-10-04T09:29:10.609" v="1671" actId="1076"/>
          <ac:picMkLst>
            <pc:docMk/>
            <pc:sldMk cId="303121765" sldId="275"/>
            <ac:picMk id="5" creationId="{AFA7E6B6-E78E-79EF-CB15-0348F1C7B395}"/>
          </ac:picMkLst>
        </pc:picChg>
      </pc:sldChg>
      <pc:sldChg chg="del">
        <pc:chgData name="Riccardo Berta" userId="c8694f89-bba4-4576-b0a8-456619ca5a8c" providerId="ADAL" clId="{4967B734-A465-2844-BA15-7FBACE49D2F8}" dt="2022-10-04T06:54:06.082" v="56" actId="2696"/>
        <pc:sldMkLst>
          <pc:docMk/>
          <pc:sldMk cId="3965473342" sldId="275"/>
        </pc:sldMkLst>
      </pc:sldChg>
      <pc:sldChg chg="addSp modSp add mod">
        <pc:chgData name="Riccardo Berta" userId="c8694f89-bba4-4576-b0a8-456619ca5a8c" providerId="ADAL" clId="{4967B734-A465-2844-BA15-7FBACE49D2F8}" dt="2022-10-04T09:35:09.338" v="1844" actId="113"/>
        <pc:sldMkLst>
          <pc:docMk/>
          <pc:sldMk cId="2020526202" sldId="276"/>
        </pc:sldMkLst>
        <pc:spChg chg="mod">
          <ac:chgData name="Riccardo Berta" userId="c8694f89-bba4-4576-b0a8-456619ca5a8c" providerId="ADAL" clId="{4967B734-A465-2844-BA15-7FBACE49D2F8}" dt="2022-10-04T09:29:30.015" v="1699" actId="20577"/>
          <ac:spMkLst>
            <pc:docMk/>
            <pc:sldMk cId="2020526202" sldId="276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09:35:09.338" v="1844" actId="113"/>
          <ac:spMkLst>
            <pc:docMk/>
            <pc:sldMk cId="2020526202" sldId="276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09:34:22.336" v="1806" actId="1076"/>
          <ac:picMkLst>
            <pc:docMk/>
            <pc:sldMk cId="2020526202" sldId="276"/>
            <ac:picMk id="3" creationId="{88ECFE04-FF14-52F4-A978-DE862D655546}"/>
          </ac:picMkLst>
        </pc:picChg>
      </pc:sldChg>
      <pc:sldChg chg="del">
        <pc:chgData name="Riccardo Berta" userId="c8694f89-bba4-4576-b0a8-456619ca5a8c" providerId="ADAL" clId="{4967B734-A465-2844-BA15-7FBACE49D2F8}" dt="2022-10-04T06:54:06.650" v="57" actId="2696"/>
        <pc:sldMkLst>
          <pc:docMk/>
          <pc:sldMk cId="3364334937" sldId="276"/>
        </pc:sldMkLst>
      </pc:sldChg>
      <pc:sldChg chg="del">
        <pc:chgData name="Riccardo Berta" userId="c8694f89-bba4-4576-b0a8-456619ca5a8c" providerId="ADAL" clId="{4967B734-A465-2844-BA15-7FBACE49D2F8}" dt="2022-10-04T06:54:07.117" v="58" actId="2696"/>
        <pc:sldMkLst>
          <pc:docMk/>
          <pc:sldMk cId="2920432797" sldId="277"/>
        </pc:sldMkLst>
      </pc:sldChg>
      <pc:sldChg chg="addSp modSp add mod">
        <pc:chgData name="Riccardo Berta" userId="c8694f89-bba4-4576-b0a8-456619ca5a8c" providerId="ADAL" clId="{4967B734-A465-2844-BA15-7FBACE49D2F8}" dt="2022-10-10T05:38:42.742" v="2693" actId="20577"/>
        <pc:sldMkLst>
          <pc:docMk/>
          <pc:sldMk cId="3156887330" sldId="277"/>
        </pc:sldMkLst>
        <pc:spChg chg="mod">
          <ac:chgData name="Riccardo Berta" userId="c8694f89-bba4-4576-b0a8-456619ca5a8c" providerId="ADAL" clId="{4967B734-A465-2844-BA15-7FBACE49D2F8}" dt="2022-10-04T09:34:47.105" v="1828" actId="20577"/>
          <ac:spMkLst>
            <pc:docMk/>
            <pc:sldMk cId="3156887330" sldId="277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10T05:38:42.742" v="2693" actId="20577"/>
          <ac:spMkLst>
            <pc:docMk/>
            <pc:sldMk cId="3156887330" sldId="277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09:39:19.764" v="1943" actId="1076"/>
          <ac:picMkLst>
            <pc:docMk/>
            <pc:sldMk cId="3156887330" sldId="277"/>
            <ac:picMk id="3" creationId="{EC767993-3E78-5F54-36E2-E40875AD49A1}"/>
          </ac:picMkLst>
        </pc:picChg>
      </pc:sldChg>
      <pc:sldChg chg="addSp modSp add mod">
        <pc:chgData name="Riccardo Berta" userId="c8694f89-bba4-4576-b0a8-456619ca5a8c" providerId="ADAL" clId="{4967B734-A465-2844-BA15-7FBACE49D2F8}" dt="2022-10-04T09:50:43.485" v="2061" actId="1076"/>
        <pc:sldMkLst>
          <pc:docMk/>
          <pc:sldMk cId="1586284290" sldId="278"/>
        </pc:sldMkLst>
        <pc:spChg chg="mod">
          <ac:chgData name="Riccardo Berta" userId="c8694f89-bba4-4576-b0a8-456619ca5a8c" providerId="ADAL" clId="{4967B734-A465-2844-BA15-7FBACE49D2F8}" dt="2022-10-04T09:39:46.696" v="1972" actId="20577"/>
          <ac:spMkLst>
            <pc:docMk/>
            <pc:sldMk cId="1586284290" sldId="278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09:50:25.842" v="2059" actId="20577"/>
          <ac:spMkLst>
            <pc:docMk/>
            <pc:sldMk cId="1586284290" sldId="278"/>
            <ac:spMk id="84" creationId="{00000000-0000-0000-0000-000000000000}"/>
          </ac:spMkLst>
        </pc:spChg>
        <pc:picChg chg="add mod modCrop">
          <ac:chgData name="Riccardo Berta" userId="c8694f89-bba4-4576-b0a8-456619ca5a8c" providerId="ADAL" clId="{4967B734-A465-2844-BA15-7FBACE49D2F8}" dt="2022-10-04T09:48:54.619" v="2028" actId="1076"/>
          <ac:picMkLst>
            <pc:docMk/>
            <pc:sldMk cId="1586284290" sldId="278"/>
            <ac:picMk id="3" creationId="{EC904396-95B0-3596-C30B-F4DAD67A93A0}"/>
          </ac:picMkLst>
        </pc:picChg>
        <pc:picChg chg="add mod">
          <ac:chgData name="Riccardo Berta" userId="c8694f89-bba4-4576-b0a8-456619ca5a8c" providerId="ADAL" clId="{4967B734-A465-2844-BA15-7FBACE49D2F8}" dt="2022-10-04T09:50:43.485" v="2061" actId="1076"/>
          <ac:picMkLst>
            <pc:docMk/>
            <pc:sldMk cId="1586284290" sldId="278"/>
            <ac:picMk id="5" creationId="{F263AB65-02BC-B30C-60E2-24FB398F2F09}"/>
          </ac:picMkLst>
        </pc:picChg>
      </pc:sldChg>
      <pc:sldChg chg="del">
        <pc:chgData name="Riccardo Berta" userId="c8694f89-bba4-4576-b0a8-456619ca5a8c" providerId="ADAL" clId="{4967B734-A465-2844-BA15-7FBACE49D2F8}" dt="2022-10-04T06:54:07.594" v="59" actId="2696"/>
        <pc:sldMkLst>
          <pc:docMk/>
          <pc:sldMk cId="3024273348" sldId="278"/>
        </pc:sldMkLst>
      </pc:sldChg>
      <pc:sldChg chg="del">
        <pc:chgData name="Riccardo Berta" userId="c8694f89-bba4-4576-b0a8-456619ca5a8c" providerId="ADAL" clId="{4967B734-A465-2844-BA15-7FBACE49D2F8}" dt="2022-10-04T06:54:08.017" v="60" actId="2696"/>
        <pc:sldMkLst>
          <pc:docMk/>
          <pc:sldMk cId="2505677359" sldId="279"/>
        </pc:sldMkLst>
      </pc:sldChg>
      <pc:sldChg chg="modSp add mod">
        <pc:chgData name="Riccardo Berta" userId="c8694f89-bba4-4576-b0a8-456619ca5a8c" providerId="ADAL" clId="{4967B734-A465-2844-BA15-7FBACE49D2F8}" dt="2022-10-04T09:56:29.719" v="2268" actId="404"/>
        <pc:sldMkLst>
          <pc:docMk/>
          <pc:sldMk cId="2677523252" sldId="279"/>
        </pc:sldMkLst>
        <pc:spChg chg="mod">
          <ac:chgData name="Riccardo Berta" userId="c8694f89-bba4-4576-b0a8-456619ca5a8c" providerId="ADAL" clId="{4967B734-A465-2844-BA15-7FBACE49D2F8}" dt="2022-10-04T09:51:16.166" v="2076" actId="20577"/>
          <ac:spMkLst>
            <pc:docMk/>
            <pc:sldMk cId="2677523252" sldId="279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09:56:29.719" v="2268" actId="404"/>
          <ac:spMkLst>
            <pc:docMk/>
            <pc:sldMk cId="2677523252" sldId="279"/>
            <ac:spMk id="84" creationId="{00000000-0000-0000-0000-000000000000}"/>
          </ac:spMkLst>
        </pc:spChg>
      </pc:sldChg>
      <pc:sldChg chg="addSp delSp modSp add mod">
        <pc:chgData name="Riccardo Berta" userId="c8694f89-bba4-4576-b0a8-456619ca5a8c" providerId="ADAL" clId="{4967B734-A465-2844-BA15-7FBACE49D2F8}" dt="2022-10-10T05:41:52.141" v="2700" actId="1036"/>
        <pc:sldMkLst>
          <pc:docMk/>
          <pc:sldMk cId="635836889" sldId="280"/>
        </pc:sldMkLst>
        <pc:spChg chg="add del mod">
          <ac:chgData name="Riccardo Berta" userId="c8694f89-bba4-4576-b0a8-456619ca5a8c" providerId="ADAL" clId="{4967B734-A465-2844-BA15-7FBACE49D2F8}" dt="2022-10-04T10:06:24.142" v="2388"/>
          <ac:spMkLst>
            <pc:docMk/>
            <pc:sldMk cId="635836889" sldId="280"/>
            <ac:spMk id="4" creationId="{CD5234B4-8570-26AF-D55A-23B29365C2EC}"/>
          </ac:spMkLst>
        </pc:spChg>
        <pc:spChg chg="mod">
          <ac:chgData name="Riccardo Berta" userId="c8694f89-bba4-4576-b0a8-456619ca5a8c" providerId="ADAL" clId="{4967B734-A465-2844-BA15-7FBACE49D2F8}" dt="2022-10-04T10:04:00.493" v="2348" actId="20577"/>
          <ac:spMkLst>
            <pc:docMk/>
            <pc:sldMk cId="635836889" sldId="280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10T05:41:42.757" v="2695" actId="20577"/>
          <ac:spMkLst>
            <pc:docMk/>
            <pc:sldMk cId="635836889" sldId="280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10T05:41:52.141" v="2700" actId="1036"/>
          <ac:picMkLst>
            <pc:docMk/>
            <pc:sldMk cId="635836889" sldId="280"/>
            <ac:picMk id="3" creationId="{9D698964-6810-0A38-210E-1AC551FB61ED}"/>
          </ac:picMkLst>
        </pc:picChg>
      </pc:sldChg>
      <pc:sldChg chg="del">
        <pc:chgData name="Riccardo Berta" userId="c8694f89-bba4-4576-b0a8-456619ca5a8c" providerId="ADAL" clId="{4967B734-A465-2844-BA15-7FBACE49D2F8}" dt="2022-10-04T06:54:08.481" v="61" actId="2696"/>
        <pc:sldMkLst>
          <pc:docMk/>
          <pc:sldMk cId="3525330065" sldId="280"/>
        </pc:sldMkLst>
      </pc:sldChg>
      <pc:sldChg chg="del">
        <pc:chgData name="Riccardo Berta" userId="c8694f89-bba4-4576-b0a8-456619ca5a8c" providerId="ADAL" clId="{4967B734-A465-2844-BA15-7FBACE49D2F8}" dt="2022-10-04T06:54:08.911" v="62" actId="2696"/>
        <pc:sldMkLst>
          <pc:docMk/>
          <pc:sldMk cId="349541788" sldId="281"/>
        </pc:sldMkLst>
      </pc:sldChg>
      <pc:sldChg chg="addSp modSp add mod">
        <pc:chgData name="Riccardo Berta" userId="c8694f89-bba4-4576-b0a8-456619ca5a8c" providerId="ADAL" clId="{4967B734-A465-2844-BA15-7FBACE49D2F8}" dt="2022-10-04T10:06:15.809" v="2385" actId="1076"/>
        <pc:sldMkLst>
          <pc:docMk/>
          <pc:sldMk cId="2288803032" sldId="281"/>
        </pc:sldMkLst>
        <pc:spChg chg="mod">
          <ac:chgData name="Riccardo Berta" userId="c8694f89-bba4-4576-b0a8-456619ca5a8c" providerId="ADAL" clId="{4967B734-A465-2844-BA15-7FBACE49D2F8}" dt="2022-10-04T10:04:07.647" v="2351" actId="20577"/>
          <ac:spMkLst>
            <pc:docMk/>
            <pc:sldMk cId="2288803032" sldId="281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10:06:05.744" v="2382" actId="113"/>
          <ac:spMkLst>
            <pc:docMk/>
            <pc:sldMk cId="2288803032" sldId="281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10:06:15.809" v="2385" actId="1076"/>
          <ac:picMkLst>
            <pc:docMk/>
            <pc:sldMk cId="2288803032" sldId="281"/>
            <ac:picMk id="3" creationId="{54E22ADE-C1D5-4C60-42F1-3C4C79C16916}"/>
          </ac:picMkLst>
        </pc:picChg>
      </pc:sldChg>
      <pc:sldChg chg="addSp delSp modSp add mod">
        <pc:chgData name="Riccardo Berta" userId="c8694f89-bba4-4576-b0a8-456619ca5a8c" providerId="ADAL" clId="{4967B734-A465-2844-BA15-7FBACE49D2F8}" dt="2022-10-04T10:16:31.835" v="2463" actId="20577"/>
        <pc:sldMkLst>
          <pc:docMk/>
          <pc:sldMk cId="663506827" sldId="282"/>
        </pc:sldMkLst>
        <pc:spChg chg="mod">
          <ac:chgData name="Riccardo Berta" userId="c8694f89-bba4-4576-b0a8-456619ca5a8c" providerId="ADAL" clId="{4967B734-A465-2844-BA15-7FBACE49D2F8}" dt="2022-10-04T10:16:31.835" v="2463" actId="20577"/>
          <ac:spMkLst>
            <pc:docMk/>
            <pc:sldMk cId="663506827" sldId="282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10:07:50.041" v="2416" actId="1076"/>
          <ac:spMkLst>
            <pc:docMk/>
            <pc:sldMk cId="663506827" sldId="282"/>
            <ac:spMk id="84" creationId="{00000000-0000-0000-0000-000000000000}"/>
          </ac:spMkLst>
        </pc:spChg>
        <pc:picChg chg="del">
          <ac:chgData name="Riccardo Berta" userId="c8694f89-bba4-4576-b0a8-456619ca5a8c" providerId="ADAL" clId="{4967B734-A465-2844-BA15-7FBACE49D2F8}" dt="2022-10-04T10:06:28.259" v="2391" actId="478"/>
          <ac:picMkLst>
            <pc:docMk/>
            <pc:sldMk cId="663506827" sldId="282"/>
            <ac:picMk id="3" creationId="{54E22ADE-C1D5-4C60-42F1-3C4C79C16916}"/>
          </ac:picMkLst>
        </pc:picChg>
        <pc:picChg chg="add mod">
          <ac:chgData name="Riccardo Berta" userId="c8694f89-bba4-4576-b0a8-456619ca5a8c" providerId="ADAL" clId="{4967B734-A465-2844-BA15-7FBACE49D2F8}" dt="2022-10-04T10:07:56.607" v="2418" actId="1076"/>
          <ac:picMkLst>
            <pc:docMk/>
            <pc:sldMk cId="663506827" sldId="282"/>
            <ac:picMk id="4" creationId="{CB17357D-3BA1-B6CF-F4B0-06F6D3C3026E}"/>
          </ac:picMkLst>
        </pc:picChg>
      </pc:sldChg>
      <pc:sldChg chg="del">
        <pc:chgData name="Riccardo Berta" userId="c8694f89-bba4-4576-b0a8-456619ca5a8c" providerId="ADAL" clId="{4967B734-A465-2844-BA15-7FBACE49D2F8}" dt="2022-10-04T06:54:09.464" v="63" actId="2696"/>
        <pc:sldMkLst>
          <pc:docMk/>
          <pc:sldMk cId="2584172506" sldId="282"/>
        </pc:sldMkLst>
      </pc:sldChg>
      <pc:sldChg chg="addSp delSp modSp add mod">
        <pc:chgData name="Riccardo Berta" userId="c8694f89-bba4-4576-b0a8-456619ca5a8c" providerId="ADAL" clId="{4967B734-A465-2844-BA15-7FBACE49D2F8}" dt="2022-10-04T10:17:39.088" v="2550" actId="20577"/>
        <pc:sldMkLst>
          <pc:docMk/>
          <pc:sldMk cId="2423864326" sldId="283"/>
        </pc:sldMkLst>
        <pc:spChg chg="mod">
          <ac:chgData name="Riccardo Berta" userId="c8694f89-bba4-4576-b0a8-456619ca5a8c" providerId="ADAL" clId="{4967B734-A465-2844-BA15-7FBACE49D2F8}" dt="2022-10-04T10:16:35.426" v="2465" actId="20577"/>
          <ac:spMkLst>
            <pc:docMk/>
            <pc:sldMk cId="2423864326" sldId="283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10:17:39.088" v="2550" actId="20577"/>
          <ac:spMkLst>
            <pc:docMk/>
            <pc:sldMk cId="2423864326" sldId="283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10:16:40.395" v="2467" actId="1076"/>
          <ac:picMkLst>
            <pc:docMk/>
            <pc:sldMk cId="2423864326" sldId="283"/>
            <ac:picMk id="3" creationId="{A9220B9F-26DE-F97C-B182-0C5B8ACF52A6}"/>
          </ac:picMkLst>
        </pc:picChg>
        <pc:picChg chg="del">
          <ac:chgData name="Riccardo Berta" userId="c8694f89-bba4-4576-b0a8-456619ca5a8c" providerId="ADAL" clId="{4967B734-A465-2844-BA15-7FBACE49D2F8}" dt="2022-10-04T10:08:28.635" v="2424" actId="478"/>
          <ac:picMkLst>
            <pc:docMk/>
            <pc:sldMk cId="2423864326" sldId="283"/>
            <ac:picMk id="4" creationId="{CB17357D-3BA1-B6CF-F4B0-06F6D3C3026E}"/>
          </ac:picMkLst>
        </pc:picChg>
        <pc:picChg chg="add del mod">
          <ac:chgData name="Riccardo Berta" userId="c8694f89-bba4-4576-b0a8-456619ca5a8c" providerId="ADAL" clId="{4967B734-A465-2844-BA15-7FBACE49D2F8}" dt="2022-10-04T10:15:22.510" v="2440" actId="21"/>
          <ac:picMkLst>
            <pc:docMk/>
            <pc:sldMk cId="2423864326" sldId="283"/>
            <ac:picMk id="6" creationId="{47EEA959-CD75-423F-FF11-1B537B275B90}"/>
          </ac:picMkLst>
        </pc:picChg>
      </pc:sldChg>
      <pc:sldChg chg="del">
        <pc:chgData name="Riccardo Berta" userId="c8694f89-bba4-4576-b0a8-456619ca5a8c" providerId="ADAL" clId="{4967B734-A465-2844-BA15-7FBACE49D2F8}" dt="2022-10-04T06:54:09.892" v="64" actId="2696"/>
        <pc:sldMkLst>
          <pc:docMk/>
          <pc:sldMk cId="2548826204" sldId="283"/>
        </pc:sldMkLst>
      </pc:sldChg>
      <pc:sldChg chg="add del">
        <pc:chgData name="Riccardo Berta" userId="c8694f89-bba4-4576-b0a8-456619ca5a8c" providerId="ADAL" clId="{4967B734-A465-2844-BA15-7FBACE49D2F8}" dt="2022-10-04T10:14:48.405" v="2429"/>
        <pc:sldMkLst>
          <pc:docMk/>
          <pc:sldMk cId="196183857" sldId="284"/>
        </pc:sldMkLst>
      </pc:sldChg>
      <pc:sldChg chg="addSp delSp modSp add mod">
        <pc:chgData name="Riccardo Berta" userId="c8694f89-bba4-4576-b0a8-456619ca5a8c" providerId="ADAL" clId="{4967B734-A465-2844-BA15-7FBACE49D2F8}" dt="2022-10-04T10:16:23.053" v="2461" actId="1076"/>
        <pc:sldMkLst>
          <pc:docMk/>
          <pc:sldMk cId="852930802" sldId="284"/>
        </pc:sldMkLst>
        <pc:spChg chg="mod">
          <ac:chgData name="Riccardo Berta" userId="c8694f89-bba4-4576-b0a8-456619ca5a8c" providerId="ADAL" clId="{4967B734-A465-2844-BA15-7FBACE49D2F8}" dt="2022-10-04T10:15:10.060" v="2434" actId="20577"/>
          <ac:spMkLst>
            <pc:docMk/>
            <pc:sldMk cId="852930802" sldId="284"/>
            <ac:spMk id="83" creationId="{00000000-0000-0000-0000-000000000000}"/>
          </ac:spMkLst>
        </pc:spChg>
        <pc:spChg chg="mod">
          <ac:chgData name="Riccardo Berta" userId="c8694f89-bba4-4576-b0a8-456619ca5a8c" providerId="ADAL" clId="{4967B734-A465-2844-BA15-7FBACE49D2F8}" dt="2022-10-04T10:16:02.996" v="2458" actId="20577"/>
          <ac:spMkLst>
            <pc:docMk/>
            <pc:sldMk cId="852930802" sldId="284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4967B734-A465-2844-BA15-7FBACE49D2F8}" dt="2022-10-04T10:16:23.053" v="2461" actId="1076"/>
          <ac:picMkLst>
            <pc:docMk/>
            <pc:sldMk cId="852930802" sldId="284"/>
            <ac:picMk id="2" creationId="{DF568B29-4E99-A3CF-2B9A-96B190172962}"/>
          </ac:picMkLst>
        </pc:picChg>
        <pc:picChg chg="del">
          <ac:chgData name="Riccardo Berta" userId="c8694f89-bba4-4576-b0a8-456619ca5a8c" providerId="ADAL" clId="{4967B734-A465-2844-BA15-7FBACE49D2F8}" dt="2022-10-04T10:15:11.873" v="2435" actId="478"/>
          <ac:picMkLst>
            <pc:docMk/>
            <pc:sldMk cId="852930802" sldId="284"/>
            <ac:picMk id="3" creationId="{54E22ADE-C1D5-4C60-42F1-3C4C79C16916}"/>
          </ac:picMkLst>
        </pc:picChg>
      </pc:sldChg>
      <pc:sldChg chg="del">
        <pc:chgData name="Riccardo Berta" userId="c8694f89-bba4-4576-b0a8-456619ca5a8c" providerId="ADAL" clId="{4967B734-A465-2844-BA15-7FBACE49D2F8}" dt="2022-10-04T06:54:10.321" v="65" actId="2696"/>
        <pc:sldMkLst>
          <pc:docMk/>
          <pc:sldMk cId="3494619461" sldId="284"/>
        </pc:sldMkLst>
      </pc:sldChg>
      <pc:sldChg chg="del">
        <pc:chgData name="Riccardo Berta" userId="c8694f89-bba4-4576-b0a8-456619ca5a8c" providerId="ADAL" clId="{4967B734-A465-2844-BA15-7FBACE49D2F8}" dt="2022-10-04T06:54:10.985" v="66" actId="2696"/>
        <pc:sldMkLst>
          <pc:docMk/>
          <pc:sldMk cId="3458162749" sldId="285"/>
        </pc:sldMkLst>
      </pc:sldChg>
      <pc:sldChg chg="del">
        <pc:chgData name="Riccardo Berta" userId="c8694f89-bba4-4576-b0a8-456619ca5a8c" providerId="ADAL" clId="{4967B734-A465-2844-BA15-7FBACE49D2F8}" dt="2022-10-04T06:54:13.372" v="69" actId="2696"/>
        <pc:sldMkLst>
          <pc:docMk/>
          <pc:sldMk cId="3186725423" sldId="286"/>
        </pc:sldMkLst>
      </pc:sldChg>
      <pc:sldChg chg="del">
        <pc:chgData name="Riccardo Berta" userId="c8694f89-bba4-4576-b0a8-456619ca5a8c" providerId="ADAL" clId="{4967B734-A465-2844-BA15-7FBACE49D2F8}" dt="2022-10-04T06:54:04.705" v="53" actId="2696"/>
        <pc:sldMkLst>
          <pc:docMk/>
          <pc:sldMk cId="1166550415" sldId="288"/>
        </pc:sldMkLst>
      </pc:sldChg>
      <pc:sldChg chg="del">
        <pc:chgData name="Riccardo Berta" userId="c8694f89-bba4-4576-b0a8-456619ca5a8c" providerId="ADAL" clId="{4967B734-A465-2844-BA15-7FBACE49D2F8}" dt="2022-10-04T06:54:12.030" v="67" actId="2696"/>
        <pc:sldMkLst>
          <pc:docMk/>
          <pc:sldMk cId="0" sldId="344"/>
        </pc:sldMkLst>
      </pc:sldChg>
      <pc:sldChg chg="del">
        <pc:chgData name="Riccardo Berta" userId="c8694f89-bba4-4576-b0a8-456619ca5a8c" providerId="ADAL" clId="{4967B734-A465-2844-BA15-7FBACE49D2F8}" dt="2022-10-04T06:54:12.601" v="68" actId="2696"/>
        <pc:sldMkLst>
          <pc:docMk/>
          <pc:sldMk cId="615642029" sldId="403"/>
        </pc:sldMkLst>
      </pc:sldChg>
      <pc:sldMasterChg chg="delSldLayout">
        <pc:chgData name="Riccardo Berta" userId="c8694f89-bba4-4576-b0a8-456619ca5a8c" providerId="ADAL" clId="{4967B734-A465-2844-BA15-7FBACE49D2F8}" dt="2022-10-04T06:54:12.601" v="68" actId="2696"/>
        <pc:sldMasterMkLst>
          <pc:docMk/>
          <pc:sldMasterMk cId="0" sldId="2147483659"/>
        </pc:sldMasterMkLst>
        <pc:sldLayoutChg chg="del">
          <pc:chgData name="Riccardo Berta" userId="c8694f89-bba4-4576-b0a8-456619ca5a8c" providerId="ADAL" clId="{4967B734-A465-2844-BA15-7FBACE49D2F8}" dt="2022-10-04T06:54:12.601" v="68" actId="2696"/>
          <pc:sldLayoutMkLst>
            <pc:docMk/>
            <pc:sldMasterMk cId="0" sldId="2147483659"/>
            <pc:sldLayoutMk cId="2937273629" sldId="2147483660"/>
          </pc:sldLayoutMkLst>
        </pc:sldLayoutChg>
      </pc:sldMasterChg>
    </pc:docChg>
  </pc:docChgLst>
  <pc:docChgLst>
    <pc:chgData name="Riccardo Berta" userId="c8694f89-bba4-4576-b0a8-456619ca5a8c" providerId="ADAL" clId="{35C5D11B-424E-5B41-A9C4-509DD0A59BFD}"/>
    <pc:docChg chg="custSel delSld modSld sldOrd">
      <pc:chgData name="Riccardo Berta" userId="c8694f89-bba4-4576-b0a8-456619ca5a8c" providerId="ADAL" clId="{35C5D11B-424E-5B41-A9C4-509DD0A59BFD}" dt="2022-04-01T12:12:56.906" v="135" actId="20577"/>
      <pc:docMkLst>
        <pc:docMk/>
      </pc:docMkLst>
      <pc:sldChg chg="modSp">
        <pc:chgData name="Riccardo Berta" userId="c8694f89-bba4-4576-b0a8-456619ca5a8c" providerId="ADAL" clId="{35C5D11B-424E-5B41-A9C4-509DD0A59BFD}" dt="2022-03-22T07:34:03.014" v="5"/>
        <pc:sldMkLst>
          <pc:docMk/>
          <pc:sldMk cId="0" sldId="257"/>
        </pc:sldMkLst>
        <pc:picChg chg="mod">
          <ac:chgData name="Riccardo Berta" userId="c8694f89-bba4-4576-b0a8-456619ca5a8c" providerId="ADAL" clId="{35C5D11B-424E-5B41-A9C4-509DD0A59BFD}" dt="2022-03-22T07:34:03.014" v="5"/>
          <ac:picMkLst>
            <pc:docMk/>
            <pc:sldMk cId="0" sldId="257"/>
            <ac:picMk id="85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34:23.187" v="6"/>
        <pc:sldMkLst>
          <pc:docMk/>
          <pc:sldMk cId="1899110855" sldId="258"/>
        </pc:sldMkLst>
        <pc:picChg chg="mod">
          <ac:chgData name="Riccardo Berta" userId="c8694f89-bba4-4576-b0a8-456619ca5a8c" providerId="ADAL" clId="{35C5D11B-424E-5B41-A9C4-509DD0A59BFD}" dt="2022-03-22T07:34:23.187" v="6"/>
          <ac:picMkLst>
            <pc:docMk/>
            <pc:sldMk cId="1899110855" sldId="258"/>
            <ac:picMk id="92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39:20.191" v="16"/>
        <pc:sldMkLst>
          <pc:docMk/>
          <pc:sldMk cId="3018556184" sldId="259"/>
        </pc:sldMkLst>
        <pc:picChg chg="mod">
          <ac:chgData name="Riccardo Berta" userId="c8694f89-bba4-4576-b0a8-456619ca5a8c" providerId="ADAL" clId="{35C5D11B-424E-5B41-A9C4-509DD0A59BFD}" dt="2022-03-22T07:38:22.524" v="12"/>
          <ac:picMkLst>
            <pc:docMk/>
            <pc:sldMk cId="3018556184" sldId="259"/>
            <ac:picMk id="99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8:34.539" v="13"/>
          <ac:picMkLst>
            <pc:docMk/>
            <pc:sldMk cId="3018556184" sldId="259"/>
            <ac:picMk id="100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8:47.480" v="14"/>
          <ac:picMkLst>
            <pc:docMk/>
            <pc:sldMk cId="3018556184" sldId="259"/>
            <ac:picMk id="101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8:59.538" v="15"/>
          <ac:picMkLst>
            <pc:docMk/>
            <pc:sldMk cId="3018556184" sldId="259"/>
            <ac:picMk id="102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9:20.191" v="16"/>
          <ac:picMkLst>
            <pc:docMk/>
            <pc:sldMk cId="3018556184" sldId="259"/>
            <ac:picMk id="103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3-23T07:58:19.601" v="41" actId="20577"/>
        <pc:sldMkLst>
          <pc:docMk/>
          <pc:sldMk cId="1104208334" sldId="260"/>
        </pc:sldMkLst>
        <pc:spChg chg="mod">
          <ac:chgData name="Riccardo Berta" userId="c8694f89-bba4-4576-b0a8-456619ca5a8c" providerId="ADAL" clId="{35C5D11B-424E-5B41-A9C4-509DD0A59BFD}" dt="2022-03-23T07:58:19.601" v="41" actId="20577"/>
          <ac:spMkLst>
            <pc:docMk/>
            <pc:sldMk cId="1104208334" sldId="260"/>
            <ac:spMk id="109" creationId="{00000000-0000-0000-0000-000000000000}"/>
          </ac:spMkLst>
        </pc:spChg>
        <pc:picChg chg="mod">
          <ac:chgData name="Riccardo Berta" userId="c8694f89-bba4-4576-b0a8-456619ca5a8c" providerId="ADAL" clId="{35C5D11B-424E-5B41-A9C4-509DD0A59BFD}" dt="2022-03-22T07:40:02.780" v="18"/>
          <ac:picMkLst>
            <pc:docMk/>
            <pc:sldMk cId="1104208334" sldId="260"/>
            <ac:picMk id="110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9:46.143" v="17"/>
          <ac:picMkLst>
            <pc:docMk/>
            <pc:sldMk cId="1104208334" sldId="260"/>
            <ac:picMk id="111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2:45.729" v="19"/>
        <pc:sldMkLst>
          <pc:docMk/>
          <pc:sldMk cId="1290395919" sldId="261"/>
        </pc:sldMkLst>
        <pc:picChg chg="mod">
          <ac:chgData name="Riccardo Berta" userId="c8694f89-bba4-4576-b0a8-456619ca5a8c" providerId="ADAL" clId="{35C5D11B-424E-5B41-A9C4-509DD0A59BFD}" dt="2022-03-22T07:42:45.729" v="19"/>
          <ac:picMkLst>
            <pc:docMk/>
            <pc:sldMk cId="1290395919" sldId="261"/>
            <ac:picMk id="119" creationId="{00000000-0000-0000-0000-000000000000}"/>
          </ac:picMkLst>
        </pc:picChg>
      </pc:sldChg>
      <pc:sldChg chg="modSp mod modNotes">
        <pc:chgData name="Riccardo Berta" userId="c8694f89-bba4-4576-b0a8-456619ca5a8c" providerId="ADAL" clId="{35C5D11B-424E-5B41-A9C4-509DD0A59BFD}" dt="2022-03-25T14:38:53.205" v="88" actId="20577"/>
        <pc:sldMkLst>
          <pc:docMk/>
          <pc:sldMk cId="4130549615" sldId="262"/>
        </pc:sldMkLst>
        <pc:spChg chg="mod">
          <ac:chgData name="Riccardo Berta" userId="c8694f89-bba4-4576-b0a8-456619ca5a8c" providerId="ADAL" clId="{35C5D11B-424E-5B41-A9C4-509DD0A59BFD}" dt="2022-03-25T14:38:53.205" v="88" actId="20577"/>
          <ac:spMkLst>
            <pc:docMk/>
            <pc:sldMk cId="4130549615" sldId="262"/>
            <ac:spMk id="125" creationId="{00000000-0000-0000-0000-000000000000}"/>
          </ac:spMkLst>
        </pc:spChg>
        <pc:picChg chg="mod">
          <ac:chgData name="Riccardo Berta" userId="c8694f89-bba4-4576-b0a8-456619ca5a8c" providerId="ADAL" clId="{35C5D11B-424E-5B41-A9C4-509DD0A59BFD}" dt="2022-03-22T07:43:02.767" v="20"/>
          <ac:picMkLst>
            <pc:docMk/>
            <pc:sldMk cId="4130549615" sldId="262"/>
            <ac:picMk id="126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3:16.691" v="21"/>
        <pc:sldMkLst>
          <pc:docMk/>
          <pc:sldMk cId="3102138681" sldId="263"/>
        </pc:sldMkLst>
        <pc:picChg chg="mod">
          <ac:chgData name="Riccardo Berta" userId="c8694f89-bba4-4576-b0a8-456619ca5a8c" providerId="ADAL" clId="{35C5D11B-424E-5B41-A9C4-509DD0A59BFD}" dt="2022-03-22T07:43:16.691" v="21"/>
          <ac:picMkLst>
            <pc:docMk/>
            <pc:sldMk cId="3102138681" sldId="263"/>
            <ac:picMk id="133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3-25T15:16:54.434" v="126" actId="20577"/>
        <pc:sldMkLst>
          <pc:docMk/>
          <pc:sldMk cId="2113557187" sldId="264"/>
        </pc:sldMkLst>
        <pc:spChg chg="mod">
          <ac:chgData name="Riccardo Berta" userId="c8694f89-bba4-4576-b0a8-456619ca5a8c" providerId="ADAL" clId="{35C5D11B-424E-5B41-A9C4-509DD0A59BFD}" dt="2022-03-25T15:16:54.434" v="126" actId="20577"/>
          <ac:spMkLst>
            <pc:docMk/>
            <pc:sldMk cId="2113557187" sldId="264"/>
            <ac:spMk id="139" creationId="{00000000-0000-0000-0000-000000000000}"/>
          </ac:spMkLst>
        </pc:spChg>
        <pc:picChg chg="mod">
          <ac:chgData name="Riccardo Berta" userId="c8694f89-bba4-4576-b0a8-456619ca5a8c" providerId="ADAL" clId="{35C5D11B-424E-5B41-A9C4-509DD0A59BFD}" dt="2022-03-22T07:43:33.267" v="22"/>
          <ac:picMkLst>
            <pc:docMk/>
            <pc:sldMk cId="2113557187" sldId="264"/>
            <ac:picMk id="141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3:50.362" v="23"/>
          <ac:picMkLst>
            <pc:docMk/>
            <pc:sldMk cId="2113557187" sldId="264"/>
            <ac:picMk id="142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4:03.240" v="24"/>
        <pc:sldMkLst>
          <pc:docMk/>
          <pc:sldMk cId="2045385232" sldId="265"/>
        </pc:sldMkLst>
        <pc:picChg chg="mod">
          <ac:chgData name="Riccardo Berta" userId="c8694f89-bba4-4576-b0a8-456619ca5a8c" providerId="ADAL" clId="{35C5D11B-424E-5B41-A9C4-509DD0A59BFD}" dt="2022-03-22T07:44:03.240" v="24"/>
          <ac:picMkLst>
            <pc:docMk/>
            <pc:sldMk cId="2045385232" sldId="265"/>
            <ac:picMk id="149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4:22.734" v="25"/>
        <pc:sldMkLst>
          <pc:docMk/>
          <pc:sldMk cId="4181844165" sldId="266"/>
        </pc:sldMkLst>
        <pc:picChg chg="mod">
          <ac:chgData name="Riccardo Berta" userId="c8694f89-bba4-4576-b0a8-456619ca5a8c" providerId="ADAL" clId="{35C5D11B-424E-5B41-A9C4-509DD0A59BFD}" dt="2022-03-22T07:44:22.734" v="25"/>
          <ac:picMkLst>
            <pc:docMk/>
            <pc:sldMk cId="4181844165" sldId="266"/>
            <ac:picMk id="156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4-01T12:12:56.906" v="135" actId="20577"/>
        <pc:sldMkLst>
          <pc:docMk/>
          <pc:sldMk cId="216455838" sldId="267"/>
        </pc:sldMkLst>
        <pc:spChg chg="mod">
          <ac:chgData name="Riccardo Berta" userId="c8694f89-bba4-4576-b0a8-456619ca5a8c" providerId="ADAL" clId="{35C5D11B-424E-5B41-A9C4-509DD0A59BFD}" dt="2022-04-01T12:12:56.906" v="135" actId="20577"/>
          <ac:spMkLst>
            <pc:docMk/>
            <pc:sldMk cId="216455838" sldId="267"/>
            <ac:spMk id="162" creationId="{00000000-0000-0000-0000-000000000000}"/>
          </ac:spMkLst>
        </pc:spChg>
        <pc:picChg chg="mod">
          <ac:chgData name="Riccardo Berta" userId="c8694f89-bba4-4576-b0a8-456619ca5a8c" providerId="ADAL" clId="{35C5D11B-424E-5B41-A9C4-509DD0A59BFD}" dt="2022-03-22T07:44:34.392" v="26"/>
          <ac:picMkLst>
            <pc:docMk/>
            <pc:sldMk cId="216455838" sldId="267"/>
            <ac:picMk id="163" creationId="{00000000-0000-0000-0000-000000000000}"/>
          </ac:picMkLst>
        </pc:picChg>
      </pc:sldChg>
      <pc:sldChg chg="del">
        <pc:chgData name="Riccardo Berta" userId="c8694f89-bba4-4576-b0a8-456619ca5a8c" providerId="ADAL" clId="{35C5D11B-424E-5B41-A9C4-509DD0A59BFD}" dt="2022-03-22T07:29:13.529" v="3" actId="2696"/>
        <pc:sldMkLst>
          <pc:docMk/>
          <pc:sldMk cId="925286286" sldId="268"/>
        </pc:sldMkLst>
      </pc:sldChg>
      <pc:sldChg chg="modSp">
        <pc:chgData name="Riccardo Berta" userId="c8694f89-bba4-4576-b0a8-456619ca5a8c" providerId="ADAL" clId="{35C5D11B-424E-5B41-A9C4-509DD0A59BFD}" dt="2022-03-22T07:44:59.403" v="28"/>
        <pc:sldMkLst>
          <pc:docMk/>
          <pc:sldMk cId="3471997037" sldId="269"/>
        </pc:sldMkLst>
        <pc:picChg chg="mod">
          <ac:chgData name="Riccardo Berta" userId="c8694f89-bba4-4576-b0a8-456619ca5a8c" providerId="ADAL" clId="{35C5D11B-424E-5B41-A9C4-509DD0A59BFD}" dt="2022-03-22T07:44:47.754" v="27"/>
          <ac:picMkLst>
            <pc:docMk/>
            <pc:sldMk cId="3471997037" sldId="269"/>
            <ac:picMk id="176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4:59.403" v="28"/>
          <ac:picMkLst>
            <pc:docMk/>
            <pc:sldMk cId="3471997037" sldId="269"/>
            <ac:picMk id="177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3-22T07:47:03.443" v="33"/>
        <pc:sldMkLst>
          <pc:docMk/>
          <pc:sldMk cId="3130917410" sldId="270"/>
        </pc:sldMkLst>
        <pc:picChg chg="mod">
          <ac:chgData name="Riccardo Berta" userId="c8694f89-bba4-4576-b0a8-456619ca5a8c" providerId="ADAL" clId="{35C5D11B-424E-5B41-A9C4-509DD0A59BFD}" dt="2022-03-22T07:46:52.226" v="32"/>
          <ac:picMkLst>
            <pc:docMk/>
            <pc:sldMk cId="3130917410" sldId="270"/>
            <ac:picMk id="184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7:03.443" v="33"/>
          <ac:picMkLst>
            <pc:docMk/>
            <pc:sldMk cId="3130917410" sldId="270"/>
            <ac:picMk id="185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3-22T07:47:51.976" v="38"/>
        <pc:sldMkLst>
          <pc:docMk/>
          <pc:sldMk cId="2266699268" sldId="271"/>
        </pc:sldMkLst>
        <pc:picChg chg="mod">
          <ac:chgData name="Riccardo Berta" userId="c8694f89-bba4-4576-b0a8-456619ca5a8c" providerId="ADAL" clId="{35C5D11B-424E-5B41-A9C4-509DD0A59BFD}" dt="2022-03-22T07:47:14.728" v="34"/>
          <ac:picMkLst>
            <pc:docMk/>
            <pc:sldMk cId="2266699268" sldId="271"/>
            <ac:picMk id="193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7:31.485" v="36"/>
          <ac:picMkLst>
            <pc:docMk/>
            <pc:sldMk cId="2266699268" sldId="271"/>
            <ac:picMk id="194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7:51.976" v="38"/>
          <ac:picMkLst>
            <pc:docMk/>
            <pc:sldMk cId="2266699268" sldId="271"/>
            <ac:picMk id="195" creationId="{00000000-0000-0000-0000-000000000000}"/>
          </ac:picMkLst>
        </pc:picChg>
      </pc:sldChg>
      <pc:sldChg chg="modSp mod ord">
        <pc:chgData name="Riccardo Berta" userId="c8694f89-bba4-4576-b0a8-456619ca5a8c" providerId="ADAL" clId="{35C5D11B-424E-5B41-A9C4-509DD0A59BFD}" dt="2022-03-22T07:29:04.952" v="2"/>
        <pc:sldMkLst>
          <pc:docMk/>
          <pc:sldMk cId="993270251" sldId="272"/>
        </pc:sldMkLst>
        <pc:spChg chg="mod">
          <ac:chgData name="Riccardo Berta" userId="c8694f89-bba4-4576-b0a8-456619ca5a8c" providerId="ADAL" clId="{35C5D11B-424E-5B41-A9C4-509DD0A59BFD}" dt="2022-03-22T07:29:04.952" v="2"/>
          <ac:spMkLst>
            <pc:docMk/>
            <pc:sldMk cId="993270251" sldId="272"/>
            <ac:spMk id="201" creationId="{00000000-0000-0000-0000-000000000000}"/>
          </ac:spMkLst>
        </pc:spChg>
      </pc:sldChg>
      <pc:sldChg chg="modSp">
        <pc:chgData name="Riccardo Berta" userId="c8694f89-bba4-4576-b0a8-456619ca5a8c" providerId="ADAL" clId="{35C5D11B-424E-5B41-A9C4-509DD0A59BFD}" dt="2022-03-22T07:48:04.230" v="39"/>
        <pc:sldMkLst>
          <pc:docMk/>
          <pc:sldMk cId="3843819371" sldId="273"/>
        </pc:sldMkLst>
        <pc:picChg chg="mod">
          <ac:chgData name="Riccardo Berta" userId="c8694f89-bba4-4576-b0a8-456619ca5a8c" providerId="ADAL" clId="{35C5D11B-424E-5B41-A9C4-509DD0A59BFD}" dt="2022-03-22T07:48:04.230" v="39"/>
          <ac:picMkLst>
            <pc:docMk/>
            <pc:sldMk cId="3843819371" sldId="273"/>
            <ac:picMk id="210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8:21.111" v="40"/>
        <pc:sldMkLst>
          <pc:docMk/>
          <pc:sldMk cId="284781631" sldId="275"/>
        </pc:sldMkLst>
        <pc:picChg chg="mod">
          <ac:chgData name="Riccardo Berta" userId="c8694f89-bba4-4576-b0a8-456619ca5a8c" providerId="ADAL" clId="{35C5D11B-424E-5B41-A9C4-509DD0A59BFD}" dt="2022-03-22T07:48:21.111" v="40"/>
          <ac:picMkLst>
            <pc:docMk/>
            <pc:sldMk cId="284781631" sldId="275"/>
            <ac:picMk id="224" creationId="{00000000-0000-0000-0000-000000000000}"/>
          </ac:picMkLst>
        </pc:picChg>
      </pc:sldChg>
    </pc:docChg>
  </pc:docChgLst>
  <pc:docChgLst>
    <pc:chgData name="Riccardo Berta" userId="c8694f89-bba4-4576-b0a8-456619ca5a8c" providerId="ADAL" clId="{A8290FA7-622A-D149-8650-9DF3F18680D5}"/>
    <pc:docChg chg="undo redo custSel addSld delSld modSld sldOrd modMainMaster">
      <pc:chgData name="Riccardo Berta" userId="c8694f89-bba4-4576-b0a8-456619ca5a8c" providerId="ADAL" clId="{A8290FA7-622A-D149-8650-9DF3F18680D5}" dt="2022-07-27T13:36:04.688" v="2998"/>
      <pc:docMkLst>
        <pc:docMk/>
      </pc:docMkLst>
      <pc:sldChg chg="delSp modSp mod">
        <pc:chgData name="Riccardo Berta" userId="c8694f89-bba4-4576-b0a8-456619ca5a8c" providerId="ADAL" clId="{A8290FA7-622A-D149-8650-9DF3F18680D5}" dt="2022-07-27T13:35:14.530" v="2993" actId="20577"/>
        <pc:sldMkLst>
          <pc:docMk/>
          <pc:sldMk cId="0" sldId="256"/>
        </pc:sldMkLst>
        <pc:spChg chg="mod">
          <ac:chgData name="Riccardo Berta" userId="c8694f89-bba4-4576-b0a8-456619ca5a8c" providerId="ADAL" clId="{A8290FA7-622A-D149-8650-9DF3F18680D5}" dt="2022-07-27T13:35:14.530" v="2993" actId="20577"/>
          <ac:spMkLst>
            <pc:docMk/>
            <pc:sldMk cId="0" sldId="256"/>
            <ac:spMk id="62" creationId="{00000000-0000-0000-0000-000000000000}"/>
          </ac:spMkLst>
        </pc:spChg>
        <pc:spChg chg="del">
          <ac:chgData name="Riccardo Berta" userId="c8694f89-bba4-4576-b0a8-456619ca5a8c" providerId="ADAL" clId="{A8290FA7-622A-D149-8650-9DF3F18680D5}" dt="2022-07-18T11:40:08.016" v="50" actId="478"/>
          <ac:spMkLst>
            <pc:docMk/>
            <pc:sldMk cId="0" sldId="256"/>
            <ac:spMk id="78" creationId="{00000000-0000-0000-0000-000000000000}"/>
          </ac:spMkLst>
        </pc:spChg>
        <pc:grpChg chg="del">
          <ac:chgData name="Riccardo Berta" userId="c8694f89-bba4-4576-b0a8-456619ca5a8c" providerId="ADAL" clId="{A8290FA7-622A-D149-8650-9DF3F18680D5}" dt="2022-07-18T11:40:10.605" v="51" actId="478"/>
          <ac:grpSpMkLst>
            <pc:docMk/>
            <pc:sldMk cId="0" sldId="256"/>
            <ac:grpSpMk id="63" creationId="{00000000-0000-0000-0000-000000000000}"/>
          </ac:grpSpMkLst>
        </pc:grpChg>
        <pc:cxnChg chg="mod">
          <ac:chgData name="Riccardo Berta" userId="c8694f89-bba4-4576-b0a8-456619ca5a8c" providerId="ADAL" clId="{A8290FA7-622A-D149-8650-9DF3F18680D5}" dt="2022-07-18T11:40:10.605" v="51" actId="478"/>
          <ac:cxnSpMkLst>
            <pc:docMk/>
            <pc:sldMk cId="0" sldId="256"/>
            <ac:cxnSpMk id="66" creationId="{00000000-0000-0000-0000-000000000000}"/>
          </ac:cxnSpMkLst>
        </pc:cxnChg>
        <pc:cxnChg chg="mod">
          <ac:chgData name="Riccardo Berta" userId="c8694f89-bba4-4576-b0a8-456619ca5a8c" providerId="ADAL" clId="{A8290FA7-622A-D149-8650-9DF3F18680D5}" dt="2022-07-18T11:40:10.605" v="51" actId="478"/>
          <ac:cxnSpMkLst>
            <pc:docMk/>
            <pc:sldMk cId="0" sldId="256"/>
            <ac:cxnSpMk id="69" creationId="{00000000-0000-0000-0000-000000000000}"/>
          </ac:cxnSpMkLst>
        </pc:cxnChg>
        <pc:cxnChg chg="mod">
          <ac:chgData name="Riccardo Berta" userId="c8694f89-bba4-4576-b0a8-456619ca5a8c" providerId="ADAL" clId="{A8290FA7-622A-D149-8650-9DF3F18680D5}" dt="2022-07-18T11:40:10.605" v="51" actId="478"/>
          <ac:cxnSpMkLst>
            <pc:docMk/>
            <pc:sldMk cId="0" sldId="256"/>
            <ac:cxnSpMk id="74" creationId="{00000000-0000-0000-0000-000000000000}"/>
          </ac:cxnSpMkLst>
        </pc:cxnChg>
        <pc:cxnChg chg="mod">
          <ac:chgData name="Riccardo Berta" userId="c8694f89-bba4-4576-b0a8-456619ca5a8c" providerId="ADAL" clId="{A8290FA7-622A-D149-8650-9DF3F18680D5}" dt="2022-07-18T11:40:10.605" v="51" actId="478"/>
          <ac:cxnSpMkLst>
            <pc:docMk/>
            <pc:sldMk cId="0" sldId="256"/>
            <ac:cxnSpMk id="75" creationId="{00000000-0000-0000-0000-000000000000}"/>
          </ac:cxnSpMkLst>
        </pc:cxnChg>
      </pc:sldChg>
      <pc:sldChg chg="delSp modSp mod">
        <pc:chgData name="Riccardo Berta" userId="c8694f89-bba4-4576-b0a8-456619ca5a8c" providerId="ADAL" clId="{A8290FA7-622A-D149-8650-9DF3F18680D5}" dt="2022-07-27T08:46:23.569" v="1166" actId="948"/>
        <pc:sldMkLst>
          <pc:docMk/>
          <pc:sldMk cId="0" sldId="257"/>
        </pc:sldMkLst>
        <pc:spChg chg="mod">
          <ac:chgData name="Riccardo Berta" userId="c8694f89-bba4-4576-b0a8-456619ca5a8c" providerId="ADAL" clId="{A8290FA7-622A-D149-8650-9DF3F18680D5}" dt="2022-07-27T07:46:33.325" v="171" actId="20577"/>
          <ac:spMkLst>
            <pc:docMk/>
            <pc:sldMk cId="0" sldId="257"/>
            <ac:spMk id="83" creationId="{00000000-0000-0000-0000-000000000000}"/>
          </ac:spMkLst>
        </pc:spChg>
        <pc:spChg chg="mod">
          <ac:chgData name="Riccardo Berta" userId="c8694f89-bba4-4576-b0a8-456619ca5a8c" providerId="ADAL" clId="{A8290FA7-622A-D149-8650-9DF3F18680D5}" dt="2022-07-27T08:46:23.569" v="1166" actId="948"/>
          <ac:spMkLst>
            <pc:docMk/>
            <pc:sldMk cId="0" sldId="257"/>
            <ac:spMk id="84" creationId="{00000000-0000-0000-0000-000000000000}"/>
          </ac:spMkLst>
        </pc:spChg>
        <pc:picChg chg="del">
          <ac:chgData name="Riccardo Berta" userId="c8694f89-bba4-4576-b0a8-456619ca5a8c" providerId="ADAL" clId="{A8290FA7-622A-D149-8650-9DF3F18680D5}" dt="2022-07-18T11:39:52.245" v="18" actId="478"/>
          <ac:picMkLst>
            <pc:docMk/>
            <pc:sldMk cId="0" sldId="257"/>
            <ac:picMk id="85" creationId="{00000000-0000-0000-0000-000000000000}"/>
          </ac:picMkLst>
        </pc:picChg>
      </pc:sldChg>
      <pc:sldChg chg="addSp modSp new mod modNotes">
        <pc:chgData name="Riccardo Berta" userId="c8694f89-bba4-4576-b0a8-456619ca5a8c" providerId="ADAL" clId="{A8290FA7-622A-D149-8650-9DF3F18680D5}" dt="2022-07-27T08:52:46.755" v="1313" actId="113"/>
        <pc:sldMkLst>
          <pc:docMk/>
          <pc:sldMk cId="1899110855" sldId="258"/>
        </pc:sldMkLst>
        <pc:spChg chg="mod">
          <ac:chgData name="Riccardo Berta" userId="c8694f89-bba4-4576-b0a8-456619ca5a8c" providerId="ADAL" clId="{A8290FA7-622A-D149-8650-9DF3F18680D5}" dt="2022-07-27T08:44:23.725" v="1124"/>
          <ac:spMkLst>
            <pc:docMk/>
            <pc:sldMk cId="1899110855" sldId="258"/>
            <ac:spMk id="2" creationId="{9A367158-2E24-E90C-7ECC-502AB323ED05}"/>
          </ac:spMkLst>
        </pc:spChg>
        <pc:spChg chg="mod">
          <ac:chgData name="Riccardo Berta" userId="c8694f89-bba4-4576-b0a8-456619ca5a8c" providerId="ADAL" clId="{A8290FA7-622A-D149-8650-9DF3F18680D5}" dt="2022-07-27T08:52:46.755" v="1313" actId="113"/>
          <ac:spMkLst>
            <pc:docMk/>
            <pc:sldMk cId="1899110855" sldId="258"/>
            <ac:spMk id="3" creationId="{3F2C94B7-5C82-7750-8B45-751562B2B6D0}"/>
          </ac:spMkLst>
        </pc:spChg>
        <pc:picChg chg="add mod">
          <ac:chgData name="Riccardo Berta" userId="c8694f89-bba4-4576-b0a8-456619ca5a8c" providerId="ADAL" clId="{A8290FA7-622A-D149-8650-9DF3F18680D5}" dt="2022-07-27T08:50:59.788" v="1228" actId="1076"/>
          <ac:picMkLst>
            <pc:docMk/>
            <pc:sldMk cId="1899110855" sldId="258"/>
            <ac:picMk id="4" creationId="{1FB36129-1438-3CA3-2875-A711720E74DA}"/>
          </ac:picMkLst>
        </pc:picChg>
      </pc:sldChg>
      <pc:sldChg chg="new del">
        <pc:chgData name="Riccardo Berta" userId="c8694f89-bba4-4576-b0a8-456619ca5a8c" providerId="ADAL" clId="{A8290FA7-622A-D149-8650-9DF3F18680D5}" dt="2022-07-27T07:48:28.832" v="223" actId="2696"/>
        <pc:sldMkLst>
          <pc:docMk/>
          <pc:sldMk cId="182339981" sldId="259"/>
        </pc:sldMkLst>
      </pc:sldChg>
      <pc:sldChg chg="del">
        <pc:chgData name="Riccardo Berta" userId="c8694f89-bba4-4576-b0a8-456619ca5a8c" providerId="ADAL" clId="{A8290FA7-622A-D149-8650-9DF3F18680D5}" dt="2022-07-18T11:39:57.790" v="23" actId="2696"/>
        <pc:sldMkLst>
          <pc:docMk/>
          <pc:sldMk cId="3018556184" sldId="259"/>
        </pc:sldMkLst>
        <pc:spChg chg="mod">
          <ac:chgData name="Riccardo Berta" userId="c8694f89-bba4-4576-b0a8-456619ca5a8c" providerId="ADAL" clId="{A8290FA7-622A-D149-8650-9DF3F18680D5}" dt="2022-07-27T08:44:23.725" v="1124"/>
          <ac:spMkLst>
            <pc:docMk/>
            <pc:sldMk cId="3018556184" sldId="259"/>
            <ac:spMk id="2" creationId="{41268BF7-2F3B-A5C4-4F7E-1982399FCE62}"/>
          </ac:spMkLst>
        </pc:spChg>
        <pc:spChg chg="mod">
          <ac:chgData name="Riccardo Berta" userId="c8694f89-bba4-4576-b0a8-456619ca5a8c" providerId="ADAL" clId="{A8290FA7-622A-D149-8650-9DF3F18680D5}" dt="2022-07-27T13:36:04.688" v="2998"/>
          <ac:spMkLst>
            <pc:docMk/>
            <pc:sldMk cId="3018556184" sldId="259"/>
            <ac:spMk id="3" creationId="{38BFAA1C-1163-169B-2D77-6FEF73CC8512}"/>
          </ac:spMkLst>
        </pc:spChg>
      </pc:sldChg>
      <pc:sldChg chg="addSp modSp new mod">
        <pc:chgData name="Riccardo Berta" userId="c8694f89-bba4-4576-b0a8-456619ca5a8c" providerId="ADAL" clId="{A8290FA7-622A-D149-8650-9DF3F18680D5}" dt="2022-07-27T08:48:59.292" v="1210" actId="1076"/>
        <pc:sldMkLst>
          <pc:docMk/>
          <pc:sldMk cId="1104208334" sldId="260"/>
        </pc:sldMkLst>
        <pc:spChg chg="mod">
          <ac:chgData name="Riccardo Berta" userId="c8694f89-bba4-4576-b0a8-456619ca5a8c" providerId="ADAL" clId="{A8290FA7-622A-D149-8650-9DF3F18680D5}" dt="2022-07-27T08:44:23.725" v="1124"/>
          <ac:spMkLst>
            <pc:docMk/>
            <pc:sldMk cId="1104208334" sldId="260"/>
            <ac:spMk id="2" creationId="{BCB44347-B705-702C-8C13-25742F95F00E}"/>
          </ac:spMkLst>
        </pc:spChg>
        <pc:spChg chg="mod">
          <ac:chgData name="Riccardo Berta" userId="c8694f89-bba4-4576-b0a8-456619ca5a8c" providerId="ADAL" clId="{A8290FA7-622A-D149-8650-9DF3F18680D5}" dt="2022-07-27T08:48:34.600" v="1207" actId="20577"/>
          <ac:spMkLst>
            <pc:docMk/>
            <pc:sldMk cId="1104208334" sldId="260"/>
            <ac:spMk id="3" creationId="{1C462C8B-759C-C2C7-EA44-1505F85DD073}"/>
          </ac:spMkLst>
        </pc:spChg>
        <pc:picChg chg="add mod">
          <ac:chgData name="Riccardo Berta" userId="c8694f89-bba4-4576-b0a8-456619ca5a8c" providerId="ADAL" clId="{A8290FA7-622A-D149-8650-9DF3F18680D5}" dt="2022-07-27T08:48:59.292" v="1210" actId="1076"/>
          <ac:picMkLst>
            <pc:docMk/>
            <pc:sldMk cId="1104208334" sldId="260"/>
            <ac:picMk id="1026" creationId="{B4CA9CEF-2B94-4431-1046-06B5B4A61164}"/>
          </ac:picMkLst>
        </pc:picChg>
      </pc:sldChg>
      <pc:sldChg chg="del">
        <pc:chgData name="Riccardo Berta" userId="c8694f89-bba4-4576-b0a8-456619ca5a8c" providerId="ADAL" clId="{A8290FA7-622A-D149-8650-9DF3F18680D5}" dt="2022-07-18T11:39:58.142" v="25" actId="2696"/>
        <pc:sldMkLst>
          <pc:docMk/>
          <pc:sldMk cId="1290395919" sldId="261"/>
        </pc:sldMkLst>
        <pc:spChg chg="mod">
          <ac:chgData name="Riccardo Berta" userId="c8694f89-bba4-4576-b0a8-456619ca5a8c" providerId="ADAL" clId="{A8290FA7-622A-D149-8650-9DF3F18680D5}" dt="2022-07-27T09:02:55.174" v="1405" actId="313"/>
          <ac:spMkLst>
            <pc:docMk/>
            <pc:sldMk cId="1290395919" sldId="261"/>
            <ac:spMk id="2" creationId="{7ACF5050-2FE7-D51A-3B42-49745B74F8BD}"/>
          </ac:spMkLst>
        </pc:spChg>
        <pc:spChg chg="mod">
          <ac:chgData name="Riccardo Berta" userId="c8694f89-bba4-4576-b0a8-456619ca5a8c" providerId="ADAL" clId="{A8290FA7-622A-D149-8650-9DF3F18680D5}" dt="2022-07-27T10:13:59.822" v="1768" actId="20577"/>
          <ac:spMkLst>
            <pc:docMk/>
            <pc:sldMk cId="1290395919" sldId="261"/>
            <ac:spMk id="3" creationId="{443CA410-E246-EACE-351E-80C846A06F66}"/>
          </ac:spMkLst>
        </pc:spChg>
      </pc:sldChg>
      <pc:sldChg chg="new del">
        <pc:chgData name="Riccardo Berta" userId="c8694f89-bba4-4576-b0a8-456619ca5a8c" providerId="ADAL" clId="{A8290FA7-622A-D149-8650-9DF3F18680D5}" dt="2022-07-27T10:14:34.151" v="1776" actId="2696"/>
        <pc:sldMkLst>
          <pc:docMk/>
          <pc:sldMk cId="1228403239" sldId="262"/>
        </pc:sldMkLst>
      </pc:sldChg>
      <pc:sldChg chg="addSp modSp add mod">
        <pc:chgData name="Riccardo Berta" userId="c8694f89-bba4-4576-b0a8-456619ca5a8c" providerId="ADAL" clId="{A8290FA7-622A-D149-8650-9DF3F18680D5}" dt="2022-07-27T10:42:13.820" v="2230" actId="113"/>
        <pc:sldMkLst>
          <pc:docMk/>
          <pc:sldMk cId="4130549615" sldId="262"/>
        </pc:sldMkLst>
        <pc:spChg chg="mod">
          <ac:chgData name="Riccardo Berta" userId="c8694f89-bba4-4576-b0a8-456619ca5a8c" providerId="ADAL" clId="{A8290FA7-622A-D149-8650-9DF3F18680D5}" dt="2022-07-27T10:14:47.805" v="1801" actId="20577"/>
          <ac:spMkLst>
            <pc:docMk/>
            <pc:sldMk cId="4130549615" sldId="262"/>
            <ac:spMk id="83" creationId="{00000000-0000-0000-0000-000000000000}"/>
          </ac:spMkLst>
        </pc:spChg>
        <pc:spChg chg="mod">
          <ac:chgData name="Riccardo Berta" userId="c8694f89-bba4-4576-b0a8-456619ca5a8c" providerId="ADAL" clId="{A8290FA7-622A-D149-8650-9DF3F18680D5}" dt="2022-07-27T10:42:13.820" v="2230" actId="113"/>
          <ac:spMkLst>
            <pc:docMk/>
            <pc:sldMk cId="4130549615" sldId="262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A8290FA7-622A-D149-8650-9DF3F18680D5}" dt="2022-07-27T10:41:57.614" v="2224" actId="1076"/>
          <ac:picMkLst>
            <pc:docMk/>
            <pc:sldMk cId="4130549615" sldId="262"/>
            <ac:picMk id="2" creationId="{DE7BB65F-08A4-B6D2-CED9-F0FFBD5CDBF9}"/>
          </ac:picMkLst>
        </pc:picChg>
        <pc:picChg chg="add mod">
          <ac:chgData name="Riccardo Berta" userId="c8694f89-bba4-4576-b0a8-456619ca5a8c" providerId="ADAL" clId="{A8290FA7-622A-D149-8650-9DF3F18680D5}" dt="2022-07-27T10:42:07.380" v="2229" actId="1076"/>
          <ac:picMkLst>
            <pc:docMk/>
            <pc:sldMk cId="4130549615" sldId="262"/>
            <ac:picMk id="3" creationId="{8F10188F-1192-CC5C-9229-6680F9B1F8A4}"/>
          </ac:picMkLst>
        </pc:picChg>
      </pc:sldChg>
      <pc:sldChg chg="new del">
        <pc:chgData name="Riccardo Berta" userId="c8694f89-bba4-4576-b0a8-456619ca5a8c" providerId="ADAL" clId="{A8290FA7-622A-D149-8650-9DF3F18680D5}" dt="2022-07-27T10:14:17.648" v="1770" actId="2696"/>
        <pc:sldMkLst>
          <pc:docMk/>
          <pc:sldMk cId="4179454221" sldId="262"/>
        </pc:sldMkLst>
      </pc:sldChg>
      <pc:sldChg chg="addSp delSp modSp new del mod">
        <pc:chgData name="Riccardo Berta" userId="c8694f89-bba4-4576-b0a8-456619ca5a8c" providerId="ADAL" clId="{A8290FA7-622A-D149-8650-9DF3F18680D5}" dt="2022-07-27T10:14:36.007" v="1777" actId="2696"/>
        <pc:sldMkLst>
          <pc:docMk/>
          <pc:sldMk cId="2702540954" sldId="263"/>
        </pc:sldMkLst>
        <pc:spChg chg="add del mod">
          <ac:chgData name="Riccardo Berta" userId="c8694f89-bba4-4576-b0a8-456619ca5a8c" providerId="ADAL" clId="{A8290FA7-622A-D149-8650-9DF3F18680D5}" dt="2022-07-27T10:14:34.058" v="1775"/>
          <ac:spMkLst>
            <pc:docMk/>
            <pc:sldMk cId="2702540954" sldId="263"/>
            <ac:spMk id="3" creationId="{3202F38C-70E9-B11B-4CF4-DD7C2BF1118A}"/>
          </ac:spMkLst>
        </pc:spChg>
      </pc:sldChg>
      <pc:sldChg chg="del">
        <pc:chgData name="Riccardo Berta" userId="c8694f89-bba4-4576-b0a8-456619ca5a8c" providerId="ADAL" clId="{A8290FA7-622A-D149-8650-9DF3F18680D5}" dt="2022-07-18T11:39:58.451" v="27" actId="2696"/>
        <pc:sldMkLst>
          <pc:docMk/>
          <pc:sldMk cId="3102138681" sldId="263"/>
        </pc:sldMkLst>
        <pc:spChg chg="add mod">
          <ac:chgData name="Riccardo Berta" userId="c8694f89-bba4-4576-b0a8-456619ca5a8c" providerId="ADAL" clId="{A8290FA7-622A-D149-8650-9DF3F18680D5}" dt="2022-07-27T13:25:04.866" v="2759" actId="113"/>
          <ac:spMkLst>
            <pc:docMk/>
            <pc:sldMk cId="3102138681" sldId="263"/>
            <ac:spMk id="4" creationId="{F4D09BBD-B357-6547-1869-C5A2382FCC8B}"/>
          </ac:spMkLst>
        </pc:spChg>
        <pc:spChg chg="add del mod">
          <ac:chgData name="Riccardo Berta" userId="c8694f89-bba4-4576-b0a8-456619ca5a8c" providerId="ADAL" clId="{A8290FA7-622A-D149-8650-9DF3F18680D5}" dt="2022-07-27T11:15:39.262" v="2505" actId="478"/>
          <ac:spMkLst>
            <pc:docMk/>
            <pc:sldMk cId="3102138681" sldId="263"/>
            <ac:spMk id="5" creationId="{23AC3424-715D-3F08-932D-C2CF108A7059}"/>
          </ac:spMkLst>
        </pc:spChg>
        <pc:spChg chg="add mod">
          <ac:chgData name="Riccardo Berta" userId="c8694f89-bba4-4576-b0a8-456619ca5a8c" providerId="ADAL" clId="{A8290FA7-622A-D149-8650-9DF3F18680D5}" dt="2022-07-27T11:16:53.879" v="2519" actId="1076"/>
          <ac:spMkLst>
            <pc:docMk/>
            <pc:sldMk cId="3102138681" sldId="263"/>
            <ac:spMk id="6" creationId="{E6A53417-994D-A7A5-6B3C-BE4F99893522}"/>
          </ac:spMkLst>
        </pc:spChg>
        <pc:spChg chg="add mod">
          <ac:chgData name="Riccardo Berta" userId="c8694f89-bba4-4576-b0a8-456619ca5a8c" providerId="ADAL" clId="{A8290FA7-622A-D149-8650-9DF3F18680D5}" dt="2022-07-27T11:16:53.879" v="2519" actId="1076"/>
          <ac:spMkLst>
            <pc:docMk/>
            <pc:sldMk cId="3102138681" sldId="263"/>
            <ac:spMk id="7" creationId="{A40D36EA-EE11-0232-DF5A-70C2463FA6D7}"/>
          </ac:spMkLst>
        </pc:spChg>
        <pc:spChg chg="mod">
          <ac:chgData name="Riccardo Berta" userId="c8694f89-bba4-4576-b0a8-456619ca5a8c" providerId="ADAL" clId="{A8290FA7-622A-D149-8650-9DF3F18680D5}" dt="2022-07-27T10:48:03.941" v="2323" actId="20577"/>
          <ac:spMkLst>
            <pc:docMk/>
            <pc:sldMk cId="3102138681" sldId="263"/>
            <ac:spMk id="83" creationId="{00000000-0000-0000-0000-000000000000}"/>
          </ac:spMkLst>
        </pc:spChg>
        <pc:spChg chg="mod">
          <ac:chgData name="Riccardo Berta" userId="c8694f89-bba4-4576-b0a8-456619ca5a8c" providerId="ADAL" clId="{A8290FA7-622A-D149-8650-9DF3F18680D5}" dt="2022-07-27T10:48:06.788" v="2324" actId="20577"/>
          <ac:spMkLst>
            <pc:docMk/>
            <pc:sldMk cId="3102138681" sldId="263"/>
            <ac:spMk id="84" creationId="{00000000-0000-0000-0000-000000000000}"/>
          </ac:spMkLst>
        </pc:spChg>
        <pc:grpChg chg="add del mod">
          <ac:chgData name="Riccardo Berta" userId="c8694f89-bba4-4576-b0a8-456619ca5a8c" providerId="ADAL" clId="{A8290FA7-622A-D149-8650-9DF3F18680D5}" dt="2022-07-27T11:18:00.757" v="2523" actId="478"/>
          <ac:grpSpMkLst>
            <pc:docMk/>
            <pc:sldMk cId="3102138681" sldId="263"/>
            <ac:grpSpMk id="8" creationId="{197E1684-FF9E-2244-C365-B25FF288C192}"/>
          </ac:grpSpMkLst>
        </pc:grpChg>
        <pc:picChg chg="del">
          <ac:chgData name="Riccardo Berta" userId="c8694f89-bba4-4576-b0a8-456619ca5a8c" providerId="ADAL" clId="{A8290FA7-622A-D149-8650-9DF3F18680D5}" dt="2022-07-27T10:43:13.465" v="2245" actId="478"/>
          <ac:picMkLst>
            <pc:docMk/>
            <pc:sldMk cId="3102138681" sldId="263"/>
            <ac:picMk id="2" creationId="{DE7BB65F-08A4-B6D2-CED9-F0FFBD5CDBF9}"/>
          </ac:picMkLst>
        </pc:picChg>
        <pc:picChg chg="del">
          <ac:chgData name="Riccardo Berta" userId="c8694f89-bba4-4576-b0a8-456619ca5a8c" providerId="ADAL" clId="{A8290FA7-622A-D149-8650-9DF3F18680D5}" dt="2022-07-27T10:43:13.005" v="2244" actId="478"/>
          <ac:picMkLst>
            <pc:docMk/>
            <pc:sldMk cId="3102138681" sldId="263"/>
            <ac:picMk id="3" creationId="{8F10188F-1192-CC5C-9229-6680F9B1F8A4}"/>
          </ac:picMkLst>
        </pc:picChg>
        <pc:picChg chg="add mod">
          <ac:chgData name="Riccardo Berta" userId="c8694f89-bba4-4576-b0a8-456619ca5a8c" providerId="ADAL" clId="{A8290FA7-622A-D149-8650-9DF3F18680D5}" dt="2022-07-27T13:24:53.552" v="2751" actId="1076"/>
          <ac:picMkLst>
            <pc:docMk/>
            <pc:sldMk cId="3102138681" sldId="263"/>
            <ac:picMk id="10" creationId="{0E81828B-E89F-25E9-3F87-0F05B85C6E21}"/>
          </ac:picMkLst>
        </pc:picChg>
        <pc:picChg chg="add mod">
          <ac:chgData name="Riccardo Berta" userId="c8694f89-bba4-4576-b0a8-456619ca5a8c" providerId="ADAL" clId="{A8290FA7-622A-D149-8650-9DF3F18680D5}" dt="2022-07-27T11:16:53.879" v="2519" actId="1076"/>
          <ac:picMkLst>
            <pc:docMk/>
            <pc:sldMk cId="3102138681" sldId="263"/>
            <ac:picMk id="2050" creationId="{A53CAF74-1BDF-FAC7-6840-B2596884FF7F}"/>
          </ac:picMkLst>
        </pc:picChg>
      </pc:sldChg>
      <pc:sldChg chg="addSp modSp add del mod">
        <pc:chgData name="Riccardo Berta" userId="c8694f89-bba4-4576-b0a8-456619ca5a8c" providerId="ADAL" clId="{A8290FA7-622A-D149-8650-9DF3F18680D5}" dt="2022-07-27T10:42:20.886" v="2231" actId="2696"/>
        <pc:sldMkLst>
          <pc:docMk/>
          <pc:sldMk cId="3911169705" sldId="263"/>
        </pc:sldMkLst>
        <pc:spChg chg="mod">
          <ac:chgData name="Riccardo Berta" userId="c8694f89-bba4-4576-b0a8-456619ca5a8c" providerId="ADAL" clId="{A8290FA7-622A-D149-8650-9DF3F18680D5}" dt="2022-07-27T10:33:15.496" v="2048" actId="20577"/>
          <ac:spMkLst>
            <pc:docMk/>
            <pc:sldMk cId="3911169705" sldId="263"/>
            <ac:spMk id="83" creationId="{00000000-0000-0000-0000-000000000000}"/>
          </ac:spMkLst>
        </pc:spChg>
        <pc:spChg chg="mod">
          <ac:chgData name="Riccardo Berta" userId="c8694f89-bba4-4576-b0a8-456619ca5a8c" providerId="ADAL" clId="{A8290FA7-622A-D149-8650-9DF3F18680D5}" dt="2022-07-27T10:34:05.441" v="2067" actId="20577"/>
          <ac:spMkLst>
            <pc:docMk/>
            <pc:sldMk cId="3911169705" sldId="263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A8290FA7-622A-D149-8650-9DF3F18680D5}" dt="2022-07-27T10:33:53.682" v="2062" actId="14100"/>
          <ac:picMkLst>
            <pc:docMk/>
            <pc:sldMk cId="3911169705" sldId="263"/>
            <ac:picMk id="2" creationId="{D4B2A0E7-4B4D-E6BD-CA2B-E156742EB348}"/>
          </ac:picMkLst>
        </pc:picChg>
        <pc:picChg chg="add mod">
          <ac:chgData name="Riccardo Berta" userId="c8694f89-bba4-4576-b0a8-456619ca5a8c" providerId="ADAL" clId="{A8290FA7-622A-D149-8650-9DF3F18680D5}" dt="2022-07-27T10:34:01.183" v="2064" actId="1076"/>
          <ac:picMkLst>
            <pc:docMk/>
            <pc:sldMk cId="3911169705" sldId="263"/>
            <ac:picMk id="3" creationId="{DB1314C3-2E54-D0A9-2C2E-0B14369A70D5}"/>
          </ac:picMkLst>
        </pc:picChg>
      </pc:sldChg>
      <pc:sldChg chg="del">
        <pc:chgData name="Riccardo Berta" userId="c8694f89-bba4-4576-b0a8-456619ca5a8c" providerId="ADAL" clId="{A8290FA7-622A-D149-8650-9DF3F18680D5}" dt="2022-07-18T11:39:58.616" v="28" actId="2696"/>
        <pc:sldMkLst>
          <pc:docMk/>
          <pc:sldMk cId="2113557187" sldId="264"/>
        </pc:sldMkLst>
        <pc:spChg chg="add del">
          <ac:chgData name="Riccardo Berta" userId="c8694f89-bba4-4576-b0a8-456619ca5a8c" providerId="ADAL" clId="{A8290FA7-622A-D149-8650-9DF3F18680D5}" dt="2022-07-27T11:59:11.727" v="2638" actId="478"/>
          <ac:spMkLst>
            <pc:docMk/>
            <pc:sldMk cId="2113557187" sldId="264"/>
            <ac:spMk id="3" creationId="{BC1FDF23-921F-5E18-9CFF-ACCFCF450821}"/>
          </ac:spMkLst>
        </pc:spChg>
        <pc:spChg chg="mod">
          <ac:chgData name="Riccardo Berta" userId="c8694f89-bba4-4576-b0a8-456619ca5a8c" providerId="ADAL" clId="{A8290FA7-622A-D149-8650-9DF3F18680D5}" dt="2022-07-27T11:59:29.324" v="2645" actId="5793"/>
          <ac:spMkLst>
            <pc:docMk/>
            <pc:sldMk cId="2113557187" sldId="264"/>
            <ac:spMk id="4" creationId="{F4D09BBD-B357-6547-1869-C5A2382FCC8B}"/>
          </ac:spMkLst>
        </pc:spChg>
        <pc:spChg chg="add del">
          <ac:chgData name="Riccardo Berta" userId="c8694f89-bba4-4576-b0a8-456619ca5a8c" providerId="ADAL" clId="{A8290FA7-622A-D149-8650-9DF3F18680D5}" dt="2022-07-27T11:59:15.052" v="2640" actId="478"/>
          <ac:spMkLst>
            <pc:docMk/>
            <pc:sldMk cId="2113557187" sldId="264"/>
            <ac:spMk id="6" creationId="{2CCFB366-8A7D-5E7E-B99E-3A97CFF1730F}"/>
          </ac:spMkLst>
        </pc:spChg>
        <pc:picChg chg="del">
          <ac:chgData name="Riccardo Berta" userId="c8694f89-bba4-4576-b0a8-456619ca5a8c" providerId="ADAL" clId="{A8290FA7-622A-D149-8650-9DF3F18680D5}" dt="2022-07-27T11:59:09.596" v="2636" actId="478"/>
          <ac:picMkLst>
            <pc:docMk/>
            <pc:sldMk cId="2113557187" sldId="264"/>
            <ac:picMk id="10" creationId="{0E81828B-E89F-25E9-3F87-0F05B85C6E21}"/>
          </ac:picMkLst>
        </pc:picChg>
        <pc:picChg chg="add mod">
          <ac:chgData name="Riccardo Berta" userId="c8694f89-bba4-4576-b0a8-456619ca5a8c" providerId="ADAL" clId="{A8290FA7-622A-D149-8650-9DF3F18680D5}" dt="2022-07-27T13:22:18.527" v="2647" actId="14100"/>
          <ac:picMkLst>
            <pc:docMk/>
            <pc:sldMk cId="2113557187" sldId="264"/>
            <ac:picMk id="3074" creationId="{9CA02893-40B1-CBA3-7B52-7B9773D440DD}"/>
          </ac:picMkLst>
        </pc:picChg>
      </pc:sldChg>
      <pc:sldChg chg="del">
        <pc:chgData name="Riccardo Berta" userId="c8694f89-bba4-4576-b0a8-456619ca5a8c" providerId="ADAL" clId="{A8290FA7-622A-D149-8650-9DF3F18680D5}" dt="2022-07-18T11:39:58.749" v="29" actId="2696"/>
        <pc:sldMkLst>
          <pc:docMk/>
          <pc:sldMk cId="2045385232" sldId="265"/>
        </pc:sldMkLst>
        <pc:spChg chg="mod">
          <ac:chgData name="Riccardo Berta" userId="c8694f89-bba4-4576-b0a8-456619ca5a8c" providerId="ADAL" clId="{A8290FA7-622A-D149-8650-9DF3F18680D5}" dt="2022-07-27T13:28:40.287" v="2835" actId="20577"/>
          <ac:spMkLst>
            <pc:docMk/>
            <pc:sldMk cId="2045385232" sldId="265"/>
            <ac:spMk id="2" creationId="{7ACF5050-2FE7-D51A-3B42-49745B74F8BD}"/>
          </ac:spMkLst>
        </pc:spChg>
        <pc:spChg chg="mod">
          <ac:chgData name="Riccardo Berta" userId="c8694f89-bba4-4576-b0a8-456619ca5a8c" providerId="ADAL" clId="{A8290FA7-622A-D149-8650-9DF3F18680D5}" dt="2022-07-27T13:34:43.252" v="2978" actId="20577"/>
          <ac:spMkLst>
            <pc:docMk/>
            <pc:sldMk cId="2045385232" sldId="265"/>
            <ac:spMk id="3" creationId="{443CA410-E246-EACE-351E-80C846A06F66}"/>
          </ac:spMkLst>
        </pc:spChg>
        <pc:picChg chg="add mod">
          <ac:chgData name="Riccardo Berta" userId="c8694f89-bba4-4576-b0a8-456619ca5a8c" providerId="ADAL" clId="{A8290FA7-622A-D149-8650-9DF3F18680D5}" dt="2022-07-27T13:29:04.301" v="2839" actId="1076"/>
          <ac:picMkLst>
            <pc:docMk/>
            <pc:sldMk cId="2045385232" sldId="265"/>
            <ac:picMk id="5" creationId="{6F2A372C-E4F3-6EB3-7011-0A41077F7959}"/>
          </ac:picMkLst>
        </pc:picChg>
      </pc:sldChg>
      <pc:sldChg chg="del">
        <pc:chgData name="Riccardo Berta" userId="c8694f89-bba4-4576-b0a8-456619ca5a8c" providerId="ADAL" clId="{A8290FA7-622A-D149-8650-9DF3F18680D5}" dt="2022-07-18T11:39:58.869" v="30" actId="2696"/>
        <pc:sldMkLst>
          <pc:docMk/>
          <pc:sldMk cId="4181844165" sldId="266"/>
        </pc:sldMkLst>
      </pc:sldChg>
      <pc:sldChg chg="del">
        <pc:chgData name="Riccardo Berta" userId="c8694f89-bba4-4576-b0a8-456619ca5a8c" providerId="ADAL" clId="{A8290FA7-622A-D149-8650-9DF3F18680D5}" dt="2022-07-18T11:39:59.035" v="31" actId="2696"/>
        <pc:sldMkLst>
          <pc:docMk/>
          <pc:sldMk cId="216455838" sldId="267"/>
        </pc:sldMkLst>
      </pc:sldChg>
      <pc:sldChg chg="del">
        <pc:chgData name="Riccardo Berta" userId="c8694f89-bba4-4576-b0a8-456619ca5a8c" providerId="ADAL" clId="{A8290FA7-622A-D149-8650-9DF3F18680D5}" dt="2022-07-18T11:39:59.202" v="32" actId="2696"/>
        <pc:sldMkLst>
          <pc:docMk/>
          <pc:sldMk cId="3471997037" sldId="269"/>
        </pc:sldMkLst>
      </pc:sldChg>
      <pc:sldChg chg="del">
        <pc:chgData name="Riccardo Berta" userId="c8694f89-bba4-4576-b0a8-456619ca5a8c" providerId="ADAL" clId="{A8290FA7-622A-D149-8650-9DF3F18680D5}" dt="2022-07-18T11:39:59.363" v="33" actId="2696"/>
        <pc:sldMkLst>
          <pc:docMk/>
          <pc:sldMk cId="3130917410" sldId="270"/>
        </pc:sldMkLst>
      </pc:sldChg>
      <pc:sldChg chg="del">
        <pc:chgData name="Riccardo Berta" userId="c8694f89-bba4-4576-b0a8-456619ca5a8c" providerId="ADAL" clId="{A8290FA7-622A-D149-8650-9DF3F18680D5}" dt="2022-07-18T11:39:59.502" v="34" actId="2696"/>
        <pc:sldMkLst>
          <pc:docMk/>
          <pc:sldMk cId="2266699268" sldId="271"/>
        </pc:sldMkLst>
      </pc:sldChg>
      <pc:sldChg chg="del">
        <pc:chgData name="Riccardo Berta" userId="c8694f89-bba4-4576-b0a8-456619ca5a8c" providerId="ADAL" clId="{A8290FA7-622A-D149-8650-9DF3F18680D5}" dt="2022-07-18T11:40:00.091" v="38" actId="2696"/>
        <pc:sldMkLst>
          <pc:docMk/>
          <pc:sldMk cId="993270251" sldId="272"/>
        </pc:sldMkLst>
      </pc:sldChg>
      <pc:sldChg chg="del">
        <pc:chgData name="Riccardo Berta" userId="c8694f89-bba4-4576-b0a8-456619ca5a8c" providerId="ADAL" clId="{A8290FA7-622A-D149-8650-9DF3F18680D5}" dt="2022-07-18T11:39:59.623" v="35" actId="2696"/>
        <pc:sldMkLst>
          <pc:docMk/>
          <pc:sldMk cId="3843819371" sldId="273"/>
        </pc:sldMkLst>
      </pc:sldChg>
      <pc:sldChg chg="del">
        <pc:chgData name="Riccardo Berta" userId="c8694f89-bba4-4576-b0a8-456619ca5a8c" providerId="ADAL" clId="{A8290FA7-622A-D149-8650-9DF3F18680D5}" dt="2022-07-18T11:39:59.806" v="36" actId="2696"/>
        <pc:sldMkLst>
          <pc:docMk/>
          <pc:sldMk cId="3084049364" sldId="274"/>
        </pc:sldMkLst>
      </pc:sldChg>
      <pc:sldChg chg="del">
        <pc:chgData name="Riccardo Berta" userId="c8694f89-bba4-4576-b0a8-456619ca5a8c" providerId="ADAL" clId="{A8290FA7-622A-D149-8650-9DF3F18680D5}" dt="2022-07-18T11:39:59.937" v="37" actId="2696"/>
        <pc:sldMkLst>
          <pc:docMk/>
          <pc:sldMk cId="284781631" sldId="275"/>
        </pc:sldMkLst>
      </pc:sldChg>
      <pc:sldMasterChg chg="modSp mod delSldLayout modSldLayout">
        <pc:chgData name="Riccardo Berta" userId="c8694f89-bba4-4576-b0a8-456619ca5a8c" providerId="ADAL" clId="{A8290FA7-622A-D149-8650-9DF3F18680D5}" dt="2022-07-27T08:45:00.853" v="1135" actId="20577"/>
        <pc:sldMasterMkLst>
          <pc:docMk/>
          <pc:sldMasterMk cId="0" sldId="2147483659"/>
        </pc:sldMasterMkLst>
        <pc:spChg chg="mod">
          <ac:chgData name="Riccardo Berta" userId="c8694f89-bba4-4576-b0a8-456619ca5a8c" providerId="ADAL" clId="{A8290FA7-622A-D149-8650-9DF3F18680D5}" dt="2022-07-27T08:45:00.853" v="1135" actId="20577"/>
          <ac:spMkLst>
            <pc:docMk/>
            <pc:sldMasterMk cId="0" sldId="2147483659"/>
            <ac:spMk id="7" creationId="{00000000-0000-0000-0000-000000000000}"/>
          </ac:spMkLst>
        </pc:spChg>
        <pc:sldLayoutChg chg="del">
          <pc:chgData name="Riccardo Berta" userId="c8694f89-bba4-4576-b0a8-456619ca5a8c" providerId="ADAL" clId="{A8290FA7-622A-D149-8650-9DF3F18680D5}" dt="2022-07-27T07:48:28.832" v="223" actId="2696"/>
          <pc:sldLayoutMkLst>
            <pc:docMk/>
            <pc:sldMasterMk cId="0" sldId="2147483659"/>
            <pc:sldLayoutMk cId="0" sldId="2147483649"/>
          </pc:sldLayoutMkLst>
        </pc:sldLayoutChg>
        <pc:sldLayoutChg chg="delSp">
          <pc:chgData name="Riccardo Berta" userId="c8694f89-bba4-4576-b0a8-456619ca5a8c" providerId="ADAL" clId="{A8290FA7-622A-D149-8650-9DF3F18680D5}" dt="2022-07-27T08:44:23.725" v="1124"/>
          <pc:sldLayoutMkLst>
            <pc:docMk/>
            <pc:sldMasterMk cId="0" sldId="2147483659"/>
            <pc:sldLayoutMk cId="0" sldId="2147483650"/>
          </pc:sldLayoutMkLst>
          <pc:spChg chg="del">
            <ac:chgData name="Riccardo Berta" userId="c8694f89-bba4-4576-b0a8-456619ca5a8c" providerId="ADAL" clId="{A8290FA7-622A-D149-8650-9DF3F18680D5}" dt="2022-07-27T08:44:23.725" v="1124"/>
            <ac:spMkLst>
              <pc:docMk/>
              <pc:sldMasterMk cId="0" sldId="2147483659"/>
              <pc:sldLayoutMk cId="0" sldId="2147483650"/>
              <ac:spMk id="22" creationId="{00000000-0000-0000-0000-000000000000}"/>
            </ac:spMkLst>
          </pc:spChg>
        </pc:sldLayoutChg>
      </pc:sldMasterChg>
    </pc:docChg>
  </pc:docChgLst>
  <pc:docChgLst>
    <pc:chgData name="Riccardo Berta" userId="c8694f89-bba4-4576-b0a8-456619ca5a8c" providerId="ADAL" clId="{8DFB5BC6-994B-3141-98E9-85AB63727E49}"/>
    <pc:docChg chg="custSel modSld">
      <pc:chgData name="Riccardo Berta" userId="c8694f89-bba4-4576-b0a8-456619ca5a8c" providerId="ADAL" clId="{8DFB5BC6-994B-3141-98E9-85AB63727E49}" dt="2022-11-16T10:18:44.146" v="52" actId="767"/>
      <pc:docMkLst>
        <pc:docMk/>
      </pc:docMkLst>
      <pc:sldChg chg="addSp modSp">
        <pc:chgData name="Riccardo Berta" userId="c8694f89-bba4-4576-b0a8-456619ca5a8c" providerId="ADAL" clId="{8DFB5BC6-994B-3141-98E9-85AB63727E49}" dt="2022-11-16T10:18:44.146" v="52" actId="767"/>
        <pc:sldMkLst>
          <pc:docMk/>
          <pc:sldMk cId="0" sldId="256"/>
        </pc:sldMkLst>
        <pc:spChg chg="add mod">
          <ac:chgData name="Riccardo Berta" userId="c8694f89-bba4-4576-b0a8-456619ca5a8c" providerId="ADAL" clId="{8DFB5BC6-994B-3141-98E9-85AB63727E49}" dt="2022-11-16T10:18:44.146" v="52" actId="767"/>
          <ac:spMkLst>
            <pc:docMk/>
            <pc:sldMk cId="0" sldId="256"/>
            <ac:spMk id="2" creationId="{15B4D833-F59D-26E4-3DCB-AF8E72E5F3AE}"/>
          </ac:spMkLst>
        </pc:spChg>
      </pc:sldChg>
      <pc:sldChg chg="modSp mod">
        <pc:chgData name="Riccardo Berta" userId="c8694f89-bba4-4576-b0a8-456619ca5a8c" providerId="ADAL" clId="{8DFB5BC6-994B-3141-98E9-85AB63727E49}" dt="2022-11-16T07:05:41.682" v="17" actId="1076"/>
        <pc:sldMkLst>
          <pc:docMk/>
          <pc:sldMk cId="411550242" sldId="274"/>
        </pc:sldMkLst>
        <pc:spChg chg="mod">
          <ac:chgData name="Riccardo Berta" userId="c8694f89-bba4-4576-b0a8-456619ca5a8c" providerId="ADAL" clId="{8DFB5BC6-994B-3141-98E9-85AB63727E49}" dt="2022-11-16T07:05:35.886" v="16" actId="20577"/>
          <ac:spMkLst>
            <pc:docMk/>
            <pc:sldMk cId="411550242" sldId="274"/>
            <ac:spMk id="84" creationId="{00000000-0000-0000-0000-000000000000}"/>
          </ac:spMkLst>
        </pc:spChg>
        <pc:picChg chg="mod">
          <ac:chgData name="Riccardo Berta" userId="c8694f89-bba4-4576-b0a8-456619ca5a8c" providerId="ADAL" clId="{8DFB5BC6-994B-3141-98E9-85AB63727E49}" dt="2022-11-16T07:05:41.682" v="17" actId="1076"/>
          <ac:picMkLst>
            <pc:docMk/>
            <pc:sldMk cId="411550242" sldId="274"/>
            <ac:picMk id="3" creationId="{30EC4DDD-F5AC-A253-9088-288CB536E14A}"/>
          </ac:picMkLst>
        </pc:picChg>
      </pc:sldChg>
      <pc:sldChg chg="addSp delSp modSp mod">
        <pc:chgData name="Riccardo Berta" userId="c8694f89-bba4-4576-b0a8-456619ca5a8c" providerId="ADAL" clId="{8DFB5BC6-994B-3141-98E9-85AB63727E49}" dt="2022-11-16T07:09:07.896" v="26" actId="164"/>
        <pc:sldMkLst>
          <pc:docMk/>
          <pc:sldMk cId="189339524" sldId="276"/>
        </pc:sldMkLst>
        <pc:spChg chg="add mod">
          <ac:chgData name="Riccardo Berta" userId="c8694f89-bba4-4576-b0a8-456619ca5a8c" providerId="ADAL" clId="{8DFB5BC6-994B-3141-98E9-85AB63727E49}" dt="2022-11-16T07:09:07.896" v="26" actId="164"/>
          <ac:spMkLst>
            <pc:docMk/>
            <pc:sldMk cId="189339524" sldId="276"/>
            <ac:spMk id="5" creationId="{6B54A3EF-17A4-EC75-DCD7-4C36AEB81CAB}"/>
          </ac:spMkLst>
        </pc:spChg>
        <pc:grpChg chg="add mod">
          <ac:chgData name="Riccardo Berta" userId="c8694f89-bba4-4576-b0a8-456619ca5a8c" providerId="ADAL" clId="{8DFB5BC6-994B-3141-98E9-85AB63727E49}" dt="2022-11-16T07:09:07.896" v="26" actId="164"/>
          <ac:grpSpMkLst>
            <pc:docMk/>
            <pc:sldMk cId="189339524" sldId="276"/>
            <ac:grpSpMk id="6" creationId="{AB8A274B-DA7A-BD97-B8F9-838C6028EDE9}"/>
          </ac:grpSpMkLst>
        </pc:grpChg>
        <pc:picChg chg="del">
          <ac:chgData name="Riccardo Berta" userId="c8694f89-bba4-4576-b0a8-456619ca5a8c" providerId="ADAL" clId="{8DFB5BC6-994B-3141-98E9-85AB63727E49}" dt="2022-11-16T07:08:27.738" v="18" actId="478"/>
          <ac:picMkLst>
            <pc:docMk/>
            <pc:sldMk cId="189339524" sldId="276"/>
            <ac:picMk id="3" creationId="{48A7D41D-F76F-69CC-4E65-FFA311770409}"/>
          </ac:picMkLst>
        </pc:picChg>
        <pc:picChg chg="add mod">
          <ac:chgData name="Riccardo Berta" userId="c8694f89-bba4-4576-b0a8-456619ca5a8c" providerId="ADAL" clId="{8DFB5BC6-994B-3141-98E9-85AB63727E49}" dt="2022-11-16T07:09:07.896" v="26" actId="164"/>
          <ac:picMkLst>
            <pc:docMk/>
            <pc:sldMk cId="189339524" sldId="276"/>
            <ac:picMk id="4" creationId="{C4B6E924-3FF8-516B-8E9D-05D1EE2973D9}"/>
          </ac:picMkLst>
        </pc:picChg>
      </pc:sldChg>
      <pc:sldChg chg="modSp mod">
        <pc:chgData name="Riccardo Berta" userId="c8694f89-bba4-4576-b0a8-456619ca5a8c" providerId="ADAL" clId="{8DFB5BC6-994B-3141-98E9-85AB63727E49}" dt="2022-11-16T07:19:11.122" v="51" actId="20577"/>
        <pc:sldMkLst>
          <pc:docMk/>
          <pc:sldMk cId="2509645545" sldId="279"/>
        </pc:sldMkLst>
        <pc:spChg chg="mod">
          <ac:chgData name="Riccardo Berta" userId="c8694f89-bba4-4576-b0a8-456619ca5a8c" providerId="ADAL" clId="{8DFB5BC6-994B-3141-98E9-85AB63727E49}" dt="2022-11-16T07:19:11.122" v="51" actId="20577"/>
          <ac:spMkLst>
            <pc:docMk/>
            <pc:sldMk cId="2509645545" sldId="279"/>
            <ac:spMk id="84" creationId="{00000000-0000-0000-0000-000000000000}"/>
          </ac:spMkLst>
        </pc:spChg>
      </pc:sldChg>
      <pc:sldChg chg="modSp mod">
        <pc:chgData name="Riccardo Berta" userId="c8694f89-bba4-4576-b0a8-456619ca5a8c" providerId="ADAL" clId="{8DFB5BC6-994B-3141-98E9-85AB63727E49}" dt="2022-11-16T07:13:15.148" v="42" actId="313"/>
        <pc:sldMkLst>
          <pc:docMk/>
          <pc:sldMk cId="2315955737" sldId="285"/>
        </pc:sldMkLst>
        <pc:spChg chg="mod">
          <ac:chgData name="Riccardo Berta" userId="c8694f89-bba4-4576-b0a8-456619ca5a8c" providerId="ADAL" clId="{8DFB5BC6-994B-3141-98E9-85AB63727E49}" dt="2022-11-16T07:13:15.148" v="42" actId="313"/>
          <ac:spMkLst>
            <pc:docMk/>
            <pc:sldMk cId="2315955737" sldId="285"/>
            <ac:spMk id="84" creationId="{00000000-0000-0000-0000-000000000000}"/>
          </ac:spMkLst>
        </pc:spChg>
      </pc:sldChg>
      <pc:sldChg chg="modSp mod">
        <pc:chgData name="Riccardo Berta" userId="c8694f89-bba4-4576-b0a8-456619ca5a8c" providerId="ADAL" clId="{8DFB5BC6-994B-3141-98E9-85AB63727E49}" dt="2022-11-16T07:17:01.671" v="50" actId="1037"/>
        <pc:sldMkLst>
          <pc:docMk/>
          <pc:sldMk cId="342907949" sldId="290"/>
        </pc:sldMkLst>
        <pc:picChg chg="mod">
          <ac:chgData name="Riccardo Berta" userId="c8694f89-bba4-4576-b0a8-456619ca5a8c" providerId="ADAL" clId="{8DFB5BC6-994B-3141-98E9-85AB63727E49}" dt="2022-11-16T07:17:01.671" v="50" actId="1037"/>
          <ac:picMkLst>
            <pc:docMk/>
            <pc:sldMk cId="342907949" sldId="290"/>
            <ac:picMk id="5" creationId="{32FFBFA3-ECA1-D2F1-EE9D-3C8551F7748C}"/>
          </ac:picMkLst>
        </pc:picChg>
      </pc:sldChg>
    </pc:docChg>
  </pc:docChgLst>
  <pc:docChgLst>
    <pc:chgData name="Riccardo Berta" userId="c8694f89-bba4-4576-b0a8-456619ca5a8c" providerId="ADAL" clId="{B7E70C4C-7B52-4E4D-8B6A-CDBA76FF39D2}"/>
    <pc:docChg chg="modSld">
      <pc:chgData name="Riccardo Berta" userId="c8694f89-bba4-4576-b0a8-456619ca5a8c" providerId="ADAL" clId="{B7E70C4C-7B52-4E4D-8B6A-CDBA76FF39D2}" dt="2023-02-20T15:08:53.802" v="5" actId="20577"/>
      <pc:docMkLst>
        <pc:docMk/>
      </pc:docMkLst>
      <pc:sldChg chg="modSp mod">
        <pc:chgData name="Riccardo Berta" userId="c8694f89-bba4-4576-b0a8-456619ca5a8c" providerId="ADAL" clId="{B7E70C4C-7B52-4E4D-8B6A-CDBA76FF39D2}" dt="2023-02-20T15:08:53.802" v="5" actId="20577"/>
        <pc:sldMkLst>
          <pc:docMk/>
          <pc:sldMk cId="0" sldId="264"/>
        </pc:sldMkLst>
        <pc:spChg chg="mod">
          <ac:chgData name="Riccardo Berta" userId="c8694f89-bba4-4576-b0a8-456619ca5a8c" providerId="ADAL" clId="{B7E70C4C-7B52-4E4D-8B6A-CDBA76FF39D2}" dt="2023-02-20T15:08:53.802" v="5" actId="20577"/>
          <ac:spMkLst>
            <pc:docMk/>
            <pc:sldMk cId="0" sldId="264"/>
            <ac:spMk id="8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3866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7644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88012" y="1937550"/>
            <a:ext cx="3367975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XXXX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15B4D833-F59D-26E4-3DCB-AF8E72E5F3AE}"/>
              </a:ext>
            </a:extLst>
          </p:cNvPr>
          <p:cNvSpPr txBox="1"/>
          <p:nvPr/>
        </p:nvSpPr>
        <p:spPr>
          <a:xfrm>
            <a:off x="10456606" y="83770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Topics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234697"/>
            <a:ext cx="8520600" cy="52020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XXXX</a:t>
            </a:r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sz="4000" dirty="0" err="1"/>
              <a:t>XXXx</a:t>
            </a:r>
            <a:endParaRPr sz="4000"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XXXX</a:t>
            </a:r>
            <a:endParaRPr lang="en-GB" b="1" dirty="0"/>
          </a:p>
          <a:p>
            <a:pPr marL="590550" lvl="1" indent="0">
              <a:buNone/>
            </a:pP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6707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Exercise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006092"/>
            <a:ext cx="8520600" cy="56353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sz="1800" dirty="0"/>
              <a:t>1 - </a:t>
            </a:r>
            <a:r>
              <a:rPr lang="en-GB" sz="1800" dirty="0" err="1"/>
              <a:t>xxxx</a:t>
            </a:r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sz="1800" dirty="0"/>
          </a:p>
          <a:p>
            <a:pPr marL="120650" indent="0">
              <a:buNone/>
            </a:pPr>
            <a:endParaRPr lang="en-GB" sz="1800" dirty="0"/>
          </a:p>
          <a:p>
            <a:pPr lvl="0"/>
            <a:endParaRPr lang="en-GB" sz="1800" dirty="0"/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3505695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2" ma:contentTypeDescription="Creare un nuovo documento." ma:contentTypeScope="" ma:versionID="4c8b1e8002f5a6c880c83187af115cef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618b708abf3b656f834d84e193700042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43BB406-1FCF-4F0F-BCB0-45A7185DF00F}"/>
</file>

<file path=customXml/itemProps2.xml><?xml version="1.0" encoding="utf-8"?>
<ds:datastoreItem xmlns:ds="http://schemas.openxmlformats.org/officeDocument/2006/customXml" ds:itemID="{9DE212C0-AA94-44AD-97EE-835B538058A6}"/>
</file>

<file path=customXml/itemProps3.xml><?xml version="1.0" encoding="utf-8"?>
<ds:datastoreItem xmlns:ds="http://schemas.openxmlformats.org/officeDocument/2006/customXml" ds:itemID="{037A5B6C-5E3F-4EFF-AF42-A6330DD245EF}"/>
</file>

<file path=docProps/app.xml><?xml version="1.0" encoding="utf-8"?>
<Properties xmlns="http://schemas.openxmlformats.org/officeDocument/2006/extended-properties" xmlns:vt="http://schemas.openxmlformats.org/officeDocument/2006/docPropsVTypes">
  <TotalTime>14326</TotalTime>
  <Words>9</Words>
  <Application>Microsoft Macintosh PowerPoint</Application>
  <PresentationFormat>Presentazione su schermo (4:3)</PresentationFormat>
  <Paragraphs>12</Paragraphs>
  <Slides>4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Economica</vt:lpstr>
      <vt:lpstr>Arial</vt:lpstr>
      <vt:lpstr>Open Sans</vt:lpstr>
      <vt:lpstr>Luxe</vt:lpstr>
      <vt:lpstr>XXXX</vt:lpstr>
      <vt:lpstr>Topics</vt:lpstr>
      <vt:lpstr>XXXx</vt:lpstr>
      <vt:lpstr>Exercise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34</cp:revision>
  <dcterms:modified xsi:type="dcterms:W3CDTF">2023-02-20T15:08:56Z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