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3"/>
  </p:notesMasterIdLst>
  <p:sldIdLst>
    <p:sldId id="256" r:id="rId2"/>
    <p:sldId id="264" r:id="rId3"/>
    <p:sldId id="265" r:id="rId4"/>
    <p:sldId id="281" r:id="rId5"/>
    <p:sldId id="282" r:id="rId6"/>
    <p:sldId id="283" r:id="rId7"/>
    <p:sldId id="284" r:id="rId8"/>
    <p:sldId id="299" r:id="rId9"/>
    <p:sldId id="286" r:id="rId10"/>
    <p:sldId id="300" r:id="rId11"/>
    <p:sldId id="287" r:id="rId12"/>
    <p:sldId id="288" r:id="rId13"/>
    <p:sldId id="289" r:id="rId14"/>
    <p:sldId id="290" r:id="rId15"/>
    <p:sldId id="291" r:id="rId16"/>
    <p:sldId id="292" r:id="rId17"/>
    <p:sldId id="293" r:id="rId18"/>
    <p:sldId id="294" r:id="rId19"/>
    <p:sldId id="296" r:id="rId20"/>
    <p:sldId id="297" r:id="rId21"/>
    <p:sldId id="280" r:id="rId22"/>
  </p:sldIdLst>
  <p:sldSz cx="9144000" cy="6858000" type="screen4x3"/>
  <p:notesSz cx="6858000" cy="9144000"/>
  <p:embeddedFontLst>
    <p:embeddedFont>
      <p:font typeface="Economica" panose="02000506040000020004" pitchFamily="2" charset="77"/>
      <p:regular r:id="rId24"/>
      <p:bold r:id="rId25"/>
      <p:italic r:id="rId26"/>
      <p:boldItalic r:id="rId27"/>
    </p:embeddedFont>
    <p:embeddedFont>
      <p:font typeface="Open Sans" panose="020B0606030504020204" pitchFamily="3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66"/>
    <p:restoredTop sz="91973"/>
  </p:normalViewPr>
  <p:slideViewPr>
    <p:cSldViewPr snapToGrid="0" snapToObjects="1">
      <p:cViewPr varScale="1">
        <p:scale>
          <a:sx n="117" d="100"/>
          <a:sy n="117" d="100"/>
        </p:scale>
        <p:origin x="2176" y="184"/>
      </p:cViewPr>
      <p:guideLst/>
    </p:cSldViewPr>
  </p:slideViewPr>
  <p:outlineViewPr>
    <p:cViewPr>
      <p:scale>
        <a:sx n="33" d="100"/>
        <a:sy n="33" d="100"/>
      </p:scale>
      <p:origin x="0" y="-2745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cardo Berta" userId="c8694f89-bba4-4576-b0a8-456619ca5a8c" providerId="ADAL" clId="{80F6E880-6B18-A04C-AFC0-7C261801A904}"/>
    <pc:docChg chg="undo custSel addSld delSld modSld sldOrd">
      <pc:chgData name="Riccardo Berta" userId="c8694f89-bba4-4576-b0a8-456619ca5a8c" providerId="ADAL" clId="{80F6E880-6B18-A04C-AFC0-7C261801A904}" dt="2022-11-08T13:14:14.871" v="3050" actId="2696"/>
      <pc:docMkLst>
        <pc:docMk/>
      </pc:docMkLst>
      <pc:sldChg chg="modSp mod">
        <pc:chgData name="Riccardo Berta" userId="c8694f89-bba4-4576-b0a8-456619ca5a8c" providerId="ADAL" clId="{80F6E880-6B18-A04C-AFC0-7C261801A904}" dt="2022-11-02T11:32:41.709" v="13" actId="20577"/>
        <pc:sldMkLst>
          <pc:docMk/>
          <pc:sldMk cId="0" sldId="256"/>
        </pc:sldMkLst>
        <pc:spChg chg="mod">
          <ac:chgData name="Riccardo Berta" userId="c8694f89-bba4-4576-b0a8-456619ca5a8c" providerId="ADAL" clId="{80F6E880-6B18-A04C-AFC0-7C261801A904}" dt="2022-11-02T11:32:41.709" v="13" actId="20577"/>
          <ac:spMkLst>
            <pc:docMk/>
            <pc:sldMk cId="0" sldId="256"/>
            <ac:spMk id="62" creationId="{00000000-0000-0000-0000-000000000000}"/>
          </ac:spMkLst>
        </pc:spChg>
      </pc:sldChg>
      <pc:sldChg chg="modSp mod">
        <pc:chgData name="Riccardo Berta" userId="c8694f89-bba4-4576-b0a8-456619ca5a8c" providerId="ADAL" clId="{80F6E880-6B18-A04C-AFC0-7C261801A904}" dt="2022-11-08T11:41:26.440" v="2804" actId="20577"/>
        <pc:sldMkLst>
          <pc:docMk/>
          <pc:sldMk cId="0" sldId="264"/>
        </pc:sldMkLst>
        <pc:spChg chg="mod">
          <ac:chgData name="Riccardo Berta" userId="c8694f89-bba4-4576-b0a8-456619ca5a8c" providerId="ADAL" clId="{80F6E880-6B18-A04C-AFC0-7C261801A904}" dt="2022-11-08T11:41:26.440" v="2804" actId="20577"/>
          <ac:spMkLst>
            <pc:docMk/>
            <pc:sldMk cId="0" sldId="264"/>
            <ac:spMk id="84" creationId="{00000000-0000-0000-0000-000000000000}"/>
          </ac:spMkLst>
        </pc:spChg>
      </pc:sldChg>
      <pc:sldChg chg="modSp mod">
        <pc:chgData name="Riccardo Berta" userId="c8694f89-bba4-4576-b0a8-456619ca5a8c" providerId="ADAL" clId="{80F6E880-6B18-A04C-AFC0-7C261801A904}" dt="2022-11-07T07:17:21.067" v="797" actId="20577"/>
        <pc:sldMkLst>
          <pc:docMk/>
          <pc:sldMk cId="3775027952" sldId="269"/>
        </pc:sldMkLst>
        <pc:spChg chg="mod">
          <ac:chgData name="Riccardo Berta" userId="c8694f89-bba4-4576-b0a8-456619ca5a8c" providerId="ADAL" clId="{80F6E880-6B18-A04C-AFC0-7C261801A904}" dt="2022-11-07T07:17:21.067" v="797" actId="20577"/>
          <ac:spMkLst>
            <pc:docMk/>
            <pc:sldMk cId="3775027952" sldId="269"/>
            <ac:spMk id="83" creationId="{00000000-0000-0000-0000-000000000000}"/>
          </ac:spMkLst>
        </pc:spChg>
        <pc:spChg chg="mod">
          <ac:chgData name="Riccardo Berta" userId="c8694f89-bba4-4576-b0a8-456619ca5a8c" providerId="ADAL" clId="{80F6E880-6B18-A04C-AFC0-7C261801A904}" dt="2022-11-07T06:53:11.378" v="285" actId="20577"/>
          <ac:spMkLst>
            <pc:docMk/>
            <pc:sldMk cId="3775027952" sldId="269"/>
            <ac:spMk id="84" creationId="{00000000-0000-0000-0000-000000000000}"/>
          </ac:spMkLst>
        </pc:spChg>
      </pc:sldChg>
      <pc:sldChg chg="modSp mod">
        <pc:chgData name="Riccardo Berta" userId="c8694f89-bba4-4576-b0a8-456619ca5a8c" providerId="ADAL" clId="{80F6E880-6B18-A04C-AFC0-7C261801A904}" dt="2022-11-07T07:18:11.402" v="816" actId="14100"/>
        <pc:sldMkLst>
          <pc:docMk/>
          <pc:sldMk cId="1310310143" sldId="270"/>
        </pc:sldMkLst>
        <pc:spChg chg="mod">
          <ac:chgData name="Riccardo Berta" userId="c8694f89-bba4-4576-b0a8-456619ca5a8c" providerId="ADAL" clId="{80F6E880-6B18-A04C-AFC0-7C261801A904}" dt="2022-11-07T07:17:32.354" v="799" actId="20577"/>
          <ac:spMkLst>
            <pc:docMk/>
            <pc:sldMk cId="1310310143" sldId="270"/>
            <ac:spMk id="83" creationId="{00000000-0000-0000-0000-000000000000}"/>
          </ac:spMkLst>
        </pc:spChg>
        <pc:spChg chg="mod">
          <ac:chgData name="Riccardo Berta" userId="c8694f89-bba4-4576-b0a8-456619ca5a8c" providerId="ADAL" clId="{80F6E880-6B18-A04C-AFC0-7C261801A904}" dt="2022-11-07T07:18:11.402" v="816" actId="14100"/>
          <ac:spMkLst>
            <pc:docMk/>
            <pc:sldMk cId="1310310143" sldId="270"/>
            <ac:spMk id="84" creationId="{00000000-0000-0000-0000-000000000000}"/>
          </ac:spMkLst>
        </pc:spChg>
      </pc:sldChg>
      <pc:sldChg chg="modSp mod ord">
        <pc:chgData name="Riccardo Berta" userId="c8694f89-bba4-4576-b0a8-456619ca5a8c" providerId="ADAL" clId="{80F6E880-6B18-A04C-AFC0-7C261801A904}" dt="2022-11-08T08:51:58.241" v="1598" actId="1076"/>
        <pc:sldMkLst>
          <pc:docMk/>
          <pc:sldMk cId="3840907075" sldId="271"/>
        </pc:sldMkLst>
        <pc:spChg chg="mod">
          <ac:chgData name="Riccardo Berta" userId="c8694f89-bba4-4576-b0a8-456619ca5a8c" providerId="ADAL" clId="{80F6E880-6B18-A04C-AFC0-7C261801A904}" dt="2022-11-08T08:51:12.309" v="1586" actId="20577"/>
          <ac:spMkLst>
            <pc:docMk/>
            <pc:sldMk cId="3840907075" sldId="271"/>
            <ac:spMk id="83" creationId="{00000000-0000-0000-0000-000000000000}"/>
          </ac:spMkLst>
        </pc:spChg>
        <pc:spChg chg="mod">
          <ac:chgData name="Riccardo Berta" userId="c8694f89-bba4-4576-b0a8-456619ca5a8c" providerId="ADAL" clId="{80F6E880-6B18-A04C-AFC0-7C261801A904}" dt="2022-11-08T08:51:58.241" v="1598" actId="1076"/>
          <ac:spMkLst>
            <pc:docMk/>
            <pc:sldMk cId="3840907075" sldId="271"/>
            <ac:spMk id="84" creationId="{00000000-0000-0000-0000-000000000000}"/>
          </ac:spMkLst>
        </pc:spChg>
      </pc:sldChg>
      <pc:sldChg chg="addSp delSp modSp add mod ord">
        <pc:chgData name="Riccardo Berta" userId="c8694f89-bba4-4576-b0a8-456619ca5a8c" providerId="ADAL" clId="{80F6E880-6B18-A04C-AFC0-7C261801A904}" dt="2022-11-07T07:17:44.640" v="804" actId="20577"/>
        <pc:sldMkLst>
          <pc:docMk/>
          <pc:sldMk cId="3791912446" sldId="272"/>
        </pc:sldMkLst>
        <pc:spChg chg="mod">
          <ac:chgData name="Riccardo Berta" userId="c8694f89-bba4-4576-b0a8-456619ca5a8c" providerId="ADAL" clId="{80F6E880-6B18-A04C-AFC0-7C261801A904}" dt="2022-11-07T07:04:25.924" v="522" actId="313"/>
          <ac:spMkLst>
            <pc:docMk/>
            <pc:sldMk cId="3791912446" sldId="272"/>
            <ac:spMk id="83" creationId="{00000000-0000-0000-0000-000000000000}"/>
          </ac:spMkLst>
        </pc:spChg>
        <pc:spChg chg="mod">
          <ac:chgData name="Riccardo Berta" userId="c8694f89-bba4-4576-b0a8-456619ca5a8c" providerId="ADAL" clId="{80F6E880-6B18-A04C-AFC0-7C261801A904}" dt="2022-11-07T07:17:44.640" v="804" actId="20577"/>
          <ac:spMkLst>
            <pc:docMk/>
            <pc:sldMk cId="3791912446" sldId="272"/>
            <ac:spMk id="84" creationId="{00000000-0000-0000-0000-000000000000}"/>
          </ac:spMkLst>
        </pc:spChg>
        <pc:picChg chg="add mod">
          <ac:chgData name="Riccardo Berta" userId="c8694f89-bba4-4576-b0a8-456619ca5a8c" providerId="ADAL" clId="{80F6E880-6B18-A04C-AFC0-7C261801A904}" dt="2022-11-07T06:59:31.298" v="465" actId="1076"/>
          <ac:picMkLst>
            <pc:docMk/>
            <pc:sldMk cId="3791912446" sldId="272"/>
            <ac:picMk id="3" creationId="{466B1340-2784-EFA1-4625-73CB8D368F35}"/>
          </ac:picMkLst>
        </pc:picChg>
        <pc:picChg chg="add del mod">
          <ac:chgData name="Riccardo Berta" userId="c8694f89-bba4-4576-b0a8-456619ca5a8c" providerId="ADAL" clId="{80F6E880-6B18-A04C-AFC0-7C261801A904}" dt="2022-11-07T07:05:54.847" v="556" actId="478"/>
          <ac:picMkLst>
            <pc:docMk/>
            <pc:sldMk cId="3791912446" sldId="272"/>
            <ac:picMk id="5" creationId="{96DCD402-891D-3F66-34A1-46DFB85BA2F8}"/>
          </ac:picMkLst>
        </pc:picChg>
      </pc:sldChg>
      <pc:sldChg chg="addSp modSp add mod">
        <pc:chgData name="Riccardo Berta" userId="c8694f89-bba4-4576-b0a8-456619ca5a8c" providerId="ADAL" clId="{80F6E880-6B18-A04C-AFC0-7C261801A904}" dt="2022-11-07T13:36:31.855" v="1227" actId="1035"/>
        <pc:sldMkLst>
          <pc:docMk/>
          <pc:sldMk cId="80569211" sldId="273"/>
        </pc:sldMkLst>
        <pc:spChg chg="mod">
          <ac:chgData name="Riccardo Berta" userId="c8694f89-bba4-4576-b0a8-456619ca5a8c" providerId="ADAL" clId="{80F6E880-6B18-A04C-AFC0-7C261801A904}" dt="2022-11-07T07:18:15.205" v="820" actId="20577"/>
          <ac:spMkLst>
            <pc:docMk/>
            <pc:sldMk cId="80569211" sldId="273"/>
            <ac:spMk id="83" creationId="{00000000-0000-0000-0000-000000000000}"/>
          </ac:spMkLst>
        </pc:spChg>
        <pc:spChg chg="mod">
          <ac:chgData name="Riccardo Berta" userId="c8694f89-bba4-4576-b0a8-456619ca5a8c" providerId="ADAL" clId="{80F6E880-6B18-A04C-AFC0-7C261801A904}" dt="2022-11-07T13:36:26.290" v="1215" actId="20577"/>
          <ac:spMkLst>
            <pc:docMk/>
            <pc:sldMk cId="80569211" sldId="273"/>
            <ac:spMk id="84" creationId="{00000000-0000-0000-0000-000000000000}"/>
          </ac:spMkLst>
        </pc:spChg>
        <pc:picChg chg="add mod">
          <ac:chgData name="Riccardo Berta" userId="c8694f89-bba4-4576-b0a8-456619ca5a8c" providerId="ADAL" clId="{80F6E880-6B18-A04C-AFC0-7C261801A904}" dt="2022-11-07T13:36:31.855" v="1227" actId="1035"/>
          <ac:picMkLst>
            <pc:docMk/>
            <pc:sldMk cId="80569211" sldId="273"/>
            <ac:picMk id="2" creationId="{DCC6CAAD-0559-8398-98AA-0E6212EA80FC}"/>
          </ac:picMkLst>
        </pc:picChg>
      </pc:sldChg>
      <pc:sldChg chg="addSp modSp add mod">
        <pc:chgData name="Riccardo Berta" userId="c8694f89-bba4-4576-b0a8-456619ca5a8c" providerId="ADAL" clId="{80F6E880-6B18-A04C-AFC0-7C261801A904}" dt="2022-11-07T07:16:45.002" v="791" actId="20577"/>
        <pc:sldMkLst>
          <pc:docMk/>
          <pc:sldMk cId="411550242" sldId="274"/>
        </pc:sldMkLst>
        <pc:spChg chg="mod">
          <ac:chgData name="Riccardo Berta" userId="c8694f89-bba4-4576-b0a8-456619ca5a8c" providerId="ADAL" clId="{80F6E880-6B18-A04C-AFC0-7C261801A904}" dt="2022-11-07T07:16:45.002" v="791" actId="20577"/>
          <ac:spMkLst>
            <pc:docMk/>
            <pc:sldMk cId="411550242" sldId="274"/>
            <ac:spMk id="83" creationId="{00000000-0000-0000-0000-000000000000}"/>
          </ac:spMkLst>
        </pc:spChg>
        <pc:spChg chg="mod">
          <ac:chgData name="Riccardo Berta" userId="c8694f89-bba4-4576-b0a8-456619ca5a8c" providerId="ADAL" clId="{80F6E880-6B18-A04C-AFC0-7C261801A904}" dt="2022-11-07T07:16:12.859" v="785" actId="20577"/>
          <ac:spMkLst>
            <pc:docMk/>
            <pc:sldMk cId="411550242" sldId="274"/>
            <ac:spMk id="84" creationId="{00000000-0000-0000-0000-000000000000}"/>
          </ac:spMkLst>
        </pc:spChg>
        <pc:picChg chg="add mod">
          <ac:chgData name="Riccardo Berta" userId="c8694f89-bba4-4576-b0a8-456619ca5a8c" providerId="ADAL" clId="{80F6E880-6B18-A04C-AFC0-7C261801A904}" dt="2022-11-07T07:16:39.276" v="787" actId="1076"/>
          <ac:picMkLst>
            <pc:docMk/>
            <pc:sldMk cId="411550242" sldId="274"/>
            <ac:picMk id="3" creationId="{30EC4DDD-F5AC-A253-9088-288CB536E14A}"/>
          </ac:picMkLst>
        </pc:picChg>
      </pc:sldChg>
      <pc:sldChg chg="addSp delSp modSp add mod">
        <pc:chgData name="Riccardo Berta" userId="c8694f89-bba4-4576-b0a8-456619ca5a8c" providerId="ADAL" clId="{80F6E880-6B18-A04C-AFC0-7C261801A904}" dt="2022-11-07T13:21:44.410" v="1081" actId="1037"/>
        <pc:sldMkLst>
          <pc:docMk/>
          <pc:sldMk cId="1497503087" sldId="275"/>
        </pc:sldMkLst>
        <pc:spChg chg="mod">
          <ac:chgData name="Riccardo Berta" userId="c8694f89-bba4-4576-b0a8-456619ca5a8c" providerId="ADAL" clId="{80F6E880-6B18-A04C-AFC0-7C261801A904}" dt="2022-11-07T07:16:53.860" v="794" actId="20577"/>
          <ac:spMkLst>
            <pc:docMk/>
            <pc:sldMk cId="1497503087" sldId="275"/>
            <ac:spMk id="83" creationId="{00000000-0000-0000-0000-000000000000}"/>
          </ac:spMkLst>
        </pc:spChg>
        <pc:spChg chg="mod">
          <ac:chgData name="Riccardo Berta" userId="c8694f89-bba4-4576-b0a8-456619ca5a8c" providerId="ADAL" clId="{80F6E880-6B18-A04C-AFC0-7C261801A904}" dt="2022-11-07T13:21:32.910" v="1077" actId="403"/>
          <ac:spMkLst>
            <pc:docMk/>
            <pc:sldMk cId="1497503087" sldId="275"/>
            <ac:spMk id="84" creationId="{00000000-0000-0000-0000-000000000000}"/>
          </ac:spMkLst>
        </pc:spChg>
        <pc:picChg chg="add del mod">
          <ac:chgData name="Riccardo Berta" userId="c8694f89-bba4-4576-b0a8-456619ca5a8c" providerId="ADAL" clId="{80F6E880-6B18-A04C-AFC0-7C261801A904}" dt="2022-11-07T13:21:44.410" v="1081" actId="1037"/>
          <ac:picMkLst>
            <pc:docMk/>
            <pc:sldMk cId="1497503087" sldId="275"/>
            <ac:picMk id="3" creationId="{4F36E7FA-7FDA-441A-FB01-56F921235354}"/>
          </ac:picMkLst>
        </pc:picChg>
        <pc:picChg chg="add del mod">
          <ac:chgData name="Riccardo Berta" userId="c8694f89-bba4-4576-b0a8-456619ca5a8c" providerId="ADAL" clId="{80F6E880-6B18-A04C-AFC0-7C261801A904}" dt="2022-11-07T13:14:43.240" v="923"/>
          <ac:picMkLst>
            <pc:docMk/>
            <pc:sldMk cId="1497503087" sldId="275"/>
            <ac:picMk id="5" creationId="{1AF8E800-F7F9-2A5C-5DC8-53A54EB15185}"/>
          </ac:picMkLst>
        </pc:picChg>
        <pc:picChg chg="add mod">
          <ac:chgData name="Riccardo Berta" userId="c8694f89-bba4-4576-b0a8-456619ca5a8c" providerId="ADAL" clId="{80F6E880-6B18-A04C-AFC0-7C261801A904}" dt="2022-11-07T13:21:44.410" v="1081" actId="1037"/>
          <ac:picMkLst>
            <pc:docMk/>
            <pc:sldMk cId="1497503087" sldId="275"/>
            <ac:picMk id="7" creationId="{8B0795EC-DA43-EC5C-EFC5-2544DB5854EC}"/>
          </ac:picMkLst>
        </pc:picChg>
      </pc:sldChg>
      <pc:sldChg chg="addSp delSp modSp add mod">
        <pc:chgData name="Riccardo Berta" userId="c8694f89-bba4-4576-b0a8-456619ca5a8c" providerId="ADAL" clId="{80F6E880-6B18-A04C-AFC0-7C261801A904}" dt="2022-11-07T13:21:16.745" v="1073" actId="1038"/>
        <pc:sldMkLst>
          <pc:docMk/>
          <pc:sldMk cId="189339524" sldId="276"/>
        </pc:sldMkLst>
        <pc:spChg chg="add del mod">
          <ac:chgData name="Riccardo Berta" userId="c8694f89-bba4-4576-b0a8-456619ca5a8c" providerId="ADAL" clId="{80F6E880-6B18-A04C-AFC0-7C261801A904}" dt="2022-11-07T13:19:01.292" v="972" actId="767"/>
          <ac:spMkLst>
            <pc:docMk/>
            <pc:sldMk cId="189339524" sldId="276"/>
            <ac:spMk id="4" creationId="{128674F4-627D-5212-BC9C-4D6510320220}"/>
          </ac:spMkLst>
        </pc:spChg>
        <pc:spChg chg="mod">
          <ac:chgData name="Riccardo Berta" userId="c8694f89-bba4-4576-b0a8-456619ca5a8c" providerId="ADAL" clId="{80F6E880-6B18-A04C-AFC0-7C261801A904}" dt="2022-11-07T13:18:01.068" v="966" actId="20577"/>
          <ac:spMkLst>
            <pc:docMk/>
            <pc:sldMk cId="189339524" sldId="276"/>
            <ac:spMk id="83" creationId="{00000000-0000-0000-0000-000000000000}"/>
          </ac:spMkLst>
        </pc:spChg>
        <pc:spChg chg="mod">
          <ac:chgData name="Riccardo Berta" userId="c8694f89-bba4-4576-b0a8-456619ca5a8c" providerId="ADAL" clId="{80F6E880-6B18-A04C-AFC0-7C261801A904}" dt="2022-11-07T13:21:05.434" v="1070" actId="20577"/>
          <ac:spMkLst>
            <pc:docMk/>
            <pc:sldMk cId="189339524" sldId="276"/>
            <ac:spMk id="84" creationId="{00000000-0000-0000-0000-000000000000}"/>
          </ac:spMkLst>
        </pc:spChg>
        <pc:picChg chg="add mod">
          <ac:chgData name="Riccardo Berta" userId="c8694f89-bba4-4576-b0a8-456619ca5a8c" providerId="ADAL" clId="{80F6E880-6B18-A04C-AFC0-7C261801A904}" dt="2022-11-07T13:21:16.745" v="1073" actId="1038"/>
          <ac:picMkLst>
            <pc:docMk/>
            <pc:sldMk cId="189339524" sldId="276"/>
            <ac:picMk id="3" creationId="{48A7D41D-F76F-69CC-4E65-FFA311770409}"/>
          </ac:picMkLst>
        </pc:picChg>
      </pc:sldChg>
      <pc:sldChg chg="addSp modSp add mod">
        <pc:chgData name="Riccardo Berta" userId="c8694f89-bba4-4576-b0a8-456619ca5a8c" providerId="ADAL" clId="{80F6E880-6B18-A04C-AFC0-7C261801A904}" dt="2022-11-07T13:36:39.259" v="1228" actId="1076"/>
        <pc:sldMkLst>
          <pc:docMk/>
          <pc:sldMk cId="3867073266" sldId="277"/>
        </pc:sldMkLst>
        <pc:spChg chg="mod">
          <ac:chgData name="Riccardo Berta" userId="c8694f89-bba4-4576-b0a8-456619ca5a8c" providerId="ADAL" clId="{80F6E880-6B18-A04C-AFC0-7C261801A904}" dt="2022-11-07T13:23:08.976" v="1109" actId="20577"/>
          <ac:spMkLst>
            <pc:docMk/>
            <pc:sldMk cId="3867073266" sldId="277"/>
            <ac:spMk id="83" creationId="{00000000-0000-0000-0000-000000000000}"/>
          </ac:spMkLst>
        </pc:spChg>
        <pc:spChg chg="mod">
          <ac:chgData name="Riccardo Berta" userId="c8694f89-bba4-4576-b0a8-456619ca5a8c" providerId="ADAL" clId="{80F6E880-6B18-A04C-AFC0-7C261801A904}" dt="2022-11-07T13:33:30.982" v="1180"/>
          <ac:spMkLst>
            <pc:docMk/>
            <pc:sldMk cId="3867073266" sldId="277"/>
            <ac:spMk id="84" creationId="{00000000-0000-0000-0000-000000000000}"/>
          </ac:spMkLst>
        </pc:spChg>
        <pc:picChg chg="add mod">
          <ac:chgData name="Riccardo Berta" userId="c8694f89-bba4-4576-b0a8-456619ca5a8c" providerId="ADAL" clId="{80F6E880-6B18-A04C-AFC0-7C261801A904}" dt="2022-11-07T13:36:39.259" v="1228" actId="1076"/>
          <ac:picMkLst>
            <pc:docMk/>
            <pc:sldMk cId="3867073266" sldId="277"/>
            <ac:picMk id="3" creationId="{B24D9C62-9E1D-9F8D-F689-FC2C53DAD899}"/>
          </ac:picMkLst>
        </pc:picChg>
      </pc:sldChg>
      <pc:sldChg chg="addSp delSp modSp add mod">
        <pc:chgData name="Riccardo Berta" userId="c8694f89-bba4-4576-b0a8-456619ca5a8c" providerId="ADAL" clId="{80F6E880-6B18-A04C-AFC0-7C261801A904}" dt="2022-11-08T13:08:32.099" v="2838" actId="1038"/>
        <pc:sldMkLst>
          <pc:docMk/>
          <pc:sldMk cId="2178928758" sldId="278"/>
        </pc:sldMkLst>
        <pc:spChg chg="mod">
          <ac:chgData name="Riccardo Berta" userId="c8694f89-bba4-4576-b0a8-456619ca5a8c" providerId="ADAL" clId="{80F6E880-6B18-A04C-AFC0-7C261801A904}" dt="2022-11-08T11:37:40.970" v="2798" actId="20577"/>
          <ac:spMkLst>
            <pc:docMk/>
            <pc:sldMk cId="2178928758" sldId="278"/>
            <ac:spMk id="83" creationId="{00000000-0000-0000-0000-000000000000}"/>
          </ac:spMkLst>
        </pc:spChg>
        <pc:spChg chg="mod">
          <ac:chgData name="Riccardo Berta" userId="c8694f89-bba4-4576-b0a8-456619ca5a8c" providerId="ADAL" clId="{80F6E880-6B18-A04C-AFC0-7C261801A904}" dt="2022-11-08T13:04:36.077" v="2826" actId="20577"/>
          <ac:spMkLst>
            <pc:docMk/>
            <pc:sldMk cId="2178928758" sldId="278"/>
            <ac:spMk id="84" creationId="{00000000-0000-0000-0000-000000000000}"/>
          </ac:spMkLst>
        </pc:spChg>
        <pc:picChg chg="add del mod">
          <ac:chgData name="Riccardo Berta" userId="c8694f89-bba4-4576-b0a8-456619ca5a8c" providerId="ADAL" clId="{80F6E880-6B18-A04C-AFC0-7C261801A904}" dt="2022-11-08T13:05:10.996" v="2828" actId="478"/>
          <ac:picMkLst>
            <pc:docMk/>
            <pc:sldMk cId="2178928758" sldId="278"/>
            <ac:picMk id="3" creationId="{AEA6BC5A-EC7D-B52F-0AE5-E2E047F7B3CA}"/>
          </ac:picMkLst>
        </pc:picChg>
        <pc:picChg chg="add mod">
          <ac:chgData name="Riccardo Berta" userId="c8694f89-bba4-4576-b0a8-456619ca5a8c" providerId="ADAL" clId="{80F6E880-6B18-A04C-AFC0-7C261801A904}" dt="2022-11-08T13:08:32.099" v="2838" actId="1038"/>
          <ac:picMkLst>
            <pc:docMk/>
            <pc:sldMk cId="2178928758" sldId="278"/>
            <ac:picMk id="5" creationId="{639CDC13-4388-7D37-CC26-05B942819027}"/>
          </ac:picMkLst>
        </pc:picChg>
      </pc:sldChg>
      <pc:sldChg chg="addSp modSp add mod ord">
        <pc:chgData name="Riccardo Berta" userId="c8694f89-bba4-4576-b0a8-456619ca5a8c" providerId="ADAL" clId="{80F6E880-6B18-A04C-AFC0-7C261801A904}" dt="2022-11-08T11:35:56.696" v="2788" actId="1076"/>
        <pc:sldMkLst>
          <pc:docMk/>
          <pc:sldMk cId="2509645545" sldId="279"/>
        </pc:sldMkLst>
        <pc:spChg chg="mod">
          <ac:chgData name="Riccardo Berta" userId="c8694f89-bba4-4576-b0a8-456619ca5a8c" providerId="ADAL" clId="{80F6E880-6B18-A04C-AFC0-7C261801A904}" dt="2022-11-08T11:33:26.712" v="2765" actId="20577"/>
          <ac:spMkLst>
            <pc:docMk/>
            <pc:sldMk cId="2509645545" sldId="279"/>
            <ac:spMk id="83" creationId="{00000000-0000-0000-0000-000000000000}"/>
          </ac:spMkLst>
        </pc:spChg>
        <pc:spChg chg="mod">
          <ac:chgData name="Riccardo Berta" userId="c8694f89-bba4-4576-b0a8-456619ca5a8c" providerId="ADAL" clId="{80F6E880-6B18-A04C-AFC0-7C261801A904}" dt="2022-11-08T11:34:06.148" v="2786" actId="20577"/>
          <ac:spMkLst>
            <pc:docMk/>
            <pc:sldMk cId="2509645545" sldId="279"/>
            <ac:spMk id="84" creationId="{00000000-0000-0000-0000-000000000000}"/>
          </ac:spMkLst>
        </pc:spChg>
        <pc:picChg chg="add mod">
          <ac:chgData name="Riccardo Berta" userId="c8694f89-bba4-4576-b0a8-456619ca5a8c" providerId="ADAL" clId="{80F6E880-6B18-A04C-AFC0-7C261801A904}" dt="2022-11-08T11:35:56.696" v="2788" actId="1076"/>
          <ac:picMkLst>
            <pc:docMk/>
            <pc:sldMk cId="2509645545" sldId="279"/>
            <ac:picMk id="3" creationId="{97E1ABF5-025A-AC1A-6F2C-66566A1BE85F}"/>
          </ac:picMkLst>
        </pc:picChg>
      </pc:sldChg>
      <pc:sldChg chg="new del">
        <pc:chgData name="Riccardo Berta" userId="c8694f89-bba4-4576-b0a8-456619ca5a8c" providerId="ADAL" clId="{80F6E880-6B18-A04C-AFC0-7C261801A904}" dt="2022-11-07T13:12:55.302" v="901" actId="2696"/>
        <pc:sldMkLst>
          <pc:docMk/>
          <pc:sldMk cId="3057566652" sldId="279"/>
        </pc:sldMkLst>
      </pc:sldChg>
      <pc:sldChg chg="new del">
        <pc:chgData name="Riccardo Berta" userId="c8694f89-bba4-4576-b0a8-456619ca5a8c" providerId="ADAL" clId="{80F6E880-6B18-A04C-AFC0-7C261801A904}" dt="2022-11-07T13:12:55.762" v="902" actId="2696"/>
        <pc:sldMkLst>
          <pc:docMk/>
          <pc:sldMk cId="55856503" sldId="280"/>
        </pc:sldMkLst>
      </pc:sldChg>
      <pc:sldChg chg="addSp modSp add mod">
        <pc:chgData name="Riccardo Berta" userId="c8694f89-bba4-4576-b0a8-456619ca5a8c" providerId="ADAL" clId="{80F6E880-6B18-A04C-AFC0-7C261801A904}" dt="2022-11-08T13:14:10.401" v="3047" actId="14100"/>
        <pc:sldMkLst>
          <pc:docMk/>
          <pc:sldMk cId="1073505695" sldId="280"/>
        </pc:sldMkLst>
        <pc:spChg chg="mod">
          <ac:chgData name="Riccardo Berta" userId="c8694f89-bba4-4576-b0a8-456619ca5a8c" providerId="ADAL" clId="{80F6E880-6B18-A04C-AFC0-7C261801A904}" dt="2022-11-08T13:12:36.677" v="2926" actId="20577"/>
          <ac:spMkLst>
            <pc:docMk/>
            <pc:sldMk cId="1073505695" sldId="280"/>
            <ac:spMk id="83" creationId="{00000000-0000-0000-0000-000000000000}"/>
          </ac:spMkLst>
        </pc:spChg>
        <pc:spChg chg="mod">
          <ac:chgData name="Riccardo Berta" userId="c8694f89-bba4-4576-b0a8-456619ca5a8c" providerId="ADAL" clId="{80F6E880-6B18-A04C-AFC0-7C261801A904}" dt="2022-11-08T13:14:10.401" v="3047" actId="14100"/>
          <ac:spMkLst>
            <pc:docMk/>
            <pc:sldMk cId="1073505695" sldId="280"/>
            <ac:spMk id="84" creationId="{00000000-0000-0000-0000-000000000000}"/>
          </ac:spMkLst>
        </pc:spChg>
        <pc:picChg chg="add mod">
          <ac:chgData name="Riccardo Berta" userId="c8694f89-bba4-4576-b0a8-456619ca5a8c" providerId="ADAL" clId="{80F6E880-6B18-A04C-AFC0-7C261801A904}" dt="2022-11-08T13:13:46.037" v="3031" actId="14100"/>
          <ac:picMkLst>
            <pc:docMk/>
            <pc:sldMk cId="1073505695" sldId="280"/>
            <ac:picMk id="3" creationId="{FA939A29-95AA-C12B-A415-81D0BA373123}"/>
          </ac:picMkLst>
        </pc:picChg>
        <pc:picChg chg="add mod">
          <ac:chgData name="Riccardo Berta" userId="c8694f89-bba4-4576-b0a8-456619ca5a8c" providerId="ADAL" clId="{80F6E880-6B18-A04C-AFC0-7C261801A904}" dt="2022-11-08T13:13:51.016" v="3033" actId="1076"/>
          <ac:picMkLst>
            <pc:docMk/>
            <pc:sldMk cId="1073505695" sldId="280"/>
            <ac:picMk id="5" creationId="{05C16011-9F8D-F647-EAC6-509C6AA49CC3}"/>
          </ac:picMkLst>
        </pc:picChg>
      </pc:sldChg>
      <pc:sldChg chg="modSp add del mod">
        <pc:chgData name="Riccardo Berta" userId="c8694f89-bba4-4576-b0a8-456619ca5a8c" providerId="ADAL" clId="{80F6E880-6B18-A04C-AFC0-7C261801A904}" dt="2022-11-08T13:14:12.762" v="3048" actId="2696"/>
        <pc:sldMkLst>
          <pc:docMk/>
          <pc:sldMk cId="3142141447" sldId="281"/>
        </pc:sldMkLst>
        <pc:spChg chg="mod">
          <ac:chgData name="Riccardo Berta" userId="c8694f89-bba4-4576-b0a8-456619ca5a8c" providerId="ADAL" clId="{80F6E880-6B18-A04C-AFC0-7C261801A904}" dt="2022-11-08T13:12:44.483" v="2929" actId="20577"/>
          <ac:spMkLst>
            <pc:docMk/>
            <pc:sldMk cId="3142141447" sldId="281"/>
            <ac:spMk id="83" creationId="{00000000-0000-0000-0000-000000000000}"/>
          </ac:spMkLst>
        </pc:spChg>
        <pc:spChg chg="mod">
          <ac:chgData name="Riccardo Berta" userId="c8694f89-bba4-4576-b0a8-456619ca5a8c" providerId="ADAL" clId="{80F6E880-6B18-A04C-AFC0-7C261801A904}" dt="2022-11-08T13:13:40.083" v="3030" actId="20577"/>
          <ac:spMkLst>
            <pc:docMk/>
            <pc:sldMk cId="3142141447" sldId="281"/>
            <ac:spMk id="84" creationId="{00000000-0000-0000-0000-000000000000}"/>
          </ac:spMkLst>
        </pc:spChg>
      </pc:sldChg>
      <pc:sldChg chg="new del">
        <pc:chgData name="Riccardo Berta" userId="c8694f89-bba4-4576-b0a8-456619ca5a8c" providerId="ADAL" clId="{80F6E880-6B18-A04C-AFC0-7C261801A904}" dt="2022-11-07T13:12:56.113" v="903" actId="2696"/>
        <pc:sldMkLst>
          <pc:docMk/>
          <pc:sldMk cId="3406097516" sldId="281"/>
        </pc:sldMkLst>
      </pc:sldChg>
      <pc:sldChg chg="add del">
        <pc:chgData name="Riccardo Berta" userId="c8694f89-bba4-4576-b0a8-456619ca5a8c" providerId="ADAL" clId="{80F6E880-6B18-A04C-AFC0-7C261801A904}" dt="2022-11-08T13:14:13.351" v="3049" actId="2696"/>
        <pc:sldMkLst>
          <pc:docMk/>
          <pc:sldMk cId="1823650288" sldId="282"/>
        </pc:sldMkLst>
      </pc:sldChg>
      <pc:sldChg chg="new del">
        <pc:chgData name="Riccardo Berta" userId="c8694f89-bba4-4576-b0a8-456619ca5a8c" providerId="ADAL" clId="{80F6E880-6B18-A04C-AFC0-7C261801A904}" dt="2022-11-07T13:12:56.409" v="904" actId="2696"/>
        <pc:sldMkLst>
          <pc:docMk/>
          <pc:sldMk cId="3190019216" sldId="282"/>
        </pc:sldMkLst>
      </pc:sldChg>
      <pc:sldChg chg="new del">
        <pc:chgData name="Riccardo Berta" userId="c8694f89-bba4-4576-b0a8-456619ca5a8c" providerId="ADAL" clId="{80F6E880-6B18-A04C-AFC0-7C261801A904}" dt="2022-11-07T13:12:56.655" v="905" actId="2696"/>
        <pc:sldMkLst>
          <pc:docMk/>
          <pc:sldMk cId="1664264173" sldId="283"/>
        </pc:sldMkLst>
      </pc:sldChg>
      <pc:sldChg chg="add del">
        <pc:chgData name="Riccardo Berta" userId="c8694f89-bba4-4576-b0a8-456619ca5a8c" providerId="ADAL" clId="{80F6E880-6B18-A04C-AFC0-7C261801A904}" dt="2022-11-08T13:14:14.871" v="3050" actId="2696"/>
        <pc:sldMkLst>
          <pc:docMk/>
          <pc:sldMk cId="3669811619" sldId="283"/>
        </pc:sldMkLst>
      </pc:sldChg>
      <pc:sldChg chg="modSp add mod">
        <pc:chgData name="Riccardo Berta" userId="c8694f89-bba4-4576-b0a8-456619ca5a8c" providerId="ADAL" clId="{80F6E880-6B18-A04C-AFC0-7C261801A904}" dt="2022-11-08T08:54:56.464" v="1684" actId="21"/>
        <pc:sldMkLst>
          <pc:docMk/>
          <pc:sldMk cId="3158693030" sldId="284"/>
        </pc:sldMkLst>
        <pc:spChg chg="mod">
          <ac:chgData name="Riccardo Berta" userId="c8694f89-bba4-4576-b0a8-456619ca5a8c" providerId="ADAL" clId="{80F6E880-6B18-A04C-AFC0-7C261801A904}" dt="2022-11-08T08:51:21.996" v="1589" actId="20577"/>
          <ac:spMkLst>
            <pc:docMk/>
            <pc:sldMk cId="3158693030" sldId="284"/>
            <ac:spMk id="83" creationId="{00000000-0000-0000-0000-000000000000}"/>
          </ac:spMkLst>
        </pc:spChg>
        <pc:spChg chg="mod">
          <ac:chgData name="Riccardo Berta" userId="c8694f89-bba4-4576-b0a8-456619ca5a8c" providerId="ADAL" clId="{80F6E880-6B18-A04C-AFC0-7C261801A904}" dt="2022-11-08T08:54:56.464" v="1684" actId="21"/>
          <ac:spMkLst>
            <pc:docMk/>
            <pc:sldMk cId="3158693030" sldId="284"/>
            <ac:spMk id="84" creationId="{00000000-0000-0000-0000-000000000000}"/>
          </ac:spMkLst>
        </pc:spChg>
      </pc:sldChg>
      <pc:sldChg chg="new del">
        <pc:chgData name="Riccardo Berta" userId="c8694f89-bba4-4576-b0a8-456619ca5a8c" providerId="ADAL" clId="{80F6E880-6B18-A04C-AFC0-7C261801A904}" dt="2022-11-07T13:12:56.914" v="906" actId="2696"/>
        <pc:sldMkLst>
          <pc:docMk/>
          <pc:sldMk cId="3362312584" sldId="284"/>
        </pc:sldMkLst>
      </pc:sldChg>
      <pc:sldChg chg="new del">
        <pc:chgData name="Riccardo Berta" userId="c8694f89-bba4-4576-b0a8-456619ca5a8c" providerId="ADAL" clId="{80F6E880-6B18-A04C-AFC0-7C261801A904}" dt="2022-11-07T13:12:57.245" v="907" actId="2696"/>
        <pc:sldMkLst>
          <pc:docMk/>
          <pc:sldMk cId="1856807698" sldId="285"/>
        </pc:sldMkLst>
      </pc:sldChg>
      <pc:sldChg chg="modSp add mod">
        <pc:chgData name="Riccardo Berta" userId="c8694f89-bba4-4576-b0a8-456619ca5a8c" providerId="ADAL" clId="{80F6E880-6B18-A04C-AFC0-7C261801A904}" dt="2022-11-08T08:57:04.527" v="1737" actId="20577"/>
        <pc:sldMkLst>
          <pc:docMk/>
          <pc:sldMk cId="2315955737" sldId="285"/>
        </pc:sldMkLst>
        <pc:spChg chg="mod">
          <ac:chgData name="Riccardo Berta" userId="c8694f89-bba4-4576-b0a8-456619ca5a8c" providerId="ADAL" clId="{80F6E880-6B18-A04C-AFC0-7C261801A904}" dt="2022-11-08T08:55:11.191" v="1688" actId="20577"/>
          <ac:spMkLst>
            <pc:docMk/>
            <pc:sldMk cId="2315955737" sldId="285"/>
            <ac:spMk id="83" creationId="{00000000-0000-0000-0000-000000000000}"/>
          </ac:spMkLst>
        </pc:spChg>
        <pc:spChg chg="mod">
          <ac:chgData name="Riccardo Berta" userId="c8694f89-bba4-4576-b0a8-456619ca5a8c" providerId="ADAL" clId="{80F6E880-6B18-A04C-AFC0-7C261801A904}" dt="2022-11-08T08:57:04.527" v="1737" actId="20577"/>
          <ac:spMkLst>
            <pc:docMk/>
            <pc:sldMk cId="2315955737" sldId="285"/>
            <ac:spMk id="84" creationId="{00000000-0000-0000-0000-000000000000}"/>
          </ac:spMkLst>
        </pc:spChg>
      </pc:sldChg>
      <pc:sldChg chg="new del">
        <pc:chgData name="Riccardo Berta" userId="c8694f89-bba4-4576-b0a8-456619ca5a8c" providerId="ADAL" clId="{80F6E880-6B18-A04C-AFC0-7C261801A904}" dt="2022-11-07T13:12:57.923" v="908" actId="2696"/>
        <pc:sldMkLst>
          <pc:docMk/>
          <pc:sldMk cId="204211360" sldId="286"/>
        </pc:sldMkLst>
      </pc:sldChg>
      <pc:sldChg chg="addSp modSp add mod">
        <pc:chgData name="Riccardo Berta" userId="c8694f89-bba4-4576-b0a8-456619ca5a8c" providerId="ADAL" clId="{80F6E880-6B18-A04C-AFC0-7C261801A904}" dt="2022-11-08T09:28:50.620" v="2170" actId="108"/>
        <pc:sldMkLst>
          <pc:docMk/>
          <pc:sldMk cId="2279489737" sldId="286"/>
        </pc:sldMkLst>
        <pc:spChg chg="mod">
          <ac:chgData name="Riccardo Berta" userId="c8694f89-bba4-4576-b0a8-456619ca5a8c" providerId="ADAL" clId="{80F6E880-6B18-A04C-AFC0-7C261801A904}" dt="2022-11-08T09:00:55.647" v="1837" actId="20577"/>
          <ac:spMkLst>
            <pc:docMk/>
            <pc:sldMk cId="2279489737" sldId="286"/>
            <ac:spMk id="83" creationId="{00000000-0000-0000-0000-000000000000}"/>
          </ac:spMkLst>
        </pc:spChg>
        <pc:spChg chg="mod">
          <ac:chgData name="Riccardo Berta" userId="c8694f89-bba4-4576-b0a8-456619ca5a8c" providerId="ADAL" clId="{80F6E880-6B18-A04C-AFC0-7C261801A904}" dt="2022-11-08T09:28:50.620" v="2170" actId="108"/>
          <ac:spMkLst>
            <pc:docMk/>
            <pc:sldMk cId="2279489737" sldId="286"/>
            <ac:spMk id="84" creationId="{00000000-0000-0000-0000-000000000000}"/>
          </ac:spMkLst>
        </pc:spChg>
        <pc:picChg chg="add mod">
          <ac:chgData name="Riccardo Berta" userId="c8694f89-bba4-4576-b0a8-456619ca5a8c" providerId="ADAL" clId="{80F6E880-6B18-A04C-AFC0-7C261801A904}" dt="2022-11-08T09:00:52.400" v="1833" actId="1076"/>
          <ac:picMkLst>
            <pc:docMk/>
            <pc:sldMk cId="2279489737" sldId="286"/>
            <ac:picMk id="3" creationId="{9E29E584-3980-6C4A-D025-DBC1AC8DFD41}"/>
          </ac:picMkLst>
        </pc:picChg>
      </pc:sldChg>
      <pc:sldChg chg="new del">
        <pc:chgData name="Riccardo Berta" userId="c8694f89-bba4-4576-b0a8-456619ca5a8c" providerId="ADAL" clId="{80F6E880-6B18-A04C-AFC0-7C261801A904}" dt="2022-11-07T13:12:58.266" v="909" actId="2696"/>
        <pc:sldMkLst>
          <pc:docMk/>
          <pc:sldMk cId="733547696" sldId="287"/>
        </pc:sldMkLst>
      </pc:sldChg>
      <pc:sldChg chg="addSp delSp modSp add mod">
        <pc:chgData name="Riccardo Berta" userId="c8694f89-bba4-4576-b0a8-456619ca5a8c" providerId="ADAL" clId="{80F6E880-6B18-A04C-AFC0-7C261801A904}" dt="2022-11-08T09:34:08.214" v="2178" actId="1076"/>
        <pc:sldMkLst>
          <pc:docMk/>
          <pc:sldMk cId="4193766810" sldId="287"/>
        </pc:sldMkLst>
        <pc:spChg chg="add del mod">
          <ac:chgData name="Riccardo Berta" userId="c8694f89-bba4-4576-b0a8-456619ca5a8c" providerId="ADAL" clId="{80F6E880-6B18-A04C-AFC0-7C261801A904}" dt="2022-11-08T09:34:01.821" v="2175" actId="478"/>
          <ac:spMkLst>
            <pc:docMk/>
            <pc:sldMk cId="4193766810" sldId="287"/>
            <ac:spMk id="5" creationId="{096EDD2A-1C7C-7A16-FFAC-437B003A7509}"/>
          </ac:spMkLst>
        </pc:spChg>
        <pc:spChg chg="mod">
          <ac:chgData name="Riccardo Berta" userId="c8694f89-bba4-4576-b0a8-456619ca5a8c" providerId="ADAL" clId="{80F6E880-6B18-A04C-AFC0-7C261801A904}" dt="2022-11-08T09:01:38.892" v="1850" actId="20577"/>
          <ac:spMkLst>
            <pc:docMk/>
            <pc:sldMk cId="4193766810" sldId="287"/>
            <ac:spMk id="83" creationId="{00000000-0000-0000-0000-000000000000}"/>
          </ac:spMkLst>
        </pc:spChg>
        <pc:spChg chg="del">
          <ac:chgData name="Riccardo Berta" userId="c8694f89-bba4-4576-b0a8-456619ca5a8c" providerId="ADAL" clId="{80F6E880-6B18-A04C-AFC0-7C261801A904}" dt="2022-11-08T09:33:59.048" v="2174" actId="478"/>
          <ac:spMkLst>
            <pc:docMk/>
            <pc:sldMk cId="4193766810" sldId="287"/>
            <ac:spMk id="84" creationId="{00000000-0000-0000-0000-000000000000}"/>
          </ac:spMkLst>
        </pc:spChg>
        <pc:picChg chg="add mod">
          <ac:chgData name="Riccardo Berta" userId="c8694f89-bba4-4576-b0a8-456619ca5a8c" providerId="ADAL" clId="{80F6E880-6B18-A04C-AFC0-7C261801A904}" dt="2022-11-08T09:34:08.214" v="2178" actId="1076"/>
          <ac:picMkLst>
            <pc:docMk/>
            <pc:sldMk cId="4193766810" sldId="287"/>
            <ac:picMk id="3" creationId="{CEBEE24E-7A8A-DAB3-53B8-DED06882E63A}"/>
          </ac:picMkLst>
        </pc:picChg>
      </pc:sldChg>
      <pc:sldChg chg="new del">
        <pc:chgData name="Riccardo Berta" userId="c8694f89-bba4-4576-b0a8-456619ca5a8c" providerId="ADAL" clId="{80F6E880-6B18-A04C-AFC0-7C261801A904}" dt="2022-11-07T13:12:58.591" v="910" actId="2696"/>
        <pc:sldMkLst>
          <pc:docMk/>
          <pc:sldMk cId="157096826" sldId="288"/>
        </pc:sldMkLst>
      </pc:sldChg>
      <pc:sldChg chg="addSp delSp modSp add mod">
        <pc:chgData name="Riccardo Berta" userId="c8694f89-bba4-4576-b0a8-456619ca5a8c" providerId="ADAL" clId="{80F6E880-6B18-A04C-AFC0-7C261801A904}" dt="2022-11-08T11:33:06.848" v="2759" actId="1035"/>
        <pc:sldMkLst>
          <pc:docMk/>
          <pc:sldMk cId="3981929228" sldId="288"/>
        </pc:sldMkLst>
        <pc:spChg chg="mod">
          <ac:chgData name="Riccardo Berta" userId="c8694f89-bba4-4576-b0a8-456619ca5a8c" providerId="ADAL" clId="{80F6E880-6B18-A04C-AFC0-7C261801A904}" dt="2022-11-08T09:52:38.166" v="2256" actId="20577"/>
          <ac:spMkLst>
            <pc:docMk/>
            <pc:sldMk cId="3981929228" sldId="288"/>
            <ac:spMk id="83" creationId="{00000000-0000-0000-0000-000000000000}"/>
          </ac:spMkLst>
        </pc:spChg>
        <pc:spChg chg="mod">
          <ac:chgData name="Riccardo Berta" userId="c8694f89-bba4-4576-b0a8-456619ca5a8c" providerId="ADAL" clId="{80F6E880-6B18-A04C-AFC0-7C261801A904}" dt="2022-11-08T11:33:06.848" v="2759" actId="1035"/>
          <ac:spMkLst>
            <pc:docMk/>
            <pc:sldMk cId="3981929228" sldId="288"/>
            <ac:spMk id="84" creationId="{00000000-0000-0000-0000-000000000000}"/>
          </ac:spMkLst>
        </pc:spChg>
        <pc:grpChg chg="add mod">
          <ac:chgData name="Riccardo Berta" userId="c8694f89-bba4-4576-b0a8-456619ca5a8c" providerId="ADAL" clId="{80F6E880-6B18-A04C-AFC0-7C261801A904}" dt="2022-11-08T09:57:00.588" v="2339" actId="1076"/>
          <ac:grpSpMkLst>
            <pc:docMk/>
            <pc:sldMk cId="3981929228" sldId="288"/>
            <ac:grpSpMk id="8" creationId="{0A8169F3-360D-1D8A-562C-7992B396C7CA}"/>
          </ac:grpSpMkLst>
        </pc:grpChg>
        <pc:picChg chg="add del mod">
          <ac:chgData name="Riccardo Berta" userId="c8694f89-bba4-4576-b0a8-456619ca5a8c" providerId="ADAL" clId="{80F6E880-6B18-A04C-AFC0-7C261801A904}" dt="2022-11-08T09:53:28.846" v="2259" actId="478"/>
          <ac:picMkLst>
            <pc:docMk/>
            <pc:sldMk cId="3981929228" sldId="288"/>
            <ac:picMk id="3" creationId="{34D7DF99-E4C9-B7ED-1228-969662A334D0}"/>
          </ac:picMkLst>
        </pc:picChg>
        <pc:picChg chg="add mod">
          <ac:chgData name="Riccardo Berta" userId="c8694f89-bba4-4576-b0a8-456619ca5a8c" providerId="ADAL" clId="{80F6E880-6B18-A04C-AFC0-7C261801A904}" dt="2022-11-08T09:54:15.596" v="2266" actId="164"/>
          <ac:picMkLst>
            <pc:docMk/>
            <pc:sldMk cId="3981929228" sldId="288"/>
            <ac:picMk id="5" creationId="{BD787726-913A-F743-4D25-3CA7A203F306}"/>
          </ac:picMkLst>
        </pc:picChg>
        <pc:picChg chg="add mod">
          <ac:chgData name="Riccardo Berta" userId="c8694f89-bba4-4576-b0a8-456619ca5a8c" providerId="ADAL" clId="{80F6E880-6B18-A04C-AFC0-7C261801A904}" dt="2022-11-08T09:54:15.596" v="2266" actId="164"/>
          <ac:picMkLst>
            <pc:docMk/>
            <pc:sldMk cId="3981929228" sldId="288"/>
            <ac:picMk id="7" creationId="{F94800CC-10EF-9754-5ED3-5E258388614F}"/>
          </ac:picMkLst>
        </pc:picChg>
      </pc:sldChg>
      <pc:sldChg chg="new del">
        <pc:chgData name="Riccardo Berta" userId="c8694f89-bba4-4576-b0a8-456619ca5a8c" providerId="ADAL" clId="{80F6E880-6B18-A04C-AFC0-7C261801A904}" dt="2022-11-07T13:12:58.979" v="911" actId="2696"/>
        <pc:sldMkLst>
          <pc:docMk/>
          <pc:sldMk cId="1980966413" sldId="289"/>
        </pc:sldMkLst>
      </pc:sldChg>
      <pc:sldChg chg="addSp modSp add mod">
        <pc:chgData name="Riccardo Berta" userId="c8694f89-bba4-4576-b0a8-456619ca5a8c" providerId="ADAL" clId="{80F6E880-6B18-A04C-AFC0-7C261801A904}" dt="2022-11-08T09:59:56.768" v="2361" actId="1038"/>
        <pc:sldMkLst>
          <pc:docMk/>
          <pc:sldMk cId="4281954021" sldId="289"/>
        </pc:sldMkLst>
        <pc:spChg chg="mod">
          <ac:chgData name="Riccardo Berta" userId="c8694f89-bba4-4576-b0a8-456619ca5a8c" providerId="ADAL" clId="{80F6E880-6B18-A04C-AFC0-7C261801A904}" dt="2022-11-08T09:57:21.665" v="2343" actId="20577"/>
          <ac:spMkLst>
            <pc:docMk/>
            <pc:sldMk cId="4281954021" sldId="289"/>
            <ac:spMk id="83" creationId="{00000000-0000-0000-0000-000000000000}"/>
          </ac:spMkLst>
        </pc:spChg>
        <pc:spChg chg="mod">
          <ac:chgData name="Riccardo Berta" userId="c8694f89-bba4-4576-b0a8-456619ca5a8c" providerId="ADAL" clId="{80F6E880-6B18-A04C-AFC0-7C261801A904}" dt="2022-11-08T09:58:59.454" v="2351" actId="1076"/>
          <ac:spMkLst>
            <pc:docMk/>
            <pc:sldMk cId="4281954021" sldId="289"/>
            <ac:spMk id="84" creationId="{00000000-0000-0000-0000-000000000000}"/>
          </ac:spMkLst>
        </pc:spChg>
        <pc:picChg chg="add mod">
          <ac:chgData name="Riccardo Berta" userId="c8694f89-bba4-4576-b0a8-456619ca5a8c" providerId="ADAL" clId="{80F6E880-6B18-A04C-AFC0-7C261801A904}" dt="2022-11-08T09:59:05.054" v="2352" actId="1076"/>
          <ac:picMkLst>
            <pc:docMk/>
            <pc:sldMk cId="4281954021" sldId="289"/>
            <ac:picMk id="3" creationId="{3C5726FB-7423-8B1C-3FAF-8F453DE21F6C}"/>
          </ac:picMkLst>
        </pc:picChg>
        <pc:picChg chg="add mod">
          <ac:chgData name="Riccardo Berta" userId="c8694f89-bba4-4576-b0a8-456619ca5a8c" providerId="ADAL" clId="{80F6E880-6B18-A04C-AFC0-7C261801A904}" dt="2022-11-08T09:59:56.768" v="2361" actId="1038"/>
          <ac:picMkLst>
            <pc:docMk/>
            <pc:sldMk cId="4281954021" sldId="289"/>
            <ac:picMk id="5" creationId="{41C72122-DABB-2CE3-3178-805E9C0287B8}"/>
          </ac:picMkLst>
        </pc:picChg>
      </pc:sldChg>
      <pc:sldChg chg="addSp delSp modSp add mod">
        <pc:chgData name="Riccardo Berta" userId="c8694f89-bba4-4576-b0a8-456619ca5a8c" providerId="ADAL" clId="{80F6E880-6B18-A04C-AFC0-7C261801A904}" dt="2022-11-08T11:33:17.209" v="2763" actId="20577"/>
        <pc:sldMkLst>
          <pc:docMk/>
          <pc:sldMk cId="342907949" sldId="290"/>
        </pc:sldMkLst>
        <pc:spChg chg="mod">
          <ac:chgData name="Riccardo Berta" userId="c8694f89-bba4-4576-b0a8-456619ca5a8c" providerId="ADAL" clId="{80F6E880-6B18-A04C-AFC0-7C261801A904}" dt="2022-11-08T11:33:17.209" v="2763" actId="20577"/>
          <ac:spMkLst>
            <pc:docMk/>
            <pc:sldMk cId="342907949" sldId="290"/>
            <ac:spMk id="83" creationId="{00000000-0000-0000-0000-000000000000}"/>
          </ac:spMkLst>
        </pc:spChg>
        <pc:spChg chg="mod">
          <ac:chgData name="Riccardo Berta" userId="c8694f89-bba4-4576-b0a8-456619ca5a8c" providerId="ADAL" clId="{80F6E880-6B18-A04C-AFC0-7C261801A904}" dt="2022-11-08T11:24:45.324" v="2667" actId="20577"/>
          <ac:spMkLst>
            <pc:docMk/>
            <pc:sldMk cId="342907949" sldId="290"/>
            <ac:spMk id="84" creationId="{00000000-0000-0000-0000-000000000000}"/>
          </ac:spMkLst>
        </pc:spChg>
        <pc:picChg chg="add del mod">
          <ac:chgData name="Riccardo Berta" userId="c8694f89-bba4-4576-b0a8-456619ca5a8c" providerId="ADAL" clId="{80F6E880-6B18-A04C-AFC0-7C261801A904}" dt="2022-11-08T11:11:13.172" v="2452" actId="478"/>
          <ac:picMkLst>
            <pc:docMk/>
            <pc:sldMk cId="342907949" sldId="290"/>
            <ac:picMk id="3" creationId="{2A648950-2B68-437D-D475-B845769EC08D}"/>
          </ac:picMkLst>
        </pc:picChg>
        <pc:picChg chg="add mod">
          <ac:chgData name="Riccardo Berta" userId="c8694f89-bba4-4576-b0a8-456619ca5a8c" providerId="ADAL" clId="{80F6E880-6B18-A04C-AFC0-7C261801A904}" dt="2022-11-08T11:24:07.377" v="2650" actId="1076"/>
          <ac:picMkLst>
            <pc:docMk/>
            <pc:sldMk cId="342907949" sldId="290"/>
            <ac:picMk id="5" creationId="{32FFBFA3-ECA1-D2F1-EE9D-3C8551F7748C}"/>
          </ac:picMkLst>
        </pc:picChg>
        <pc:picChg chg="add del">
          <ac:chgData name="Riccardo Berta" userId="c8694f89-bba4-4576-b0a8-456619ca5a8c" providerId="ADAL" clId="{80F6E880-6B18-A04C-AFC0-7C261801A904}" dt="2022-11-08T11:19:56.481" v="2581" actId="478"/>
          <ac:picMkLst>
            <pc:docMk/>
            <pc:sldMk cId="342907949" sldId="290"/>
            <ac:picMk id="6" creationId="{86D4BCD5-4430-BEBF-5768-783045643D7C}"/>
          </ac:picMkLst>
        </pc:picChg>
        <pc:picChg chg="add mod">
          <ac:chgData name="Riccardo Berta" userId="c8694f89-bba4-4576-b0a8-456619ca5a8c" providerId="ADAL" clId="{80F6E880-6B18-A04C-AFC0-7C261801A904}" dt="2022-11-08T11:24:18.444" v="2658" actId="1035"/>
          <ac:picMkLst>
            <pc:docMk/>
            <pc:sldMk cId="342907949" sldId="290"/>
            <ac:picMk id="8" creationId="{53040676-5816-1FFA-03D6-FB229693EF5D}"/>
          </ac:picMkLst>
        </pc:picChg>
        <pc:picChg chg="add mod">
          <ac:chgData name="Riccardo Berta" userId="c8694f89-bba4-4576-b0a8-456619ca5a8c" providerId="ADAL" clId="{80F6E880-6B18-A04C-AFC0-7C261801A904}" dt="2022-11-08T11:24:43.118" v="2665" actId="1035"/>
          <ac:picMkLst>
            <pc:docMk/>
            <pc:sldMk cId="342907949" sldId="290"/>
            <ac:picMk id="10" creationId="{755F6B99-3AC5-DEAE-A794-BD0CAE209319}"/>
          </ac:picMkLst>
        </pc:picChg>
      </pc:sldChg>
      <pc:sldChg chg="new del">
        <pc:chgData name="Riccardo Berta" userId="c8694f89-bba4-4576-b0a8-456619ca5a8c" providerId="ADAL" clId="{80F6E880-6B18-A04C-AFC0-7C261801A904}" dt="2022-11-07T13:12:59.393" v="912" actId="2696"/>
        <pc:sldMkLst>
          <pc:docMk/>
          <pc:sldMk cId="2563080473" sldId="290"/>
        </pc:sldMkLst>
      </pc:sldChg>
      <pc:sldChg chg="new del">
        <pc:chgData name="Riccardo Berta" userId="c8694f89-bba4-4576-b0a8-456619ca5a8c" providerId="ADAL" clId="{80F6E880-6B18-A04C-AFC0-7C261801A904}" dt="2022-11-07T13:13:00.755" v="913" actId="2696"/>
        <pc:sldMkLst>
          <pc:docMk/>
          <pc:sldMk cId="2365329101" sldId="291"/>
        </pc:sldMkLst>
      </pc:sldChg>
      <pc:sldChg chg="addSp delSp modSp add del mod">
        <pc:chgData name="Riccardo Berta" userId="c8694f89-bba4-4576-b0a8-456619ca5a8c" providerId="ADAL" clId="{80F6E880-6B18-A04C-AFC0-7C261801A904}" dt="2022-11-08T11:23:29.003" v="2638" actId="2696"/>
        <pc:sldMkLst>
          <pc:docMk/>
          <pc:sldMk cId="2968168629" sldId="291"/>
        </pc:sldMkLst>
        <pc:spChg chg="add del mod">
          <ac:chgData name="Riccardo Berta" userId="c8694f89-bba4-4576-b0a8-456619ca5a8c" providerId="ADAL" clId="{80F6E880-6B18-A04C-AFC0-7C261801A904}" dt="2022-11-08T11:20:53.418" v="2592" actId="478"/>
          <ac:spMkLst>
            <pc:docMk/>
            <pc:sldMk cId="2968168629" sldId="291"/>
            <ac:spMk id="5" creationId="{8874A803-3EF9-FDBA-D173-6AA5E253F92F}"/>
          </ac:spMkLst>
        </pc:spChg>
        <pc:spChg chg="mod">
          <ac:chgData name="Riccardo Berta" userId="c8694f89-bba4-4576-b0a8-456619ca5a8c" providerId="ADAL" clId="{80F6E880-6B18-A04C-AFC0-7C261801A904}" dt="2022-11-08T11:20:17.189" v="2586" actId="20577"/>
          <ac:spMkLst>
            <pc:docMk/>
            <pc:sldMk cId="2968168629" sldId="291"/>
            <ac:spMk id="83" creationId="{00000000-0000-0000-0000-000000000000}"/>
          </ac:spMkLst>
        </pc:spChg>
        <pc:spChg chg="del">
          <ac:chgData name="Riccardo Berta" userId="c8694f89-bba4-4576-b0a8-456619ca5a8c" providerId="ADAL" clId="{80F6E880-6B18-A04C-AFC0-7C261801A904}" dt="2022-11-08T11:20:48.334" v="2591" actId="478"/>
          <ac:spMkLst>
            <pc:docMk/>
            <pc:sldMk cId="2968168629" sldId="291"/>
            <ac:spMk id="84" creationId="{00000000-0000-0000-0000-000000000000}"/>
          </ac:spMkLst>
        </pc:spChg>
        <pc:picChg chg="add del mod">
          <ac:chgData name="Riccardo Berta" userId="c8694f89-bba4-4576-b0a8-456619ca5a8c" providerId="ADAL" clId="{80F6E880-6B18-A04C-AFC0-7C261801A904}" dt="2022-11-08T11:23:13.129" v="2634" actId="21"/>
          <ac:picMkLst>
            <pc:docMk/>
            <pc:sldMk cId="2968168629" sldId="291"/>
            <ac:picMk id="3" creationId="{B066B159-0917-5017-D8EA-958100249D59}"/>
          </ac:picMkLst>
        </pc:picChg>
      </pc:sldChg>
      <pc:sldChg chg="addSp modSp add mod">
        <pc:chgData name="Riccardo Berta" userId="c8694f89-bba4-4576-b0a8-456619ca5a8c" providerId="ADAL" clId="{80F6E880-6B18-A04C-AFC0-7C261801A904}" dt="2022-11-08T11:23:26.670" v="2637"/>
        <pc:sldMkLst>
          <pc:docMk/>
          <pc:sldMk cId="1120693371" sldId="292"/>
        </pc:sldMkLst>
        <pc:spChg chg="mod">
          <ac:chgData name="Riccardo Berta" userId="c8694f89-bba4-4576-b0a8-456619ca5a8c" providerId="ADAL" clId="{80F6E880-6B18-A04C-AFC0-7C261801A904}" dt="2022-11-08T11:23:26.670" v="2637"/>
          <ac:spMkLst>
            <pc:docMk/>
            <pc:sldMk cId="1120693371" sldId="292"/>
            <ac:spMk id="83" creationId="{00000000-0000-0000-0000-000000000000}"/>
          </ac:spMkLst>
        </pc:spChg>
        <pc:spChg chg="mod">
          <ac:chgData name="Riccardo Berta" userId="c8694f89-bba4-4576-b0a8-456619ca5a8c" providerId="ADAL" clId="{80F6E880-6B18-A04C-AFC0-7C261801A904}" dt="2022-11-08T11:23:04.570" v="2633" actId="20577"/>
          <ac:spMkLst>
            <pc:docMk/>
            <pc:sldMk cId="1120693371" sldId="292"/>
            <ac:spMk id="84" creationId="{00000000-0000-0000-0000-000000000000}"/>
          </ac:spMkLst>
        </pc:spChg>
        <pc:picChg chg="add mod">
          <ac:chgData name="Riccardo Berta" userId="c8694f89-bba4-4576-b0a8-456619ca5a8c" providerId="ADAL" clId="{80F6E880-6B18-A04C-AFC0-7C261801A904}" dt="2022-11-08T11:23:19.478" v="2636" actId="1076"/>
          <ac:picMkLst>
            <pc:docMk/>
            <pc:sldMk cId="1120693371" sldId="292"/>
            <ac:picMk id="2" creationId="{DF895359-B510-302F-2B09-4F569AA35837}"/>
          </ac:picMkLst>
        </pc:picChg>
      </pc:sldChg>
      <pc:sldChg chg="new del">
        <pc:chgData name="Riccardo Berta" userId="c8694f89-bba4-4576-b0a8-456619ca5a8c" providerId="ADAL" clId="{80F6E880-6B18-A04C-AFC0-7C261801A904}" dt="2022-11-07T13:13:01.286" v="914" actId="2696"/>
        <pc:sldMkLst>
          <pc:docMk/>
          <pc:sldMk cId="1454095561" sldId="292"/>
        </pc:sldMkLst>
      </pc:sldChg>
      <pc:sldChg chg="addSp modSp add mod ord">
        <pc:chgData name="Riccardo Berta" userId="c8694f89-bba4-4576-b0a8-456619ca5a8c" providerId="ADAL" clId="{80F6E880-6B18-A04C-AFC0-7C261801A904}" dt="2022-11-08T09:11:06.067" v="2169" actId="20577"/>
        <pc:sldMkLst>
          <pc:docMk/>
          <pc:sldMk cId="3495919440" sldId="293"/>
        </pc:sldMkLst>
        <pc:spChg chg="add mod">
          <ac:chgData name="Riccardo Berta" userId="c8694f89-bba4-4576-b0a8-456619ca5a8c" providerId="ADAL" clId="{80F6E880-6B18-A04C-AFC0-7C261801A904}" dt="2022-11-08T09:07:37.112" v="2067" actId="164"/>
          <ac:spMkLst>
            <pc:docMk/>
            <pc:sldMk cId="3495919440" sldId="293"/>
            <ac:spMk id="10" creationId="{022126D6-0754-D28A-4051-F82DCBC16F22}"/>
          </ac:spMkLst>
        </pc:spChg>
        <pc:spChg chg="add mod">
          <ac:chgData name="Riccardo Berta" userId="c8694f89-bba4-4576-b0a8-456619ca5a8c" providerId="ADAL" clId="{80F6E880-6B18-A04C-AFC0-7C261801A904}" dt="2022-11-08T09:07:27.481" v="2066" actId="164"/>
          <ac:spMkLst>
            <pc:docMk/>
            <pc:sldMk cId="3495919440" sldId="293"/>
            <ac:spMk id="11" creationId="{8608BA2B-CF43-A908-45EF-EBEFB966AA92}"/>
          </ac:spMkLst>
        </pc:spChg>
        <pc:spChg chg="mod">
          <ac:chgData name="Riccardo Berta" userId="c8694f89-bba4-4576-b0a8-456619ca5a8c" providerId="ADAL" clId="{80F6E880-6B18-A04C-AFC0-7C261801A904}" dt="2022-11-08T09:01:45.630" v="1853" actId="20577"/>
          <ac:spMkLst>
            <pc:docMk/>
            <pc:sldMk cId="3495919440" sldId="293"/>
            <ac:spMk id="83" creationId="{00000000-0000-0000-0000-000000000000}"/>
          </ac:spMkLst>
        </pc:spChg>
        <pc:spChg chg="mod">
          <ac:chgData name="Riccardo Berta" userId="c8694f89-bba4-4576-b0a8-456619ca5a8c" providerId="ADAL" clId="{80F6E880-6B18-A04C-AFC0-7C261801A904}" dt="2022-11-08T09:11:06.067" v="2169" actId="20577"/>
          <ac:spMkLst>
            <pc:docMk/>
            <pc:sldMk cId="3495919440" sldId="293"/>
            <ac:spMk id="84" creationId="{00000000-0000-0000-0000-000000000000}"/>
          </ac:spMkLst>
        </pc:spChg>
        <pc:grpChg chg="add mod">
          <ac:chgData name="Riccardo Berta" userId="c8694f89-bba4-4576-b0a8-456619ca5a8c" providerId="ADAL" clId="{80F6E880-6B18-A04C-AFC0-7C261801A904}" dt="2022-11-08T09:07:51.933" v="2086" actId="1036"/>
          <ac:grpSpMkLst>
            <pc:docMk/>
            <pc:sldMk cId="3495919440" sldId="293"/>
            <ac:grpSpMk id="12" creationId="{C86138BD-67EF-1645-112A-670C3560035F}"/>
          </ac:grpSpMkLst>
        </pc:grpChg>
        <pc:grpChg chg="add mod">
          <ac:chgData name="Riccardo Berta" userId="c8694f89-bba4-4576-b0a8-456619ca5a8c" providerId="ADAL" clId="{80F6E880-6B18-A04C-AFC0-7C261801A904}" dt="2022-11-08T09:07:51.933" v="2086" actId="1036"/>
          <ac:grpSpMkLst>
            <pc:docMk/>
            <pc:sldMk cId="3495919440" sldId="293"/>
            <ac:grpSpMk id="13" creationId="{92CF3242-15C1-26DD-A557-3644941B0152}"/>
          </ac:grpSpMkLst>
        </pc:grpChg>
        <pc:picChg chg="add mod">
          <ac:chgData name="Riccardo Berta" userId="c8694f89-bba4-4576-b0a8-456619ca5a8c" providerId="ADAL" clId="{80F6E880-6B18-A04C-AFC0-7C261801A904}" dt="2022-11-08T09:05:04.764" v="1951" actId="1076"/>
          <ac:picMkLst>
            <pc:docMk/>
            <pc:sldMk cId="3495919440" sldId="293"/>
            <ac:picMk id="3" creationId="{B6911059-0EBE-F1FE-2AC9-C5F90E680B9B}"/>
          </ac:picMkLst>
        </pc:picChg>
        <pc:picChg chg="add mod">
          <ac:chgData name="Riccardo Berta" userId="c8694f89-bba4-4576-b0a8-456619ca5a8c" providerId="ADAL" clId="{80F6E880-6B18-A04C-AFC0-7C261801A904}" dt="2022-11-08T09:08:58.738" v="2108" actId="1035"/>
          <ac:picMkLst>
            <pc:docMk/>
            <pc:sldMk cId="3495919440" sldId="293"/>
            <ac:picMk id="5" creationId="{FB5330A5-32DF-DB0D-954E-2A85ACF30D52}"/>
          </ac:picMkLst>
        </pc:picChg>
        <pc:picChg chg="add mod">
          <ac:chgData name="Riccardo Berta" userId="c8694f89-bba4-4576-b0a8-456619ca5a8c" providerId="ADAL" clId="{80F6E880-6B18-A04C-AFC0-7C261801A904}" dt="2022-11-08T09:07:37.112" v="2067" actId="164"/>
          <ac:picMkLst>
            <pc:docMk/>
            <pc:sldMk cId="3495919440" sldId="293"/>
            <ac:picMk id="7" creationId="{112104E9-F0E5-D3C4-CE44-88EA10DA61DC}"/>
          </ac:picMkLst>
        </pc:picChg>
        <pc:picChg chg="add mod">
          <ac:chgData name="Riccardo Berta" userId="c8694f89-bba4-4576-b0a8-456619ca5a8c" providerId="ADAL" clId="{80F6E880-6B18-A04C-AFC0-7C261801A904}" dt="2022-11-08T09:07:27.481" v="2066" actId="164"/>
          <ac:picMkLst>
            <pc:docMk/>
            <pc:sldMk cId="3495919440" sldId="293"/>
            <ac:picMk id="9" creationId="{865B1465-9FA5-FCE8-89F2-26406EFD4F3B}"/>
          </ac:picMkLst>
        </pc:picChg>
      </pc:sldChg>
      <pc:sldChg chg="new del">
        <pc:chgData name="Riccardo Berta" userId="c8694f89-bba4-4576-b0a8-456619ca5a8c" providerId="ADAL" clId="{80F6E880-6B18-A04C-AFC0-7C261801A904}" dt="2022-11-07T13:13:01.897" v="915" actId="2696"/>
        <pc:sldMkLst>
          <pc:docMk/>
          <pc:sldMk cId="3740881538" sldId="293"/>
        </pc:sldMkLst>
      </pc:sldChg>
      <pc:sldChg chg="new del">
        <pc:chgData name="Riccardo Berta" userId="c8694f89-bba4-4576-b0a8-456619ca5a8c" providerId="ADAL" clId="{80F6E880-6B18-A04C-AFC0-7C261801A904}" dt="2022-11-07T13:13:02.349" v="916" actId="2696"/>
        <pc:sldMkLst>
          <pc:docMk/>
          <pc:sldMk cId="3810454763" sldId="294"/>
        </pc:sldMkLst>
      </pc:sldChg>
    </pc:docChg>
  </pc:docChgLst>
  <pc:docChgLst>
    <pc:chgData name="Riccardo Berta" userId="c8694f89-bba4-4576-b0a8-456619ca5a8c" providerId="ADAL" clId="{3E7BAF75-66AC-6246-A6D2-BF46DE9AAFF9}"/>
    <pc:docChg chg="undo custSel addSld delSld modSld sldOrd">
      <pc:chgData name="Riccardo Berta" userId="c8694f89-bba4-4576-b0a8-456619ca5a8c" providerId="ADAL" clId="{3E7BAF75-66AC-6246-A6D2-BF46DE9AAFF9}" dt="2022-10-10T06:50:03.464" v="408" actId="2696"/>
      <pc:docMkLst>
        <pc:docMk/>
      </pc:docMkLst>
      <pc:sldChg chg="modSp mod">
        <pc:chgData name="Riccardo Berta" userId="c8694f89-bba4-4576-b0a8-456619ca5a8c" providerId="ADAL" clId="{3E7BAF75-66AC-6246-A6D2-BF46DE9AAFF9}" dt="2022-10-10T05:46:15.837" v="2"/>
        <pc:sldMkLst>
          <pc:docMk/>
          <pc:sldMk cId="0" sldId="256"/>
        </pc:sldMkLst>
        <pc:spChg chg="mod">
          <ac:chgData name="Riccardo Berta" userId="c8694f89-bba4-4576-b0a8-456619ca5a8c" providerId="ADAL" clId="{3E7BAF75-66AC-6246-A6D2-BF46DE9AAFF9}" dt="2022-10-10T05:46:15.837" v="2"/>
          <ac:spMkLst>
            <pc:docMk/>
            <pc:sldMk cId="0" sldId="256"/>
            <ac:spMk id="62" creationId="{00000000-0000-0000-0000-000000000000}"/>
          </ac:spMkLst>
        </pc:spChg>
      </pc:sldChg>
      <pc:sldChg chg="addSp delSp modSp del mod">
        <pc:chgData name="Riccardo Berta" userId="c8694f89-bba4-4576-b0a8-456619ca5a8c" providerId="ADAL" clId="{3E7BAF75-66AC-6246-A6D2-BF46DE9AAFF9}" dt="2022-10-10T06:50:03.464" v="408" actId="2696"/>
        <pc:sldMkLst>
          <pc:docMk/>
          <pc:sldMk cId="0" sldId="257"/>
        </pc:sldMkLst>
        <pc:spChg chg="mod">
          <ac:chgData name="Riccardo Berta" userId="c8694f89-bba4-4576-b0a8-456619ca5a8c" providerId="ADAL" clId="{3E7BAF75-66AC-6246-A6D2-BF46DE9AAFF9}" dt="2022-10-10T05:52:29.389" v="210" actId="20577"/>
          <ac:spMkLst>
            <pc:docMk/>
            <pc:sldMk cId="0" sldId="257"/>
            <ac:spMk id="83" creationId="{00000000-0000-0000-0000-000000000000}"/>
          </ac:spMkLst>
        </pc:spChg>
        <pc:spChg chg="mod">
          <ac:chgData name="Riccardo Berta" userId="c8694f89-bba4-4576-b0a8-456619ca5a8c" providerId="ADAL" clId="{3E7BAF75-66AC-6246-A6D2-BF46DE9AAFF9}" dt="2022-10-10T06:48:58.220" v="403" actId="20577"/>
          <ac:spMkLst>
            <pc:docMk/>
            <pc:sldMk cId="0" sldId="257"/>
            <ac:spMk id="84" creationId="{00000000-0000-0000-0000-000000000000}"/>
          </ac:spMkLst>
        </pc:spChg>
        <pc:picChg chg="add del mod">
          <ac:chgData name="Riccardo Berta" userId="c8694f89-bba4-4576-b0a8-456619ca5a8c" providerId="ADAL" clId="{3E7BAF75-66AC-6246-A6D2-BF46DE9AAFF9}" dt="2022-10-10T05:54:30.378" v="259" actId="21"/>
          <ac:picMkLst>
            <pc:docMk/>
            <pc:sldMk cId="0" sldId="257"/>
            <ac:picMk id="3" creationId="{77158CF1-79B9-1189-BA62-05566A5F9F89}"/>
          </ac:picMkLst>
        </pc:picChg>
        <pc:picChg chg="add del mod">
          <ac:chgData name="Riccardo Berta" userId="c8694f89-bba4-4576-b0a8-456619ca5a8c" providerId="ADAL" clId="{3E7BAF75-66AC-6246-A6D2-BF46DE9AAFF9}" dt="2022-10-10T06:45:43.530" v="274" actId="478"/>
          <ac:picMkLst>
            <pc:docMk/>
            <pc:sldMk cId="0" sldId="257"/>
            <ac:picMk id="5" creationId="{EA46E203-9491-2A6B-C89A-E85314823A8A}"/>
          </ac:picMkLst>
        </pc:picChg>
        <pc:picChg chg="add del mod">
          <ac:chgData name="Riccardo Berta" userId="c8694f89-bba4-4576-b0a8-456619ca5a8c" providerId="ADAL" clId="{3E7BAF75-66AC-6246-A6D2-BF46DE9AAFF9}" dt="2022-10-10T06:46:01.687" v="277" actId="478"/>
          <ac:picMkLst>
            <pc:docMk/>
            <pc:sldMk cId="0" sldId="257"/>
            <ac:picMk id="7" creationId="{B05BB6B6-2684-63DB-BA47-244FB3AED254}"/>
          </ac:picMkLst>
        </pc:picChg>
        <pc:picChg chg="add mod">
          <ac:chgData name="Riccardo Berta" userId="c8694f89-bba4-4576-b0a8-456619ca5a8c" providerId="ADAL" clId="{3E7BAF75-66AC-6246-A6D2-BF46DE9AAFF9}" dt="2022-10-10T06:46:26.825" v="282" actId="1076"/>
          <ac:picMkLst>
            <pc:docMk/>
            <pc:sldMk cId="0" sldId="257"/>
            <ac:picMk id="9" creationId="{130A8276-CD8C-0CDC-504C-5EB1E6B4EE17}"/>
          </ac:picMkLst>
        </pc:picChg>
      </pc:sldChg>
      <pc:sldChg chg="modSp mod">
        <pc:chgData name="Riccardo Berta" userId="c8694f89-bba4-4576-b0a8-456619ca5a8c" providerId="ADAL" clId="{3E7BAF75-66AC-6246-A6D2-BF46DE9AAFF9}" dt="2022-10-10T06:49:57.961" v="406" actId="20577"/>
        <pc:sldMkLst>
          <pc:docMk/>
          <pc:sldMk cId="0" sldId="264"/>
        </pc:sldMkLst>
        <pc:spChg chg="mod">
          <ac:chgData name="Riccardo Berta" userId="c8694f89-bba4-4576-b0a8-456619ca5a8c" providerId="ADAL" clId="{3E7BAF75-66AC-6246-A6D2-BF46DE9AAFF9}" dt="2022-10-10T06:49:57.961" v="406" actId="20577"/>
          <ac:spMkLst>
            <pc:docMk/>
            <pc:sldMk cId="0" sldId="264"/>
            <ac:spMk id="84" creationId="{00000000-0000-0000-0000-000000000000}"/>
          </ac:spMkLst>
        </pc:spChg>
      </pc:sldChg>
      <pc:sldChg chg="add">
        <pc:chgData name="Riccardo Berta" userId="c8694f89-bba4-4576-b0a8-456619ca5a8c" providerId="ADAL" clId="{3E7BAF75-66AC-6246-A6D2-BF46DE9AAFF9}" dt="2022-10-10T05:46:57.632" v="59"/>
        <pc:sldMkLst>
          <pc:docMk/>
          <pc:sldMk cId="2056707301" sldId="265"/>
        </pc:sldMkLst>
      </pc:sldChg>
      <pc:sldChg chg="del">
        <pc:chgData name="Riccardo Berta" userId="c8694f89-bba4-4576-b0a8-456619ca5a8c" providerId="ADAL" clId="{3E7BAF75-66AC-6246-A6D2-BF46DE9AAFF9}" dt="2022-10-10T05:46:43.197" v="39" actId="2696"/>
        <pc:sldMkLst>
          <pc:docMk/>
          <pc:sldMk cId="4260925133" sldId="265"/>
        </pc:sldMkLst>
      </pc:sldChg>
      <pc:sldChg chg="del">
        <pc:chgData name="Riccardo Berta" userId="c8694f89-bba4-4576-b0a8-456619ca5a8c" providerId="ADAL" clId="{3E7BAF75-66AC-6246-A6D2-BF46DE9AAFF9}" dt="2022-10-10T05:46:44.845" v="43" actId="2696"/>
        <pc:sldMkLst>
          <pc:docMk/>
          <pc:sldMk cId="2074499598" sldId="266"/>
        </pc:sldMkLst>
      </pc:sldChg>
      <pc:sldChg chg="add">
        <pc:chgData name="Riccardo Berta" userId="c8694f89-bba4-4576-b0a8-456619ca5a8c" providerId="ADAL" clId="{3E7BAF75-66AC-6246-A6D2-BF46DE9AAFF9}" dt="2022-10-10T05:46:58.085" v="60"/>
        <pc:sldMkLst>
          <pc:docMk/>
          <pc:sldMk cId="3627108427" sldId="266"/>
        </pc:sldMkLst>
      </pc:sldChg>
      <pc:sldChg chg="add">
        <pc:chgData name="Riccardo Berta" userId="c8694f89-bba4-4576-b0a8-456619ca5a8c" providerId="ADAL" clId="{3E7BAF75-66AC-6246-A6D2-BF46DE9AAFF9}" dt="2022-10-10T05:46:58.436" v="61"/>
        <pc:sldMkLst>
          <pc:docMk/>
          <pc:sldMk cId="755056336" sldId="267"/>
        </pc:sldMkLst>
      </pc:sldChg>
      <pc:sldChg chg="del">
        <pc:chgData name="Riccardo Berta" userId="c8694f89-bba4-4576-b0a8-456619ca5a8c" providerId="ADAL" clId="{3E7BAF75-66AC-6246-A6D2-BF46DE9AAFF9}" dt="2022-10-10T05:46:43.684" v="40" actId="2696"/>
        <pc:sldMkLst>
          <pc:docMk/>
          <pc:sldMk cId="2259674710" sldId="267"/>
        </pc:sldMkLst>
      </pc:sldChg>
      <pc:sldChg chg="add">
        <pc:chgData name="Riccardo Berta" userId="c8694f89-bba4-4576-b0a8-456619ca5a8c" providerId="ADAL" clId="{3E7BAF75-66AC-6246-A6D2-BF46DE9AAFF9}" dt="2022-10-10T05:46:58.789" v="62"/>
        <pc:sldMkLst>
          <pc:docMk/>
          <pc:sldMk cId="2533931395" sldId="268"/>
        </pc:sldMkLst>
      </pc:sldChg>
      <pc:sldChg chg="del">
        <pc:chgData name="Riccardo Berta" userId="c8694f89-bba4-4576-b0a8-456619ca5a8c" providerId="ADAL" clId="{3E7BAF75-66AC-6246-A6D2-BF46DE9AAFF9}" dt="2022-10-10T05:46:44.071" v="41" actId="2696"/>
        <pc:sldMkLst>
          <pc:docMk/>
          <pc:sldMk cId="2756532613" sldId="268"/>
        </pc:sldMkLst>
      </pc:sldChg>
      <pc:sldChg chg="add">
        <pc:chgData name="Riccardo Berta" userId="c8694f89-bba4-4576-b0a8-456619ca5a8c" providerId="ADAL" clId="{3E7BAF75-66AC-6246-A6D2-BF46DE9AAFF9}" dt="2022-10-10T05:46:59.115" v="63"/>
        <pc:sldMkLst>
          <pc:docMk/>
          <pc:sldMk cId="3588489452" sldId="269"/>
        </pc:sldMkLst>
      </pc:sldChg>
      <pc:sldChg chg="del">
        <pc:chgData name="Riccardo Berta" userId="c8694f89-bba4-4576-b0a8-456619ca5a8c" providerId="ADAL" clId="{3E7BAF75-66AC-6246-A6D2-BF46DE9AAFF9}" dt="2022-10-10T05:46:44.473" v="42" actId="2696"/>
        <pc:sldMkLst>
          <pc:docMk/>
          <pc:sldMk cId="3950372499" sldId="269"/>
        </pc:sldMkLst>
      </pc:sldChg>
      <pc:sldChg chg="addSp delSp modSp add del mod ord">
        <pc:chgData name="Riccardo Berta" userId="c8694f89-bba4-4576-b0a8-456619ca5a8c" providerId="ADAL" clId="{3E7BAF75-66AC-6246-A6D2-BF46DE9AAFF9}" dt="2022-10-10T06:50:00.088" v="407" actId="2696"/>
        <pc:sldMkLst>
          <pc:docMk/>
          <pc:sldMk cId="1602265730" sldId="270"/>
        </pc:sldMkLst>
        <pc:spChg chg="mod">
          <ac:chgData name="Riccardo Berta" userId="c8694f89-bba4-4576-b0a8-456619ca5a8c" providerId="ADAL" clId="{3E7BAF75-66AC-6246-A6D2-BF46DE9AAFF9}" dt="2022-10-10T05:52:08.199" v="174" actId="20577"/>
          <ac:spMkLst>
            <pc:docMk/>
            <pc:sldMk cId="1602265730" sldId="270"/>
            <ac:spMk id="83" creationId="{00000000-0000-0000-0000-000000000000}"/>
          </ac:spMkLst>
        </pc:spChg>
        <pc:spChg chg="mod">
          <ac:chgData name="Riccardo Berta" userId="c8694f89-bba4-4576-b0a8-456619ca5a8c" providerId="ADAL" clId="{3E7BAF75-66AC-6246-A6D2-BF46DE9AAFF9}" dt="2022-10-10T05:54:57.918" v="270" actId="20577"/>
          <ac:spMkLst>
            <pc:docMk/>
            <pc:sldMk cId="1602265730" sldId="270"/>
            <ac:spMk id="84" creationId="{00000000-0000-0000-0000-000000000000}"/>
          </ac:spMkLst>
        </pc:spChg>
        <pc:picChg chg="add del mod modCrop">
          <ac:chgData name="Riccardo Berta" userId="c8694f89-bba4-4576-b0a8-456619ca5a8c" providerId="ADAL" clId="{3E7BAF75-66AC-6246-A6D2-BF46DE9AAFF9}" dt="2022-10-10T05:54:27.586" v="258" actId="478"/>
          <ac:picMkLst>
            <pc:docMk/>
            <pc:sldMk cId="1602265730" sldId="270"/>
            <ac:picMk id="3" creationId="{823D74D6-16BE-2E45-CDC1-8D17637D30F9}"/>
          </ac:picMkLst>
        </pc:picChg>
        <pc:picChg chg="add mod">
          <ac:chgData name="Riccardo Berta" userId="c8694f89-bba4-4576-b0a8-456619ca5a8c" providerId="ADAL" clId="{3E7BAF75-66AC-6246-A6D2-BF46DE9AAFF9}" dt="2022-10-10T05:55:03.304" v="271" actId="1076"/>
          <ac:picMkLst>
            <pc:docMk/>
            <pc:sldMk cId="1602265730" sldId="270"/>
            <ac:picMk id="4" creationId="{2A63E7D8-8EC6-38EC-96E9-864C8BA5FBBD}"/>
          </ac:picMkLst>
        </pc:picChg>
      </pc:sldChg>
      <pc:sldChg chg="del">
        <pc:chgData name="Riccardo Berta" userId="c8694f89-bba4-4576-b0a8-456619ca5a8c" providerId="ADAL" clId="{3E7BAF75-66AC-6246-A6D2-BF46DE9AAFF9}" dt="2022-10-10T05:46:45.250" v="44" actId="2696"/>
        <pc:sldMkLst>
          <pc:docMk/>
          <pc:sldMk cId="3668836689" sldId="270"/>
        </pc:sldMkLst>
      </pc:sldChg>
      <pc:sldChg chg="del">
        <pc:chgData name="Riccardo Berta" userId="c8694f89-bba4-4576-b0a8-456619ca5a8c" providerId="ADAL" clId="{3E7BAF75-66AC-6246-A6D2-BF46DE9AAFF9}" dt="2022-10-10T05:46:45.673" v="45" actId="2696"/>
        <pc:sldMkLst>
          <pc:docMk/>
          <pc:sldMk cId="1894295752" sldId="271"/>
        </pc:sldMkLst>
      </pc:sldChg>
      <pc:sldChg chg="del">
        <pc:chgData name="Riccardo Berta" userId="c8694f89-bba4-4576-b0a8-456619ca5a8c" providerId="ADAL" clId="{3E7BAF75-66AC-6246-A6D2-BF46DE9AAFF9}" dt="2022-10-10T05:46:46.147" v="46" actId="2696"/>
        <pc:sldMkLst>
          <pc:docMk/>
          <pc:sldMk cId="732868139" sldId="272"/>
        </pc:sldMkLst>
      </pc:sldChg>
      <pc:sldChg chg="del">
        <pc:chgData name="Riccardo Berta" userId="c8694f89-bba4-4576-b0a8-456619ca5a8c" providerId="ADAL" clId="{3E7BAF75-66AC-6246-A6D2-BF46DE9AAFF9}" dt="2022-10-10T05:46:46.631" v="47" actId="2696"/>
        <pc:sldMkLst>
          <pc:docMk/>
          <pc:sldMk cId="3859598341" sldId="273"/>
        </pc:sldMkLst>
      </pc:sldChg>
      <pc:sldChg chg="del">
        <pc:chgData name="Riccardo Berta" userId="c8694f89-bba4-4576-b0a8-456619ca5a8c" providerId="ADAL" clId="{3E7BAF75-66AC-6246-A6D2-BF46DE9AAFF9}" dt="2022-10-10T05:46:47.315" v="48" actId="2696"/>
        <pc:sldMkLst>
          <pc:docMk/>
          <pc:sldMk cId="2213323745" sldId="274"/>
        </pc:sldMkLst>
      </pc:sldChg>
      <pc:sldChg chg="del">
        <pc:chgData name="Riccardo Berta" userId="c8694f89-bba4-4576-b0a8-456619ca5a8c" providerId="ADAL" clId="{3E7BAF75-66AC-6246-A6D2-BF46DE9AAFF9}" dt="2022-10-10T05:46:47.713" v="49" actId="2696"/>
        <pc:sldMkLst>
          <pc:docMk/>
          <pc:sldMk cId="303121765" sldId="275"/>
        </pc:sldMkLst>
      </pc:sldChg>
      <pc:sldChg chg="del">
        <pc:chgData name="Riccardo Berta" userId="c8694f89-bba4-4576-b0a8-456619ca5a8c" providerId="ADAL" clId="{3E7BAF75-66AC-6246-A6D2-BF46DE9AAFF9}" dt="2022-10-10T05:46:48.481" v="50" actId="2696"/>
        <pc:sldMkLst>
          <pc:docMk/>
          <pc:sldMk cId="2020526202" sldId="276"/>
        </pc:sldMkLst>
      </pc:sldChg>
      <pc:sldChg chg="del">
        <pc:chgData name="Riccardo Berta" userId="c8694f89-bba4-4576-b0a8-456619ca5a8c" providerId="ADAL" clId="{3E7BAF75-66AC-6246-A6D2-BF46DE9AAFF9}" dt="2022-10-10T05:46:48.981" v="51" actId="2696"/>
        <pc:sldMkLst>
          <pc:docMk/>
          <pc:sldMk cId="3156887330" sldId="277"/>
        </pc:sldMkLst>
      </pc:sldChg>
      <pc:sldChg chg="del">
        <pc:chgData name="Riccardo Berta" userId="c8694f89-bba4-4576-b0a8-456619ca5a8c" providerId="ADAL" clId="{3E7BAF75-66AC-6246-A6D2-BF46DE9AAFF9}" dt="2022-10-10T05:46:49.684" v="52" actId="2696"/>
        <pc:sldMkLst>
          <pc:docMk/>
          <pc:sldMk cId="1586284290" sldId="278"/>
        </pc:sldMkLst>
      </pc:sldChg>
      <pc:sldChg chg="del">
        <pc:chgData name="Riccardo Berta" userId="c8694f89-bba4-4576-b0a8-456619ca5a8c" providerId="ADAL" clId="{3E7BAF75-66AC-6246-A6D2-BF46DE9AAFF9}" dt="2022-10-10T05:46:50.239" v="53" actId="2696"/>
        <pc:sldMkLst>
          <pc:docMk/>
          <pc:sldMk cId="2677523252" sldId="279"/>
        </pc:sldMkLst>
      </pc:sldChg>
      <pc:sldChg chg="del">
        <pc:chgData name="Riccardo Berta" userId="c8694f89-bba4-4576-b0a8-456619ca5a8c" providerId="ADAL" clId="{3E7BAF75-66AC-6246-A6D2-BF46DE9AAFF9}" dt="2022-10-10T05:46:52.009" v="54" actId="2696"/>
        <pc:sldMkLst>
          <pc:docMk/>
          <pc:sldMk cId="635836889" sldId="280"/>
        </pc:sldMkLst>
      </pc:sldChg>
      <pc:sldChg chg="del">
        <pc:chgData name="Riccardo Berta" userId="c8694f89-bba4-4576-b0a8-456619ca5a8c" providerId="ADAL" clId="{3E7BAF75-66AC-6246-A6D2-BF46DE9AAFF9}" dt="2022-10-10T05:46:52.591" v="55" actId="2696"/>
        <pc:sldMkLst>
          <pc:docMk/>
          <pc:sldMk cId="2288803032" sldId="281"/>
        </pc:sldMkLst>
      </pc:sldChg>
      <pc:sldChg chg="del">
        <pc:chgData name="Riccardo Berta" userId="c8694f89-bba4-4576-b0a8-456619ca5a8c" providerId="ADAL" clId="{3E7BAF75-66AC-6246-A6D2-BF46DE9AAFF9}" dt="2022-10-10T05:46:53.984" v="57" actId="2696"/>
        <pc:sldMkLst>
          <pc:docMk/>
          <pc:sldMk cId="663506827" sldId="282"/>
        </pc:sldMkLst>
      </pc:sldChg>
      <pc:sldChg chg="del">
        <pc:chgData name="Riccardo Berta" userId="c8694f89-bba4-4576-b0a8-456619ca5a8c" providerId="ADAL" clId="{3E7BAF75-66AC-6246-A6D2-BF46DE9AAFF9}" dt="2022-10-10T05:46:55.020" v="58" actId="2696"/>
        <pc:sldMkLst>
          <pc:docMk/>
          <pc:sldMk cId="2423864326" sldId="283"/>
        </pc:sldMkLst>
      </pc:sldChg>
      <pc:sldChg chg="del">
        <pc:chgData name="Riccardo Berta" userId="c8694f89-bba4-4576-b0a8-456619ca5a8c" providerId="ADAL" clId="{3E7BAF75-66AC-6246-A6D2-BF46DE9AAFF9}" dt="2022-10-10T05:46:53.442" v="56" actId="2696"/>
        <pc:sldMkLst>
          <pc:docMk/>
          <pc:sldMk cId="852930802" sldId="284"/>
        </pc:sldMkLst>
      </pc:sldChg>
    </pc:docChg>
  </pc:docChgLst>
  <pc:docChgLst>
    <pc:chgData name="Riccardo Berta" userId="c8694f89-bba4-4576-b0a8-456619ca5a8c" providerId="ADAL" clId="{285D91C1-4BF4-0841-A283-B28F698AE366}"/>
    <pc:docChg chg="custSel addSld modSld">
      <pc:chgData name="Riccardo Berta" userId="c8694f89-bba4-4576-b0a8-456619ca5a8c" providerId="ADAL" clId="{285D91C1-4BF4-0841-A283-B28F698AE366}" dt="2022-08-26T17:01:29.210" v="222" actId="20577"/>
      <pc:docMkLst>
        <pc:docMk/>
      </pc:docMkLst>
      <pc:sldChg chg="addSp delSp modSp add mod">
        <pc:chgData name="Riccardo Berta" userId="c8694f89-bba4-4576-b0a8-456619ca5a8c" providerId="ADAL" clId="{285D91C1-4BF4-0841-A283-B28F698AE366}" dt="2022-08-26T17:01:29.210" v="222" actId="20577"/>
        <pc:sldMkLst>
          <pc:docMk/>
          <pc:sldMk cId="1388305878" sldId="277"/>
        </pc:sldMkLst>
        <pc:spChg chg="mod">
          <ac:chgData name="Riccardo Berta" userId="c8694f89-bba4-4576-b0a8-456619ca5a8c" providerId="ADAL" clId="{285D91C1-4BF4-0841-A283-B28F698AE366}" dt="2022-08-26T11:06:53.297" v="2" actId="20577"/>
          <ac:spMkLst>
            <pc:docMk/>
            <pc:sldMk cId="1388305878" sldId="277"/>
            <ac:spMk id="83" creationId="{00000000-0000-0000-0000-000000000000}"/>
          </ac:spMkLst>
        </pc:spChg>
        <pc:spChg chg="mod">
          <ac:chgData name="Riccardo Berta" userId="c8694f89-bba4-4576-b0a8-456619ca5a8c" providerId="ADAL" clId="{285D91C1-4BF4-0841-A283-B28F698AE366}" dt="2022-08-26T17:01:29.210" v="222" actId="20577"/>
          <ac:spMkLst>
            <pc:docMk/>
            <pc:sldMk cId="1388305878" sldId="277"/>
            <ac:spMk id="84" creationId="{00000000-0000-0000-0000-000000000000}"/>
          </ac:spMkLst>
        </pc:spChg>
        <pc:picChg chg="add mod">
          <ac:chgData name="Riccardo Berta" userId="c8694f89-bba4-4576-b0a8-456619ca5a8c" providerId="ADAL" clId="{285D91C1-4BF4-0841-A283-B28F698AE366}" dt="2022-08-26T11:13:04.169" v="129" actId="1035"/>
          <ac:picMkLst>
            <pc:docMk/>
            <pc:sldMk cId="1388305878" sldId="277"/>
            <ac:picMk id="3" creationId="{94F1A503-7FFE-557A-BCB0-DC1D9F0CDB3C}"/>
          </ac:picMkLst>
        </pc:picChg>
        <pc:picChg chg="del">
          <ac:chgData name="Riccardo Berta" userId="c8694f89-bba4-4576-b0a8-456619ca5a8c" providerId="ADAL" clId="{285D91C1-4BF4-0841-A283-B28F698AE366}" dt="2022-08-26T11:06:59.121" v="7" actId="478"/>
          <ac:picMkLst>
            <pc:docMk/>
            <pc:sldMk cId="1388305878" sldId="277"/>
            <ac:picMk id="4" creationId="{B37C8976-E86A-4EAB-21EA-45CA6D160B6E}"/>
          </ac:picMkLst>
        </pc:picChg>
        <pc:picChg chg="add mod">
          <ac:chgData name="Riccardo Berta" userId="c8694f89-bba4-4576-b0a8-456619ca5a8c" providerId="ADAL" clId="{285D91C1-4BF4-0841-A283-B28F698AE366}" dt="2022-08-26T11:13:15.479" v="133" actId="1035"/>
          <ac:picMkLst>
            <pc:docMk/>
            <pc:sldMk cId="1388305878" sldId="277"/>
            <ac:picMk id="6" creationId="{55622F76-3F69-85DA-DB04-2F9FA718C471}"/>
          </ac:picMkLst>
        </pc:picChg>
      </pc:sldChg>
      <pc:sldChg chg="addSp delSp modSp add mod">
        <pc:chgData name="Riccardo Berta" userId="c8694f89-bba4-4576-b0a8-456619ca5a8c" providerId="ADAL" clId="{285D91C1-4BF4-0841-A283-B28F698AE366}" dt="2022-08-26T17:01:19.085" v="220" actId="1076"/>
        <pc:sldMkLst>
          <pc:docMk/>
          <pc:sldMk cId="2276488042" sldId="278"/>
        </pc:sldMkLst>
        <pc:spChg chg="mod">
          <ac:chgData name="Riccardo Berta" userId="c8694f89-bba4-4576-b0a8-456619ca5a8c" providerId="ADAL" clId="{285D91C1-4BF4-0841-A283-B28F698AE366}" dt="2022-08-26T11:13:29.102" v="137" actId="20577"/>
          <ac:spMkLst>
            <pc:docMk/>
            <pc:sldMk cId="2276488042" sldId="278"/>
            <ac:spMk id="83" creationId="{00000000-0000-0000-0000-000000000000}"/>
          </ac:spMkLst>
        </pc:spChg>
        <pc:spChg chg="mod">
          <ac:chgData name="Riccardo Berta" userId="c8694f89-bba4-4576-b0a8-456619ca5a8c" providerId="ADAL" clId="{285D91C1-4BF4-0841-A283-B28F698AE366}" dt="2022-08-26T11:21:06.057" v="217" actId="20577"/>
          <ac:spMkLst>
            <pc:docMk/>
            <pc:sldMk cId="2276488042" sldId="278"/>
            <ac:spMk id="84" creationId="{00000000-0000-0000-0000-000000000000}"/>
          </ac:spMkLst>
        </pc:spChg>
        <pc:picChg chg="del">
          <ac:chgData name="Riccardo Berta" userId="c8694f89-bba4-4576-b0a8-456619ca5a8c" providerId="ADAL" clId="{285D91C1-4BF4-0841-A283-B28F698AE366}" dt="2022-08-26T11:15:29.168" v="157" actId="478"/>
          <ac:picMkLst>
            <pc:docMk/>
            <pc:sldMk cId="2276488042" sldId="278"/>
            <ac:picMk id="3" creationId="{94F1A503-7FFE-557A-BCB0-DC1D9F0CDB3C}"/>
          </ac:picMkLst>
        </pc:picChg>
        <pc:picChg chg="add del mod">
          <ac:chgData name="Riccardo Berta" userId="c8694f89-bba4-4576-b0a8-456619ca5a8c" providerId="ADAL" clId="{285D91C1-4BF4-0841-A283-B28F698AE366}" dt="2022-08-26T11:17:51.407" v="196" actId="478"/>
          <ac:picMkLst>
            <pc:docMk/>
            <pc:sldMk cId="2276488042" sldId="278"/>
            <ac:picMk id="4" creationId="{60504E6C-6A9E-9C37-40B0-D19295DDEEC3}"/>
          </ac:picMkLst>
        </pc:picChg>
        <pc:picChg chg="del">
          <ac:chgData name="Riccardo Berta" userId="c8694f89-bba4-4576-b0a8-456619ca5a8c" providerId="ADAL" clId="{285D91C1-4BF4-0841-A283-B28F698AE366}" dt="2022-08-26T11:15:30.021" v="158" actId="478"/>
          <ac:picMkLst>
            <pc:docMk/>
            <pc:sldMk cId="2276488042" sldId="278"/>
            <ac:picMk id="6" creationId="{55622F76-3F69-85DA-DB04-2F9FA718C471}"/>
          </ac:picMkLst>
        </pc:picChg>
        <pc:picChg chg="add mod">
          <ac:chgData name="Riccardo Berta" userId="c8694f89-bba4-4576-b0a8-456619ca5a8c" providerId="ADAL" clId="{285D91C1-4BF4-0841-A283-B28F698AE366}" dt="2022-08-26T17:01:19.085" v="220" actId="1076"/>
          <ac:picMkLst>
            <pc:docMk/>
            <pc:sldMk cId="2276488042" sldId="278"/>
            <ac:picMk id="7" creationId="{12A38CB3-9C82-D386-6AEC-F799DFDA4DBA}"/>
          </ac:picMkLst>
        </pc:picChg>
      </pc:sldChg>
    </pc:docChg>
  </pc:docChgLst>
  <pc:docChgLst>
    <pc:chgData name="Riccardo Berta" userId="c8694f89-bba4-4576-b0a8-456619ca5a8c" providerId="ADAL" clId="{24B12AB0-45C3-AF48-839F-E0B604097501}"/>
    <pc:docChg chg="undo redo custSel addSld delSld modSld">
      <pc:chgData name="Riccardo Berta" userId="c8694f89-bba4-4576-b0a8-456619ca5a8c" providerId="ADAL" clId="{24B12AB0-45C3-AF48-839F-E0B604097501}" dt="2023-03-14T16:16:33.091" v="5535" actId="404"/>
      <pc:docMkLst>
        <pc:docMk/>
      </pc:docMkLst>
      <pc:sldChg chg="modSp mod">
        <pc:chgData name="Riccardo Berta" userId="c8694f89-bba4-4576-b0a8-456619ca5a8c" providerId="ADAL" clId="{24B12AB0-45C3-AF48-839F-E0B604097501}" dt="2023-02-24T16:46:31.174" v="16" actId="20577"/>
        <pc:sldMkLst>
          <pc:docMk/>
          <pc:sldMk cId="0" sldId="256"/>
        </pc:sldMkLst>
        <pc:spChg chg="mod">
          <ac:chgData name="Riccardo Berta" userId="c8694f89-bba4-4576-b0a8-456619ca5a8c" providerId="ADAL" clId="{24B12AB0-45C3-AF48-839F-E0B604097501}" dt="2023-02-24T16:46:31.174" v="16" actId="20577"/>
          <ac:spMkLst>
            <pc:docMk/>
            <pc:sldMk cId="0" sldId="256"/>
            <ac:spMk id="62" creationId="{00000000-0000-0000-0000-000000000000}"/>
          </ac:spMkLst>
        </pc:spChg>
      </pc:sldChg>
      <pc:sldChg chg="modSp mod">
        <pc:chgData name="Riccardo Berta" userId="c8694f89-bba4-4576-b0a8-456619ca5a8c" providerId="ADAL" clId="{24B12AB0-45C3-AF48-839F-E0B604097501}" dt="2023-03-14T15:56:59.682" v="5284"/>
        <pc:sldMkLst>
          <pc:docMk/>
          <pc:sldMk cId="0" sldId="264"/>
        </pc:sldMkLst>
        <pc:spChg chg="mod">
          <ac:chgData name="Riccardo Berta" userId="c8694f89-bba4-4576-b0a8-456619ca5a8c" providerId="ADAL" clId="{24B12AB0-45C3-AF48-839F-E0B604097501}" dt="2023-02-24T16:46:35.588" v="22" actId="20577"/>
          <ac:spMkLst>
            <pc:docMk/>
            <pc:sldMk cId="0" sldId="264"/>
            <ac:spMk id="83" creationId="{00000000-0000-0000-0000-000000000000}"/>
          </ac:spMkLst>
        </pc:spChg>
        <pc:spChg chg="mod">
          <ac:chgData name="Riccardo Berta" userId="c8694f89-bba4-4576-b0a8-456619ca5a8c" providerId="ADAL" clId="{24B12AB0-45C3-AF48-839F-E0B604097501}" dt="2023-03-14T15:56:59.682" v="5284"/>
          <ac:spMkLst>
            <pc:docMk/>
            <pc:sldMk cId="0" sldId="264"/>
            <ac:spMk id="84" creationId="{00000000-0000-0000-0000-000000000000}"/>
          </ac:spMkLst>
        </pc:spChg>
      </pc:sldChg>
      <pc:sldChg chg="modSp mod">
        <pc:chgData name="Riccardo Berta" userId="c8694f89-bba4-4576-b0a8-456619ca5a8c" providerId="ADAL" clId="{24B12AB0-45C3-AF48-839F-E0B604097501}" dt="2023-03-01T06:29:14.940" v="254" actId="20577"/>
        <pc:sldMkLst>
          <pc:docMk/>
          <pc:sldMk cId="2056707301" sldId="265"/>
        </pc:sldMkLst>
        <pc:spChg chg="mod">
          <ac:chgData name="Riccardo Berta" userId="c8694f89-bba4-4576-b0a8-456619ca5a8c" providerId="ADAL" clId="{24B12AB0-45C3-AF48-839F-E0B604097501}" dt="2023-02-27T15:28:04.001" v="101" actId="20577"/>
          <ac:spMkLst>
            <pc:docMk/>
            <pc:sldMk cId="2056707301" sldId="265"/>
            <ac:spMk id="83" creationId="{00000000-0000-0000-0000-000000000000}"/>
          </ac:spMkLst>
        </pc:spChg>
        <pc:spChg chg="mod">
          <ac:chgData name="Riccardo Berta" userId="c8694f89-bba4-4576-b0a8-456619ca5a8c" providerId="ADAL" clId="{24B12AB0-45C3-AF48-839F-E0B604097501}" dt="2023-03-01T06:29:14.940" v="254" actId="20577"/>
          <ac:spMkLst>
            <pc:docMk/>
            <pc:sldMk cId="2056707301" sldId="265"/>
            <ac:spMk id="84" creationId="{00000000-0000-0000-0000-000000000000}"/>
          </ac:spMkLst>
        </pc:spChg>
      </pc:sldChg>
      <pc:sldChg chg="modSp mod">
        <pc:chgData name="Riccardo Berta" userId="c8694f89-bba4-4576-b0a8-456619ca5a8c" providerId="ADAL" clId="{24B12AB0-45C3-AF48-839F-E0B604097501}" dt="2023-03-14T16:16:33.091" v="5535" actId="404"/>
        <pc:sldMkLst>
          <pc:docMk/>
          <pc:sldMk cId="1073505695" sldId="280"/>
        </pc:sldMkLst>
        <pc:spChg chg="mod">
          <ac:chgData name="Riccardo Berta" userId="c8694f89-bba4-4576-b0a8-456619ca5a8c" providerId="ADAL" clId="{24B12AB0-45C3-AF48-839F-E0B604097501}" dt="2023-03-14T16:16:33.091" v="5535" actId="404"/>
          <ac:spMkLst>
            <pc:docMk/>
            <pc:sldMk cId="1073505695" sldId="280"/>
            <ac:spMk id="84" creationId="{00000000-0000-0000-0000-000000000000}"/>
          </ac:spMkLst>
        </pc:spChg>
      </pc:sldChg>
      <pc:sldChg chg="addSp modSp add mod">
        <pc:chgData name="Riccardo Berta" userId="c8694f89-bba4-4576-b0a8-456619ca5a8c" providerId="ADAL" clId="{24B12AB0-45C3-AF48-839F-E0B604097501}" dt="2023-03-01T06:48:01.037" v="712" actId="20577"/>
        <pc:sldMkLst>
          <pc:docMk/>
          <pc:sldMk cId="3698834646" sldId="281"/>
        </pc:sldMkLst>
        <pc:spChg chg="mod">
          <ac:chgData name="Riccardo Berta" userId="c8694f89-bba4-4576-b0a8-456619ca5a8c" providerId="ADAL" clId="{24B12AB0-45C3-AF48-839F-E0B604097501}" dt="2023-03-01T06:47:41.900" v="694" actId="20577"/>
          <ac:spMkLst>
            <pc:docMk/>
            <pc:sldMk cId="3698834646" sldId="281"/>
            <ac:spMk id="83" creationId="{00000000-0000-0000-0000-000000000000}"/>
          </ac:spMkLst>
        </pc:spChg>
        <pc:spChg chg="mod">
          <ac:chgData name="Riccardo Berta" userId="c8694f89-bba4-4576-b0a8-456619ca5a8c" providerId="ADAL" clId="{24B12AB0-45C3-AF48-839F-E0B604097501}" dt="2023-03-01T06:48:01.037" v="712" actId="20577"/>
          <ac:spMkLst>
            <pc:docMk/>
            <pc:sldMk cId="3698834646" sldId="281"/>
            <ac:spMk id="84" creationId="{00000000-0000-0000-0000-000000000000}"/>
          </ac:spMkLst>
        </pc:spChg>
        <pc:picChg chg="add mod">
          <ac:chgData name="Riccardo Berta" userId="c8694f89-bba4-4576-b0a8-456619ca5a8c" providerId="ADAL" clId="{24B12AB0-45C3-AF48-839F-E0B604097501}" dt="2023-03-01T06:37:19.959" v="624" actId="1035"/>
          <ac:picMkLst>
            <pc:docMk/>
            <pc:sldMk cId="3698834646" sldId="281"/>
            <ac:picMk id="3" creationId="{F6A6B538-AF42-44E6-AA2D-5A50643C9044}"/>
          </ac:picMkLst>
        </pc:picChg>
      </pc:sldChg>
      <pc:sldChg chg="addSp modSp add mod">
        <pc:chgData name="Riccardo Berta" userId="c8694f89-bba4-4576-b0a8-456619ca5a8c" providerId="ADAL" clId="{24B12AB0-45C3-AF48-839F-E0B604097501}" dt="2023-03-01T16:55:29.352" v="1042" actId="1076"/>
        <pc:sldMkLst>
          <pc:docMk/>
          <pc:sldMk cId="3473188108" sldId="282"/>
        </pc:sldMkLst>
        <pc:spChg chg="mod">
          <ac:chgData name="Riccardo Berta" userId="c8694f89-bba4-4576-b0a8-456619ca5a8c" providerId="ADAL" clId="{24B12AB0-45C3-AF48-839F-E0B604097501}" dt="2023-03-01T16:49:31.709" v="932" actId="20577"/>
          <ac:spMkLst>
            <pc:docMk/>
            <pc:sldMk cId="3473188108" sldId="282"/>
            <ac:spMk id="83" creationId="{00000000-0000-0000-0000-000000000000}"/>
          </ac:spMkLst>
        </pc:spChg>
        <pc:spChg chg="mod">
          <ac:chgData name="Riccardo Berta" userId="c8694f89-bba4-4576-b0a8-456619ca5a8c" providerId="ADAL" clId="{24B12AB0-45C3-AF48-839F-E0B604097501}" dt="2023-03-01T16:50:18.901" v="979" actId="20577"/>
          <ac:spMkLst>
            <pc:docMk/>
            <pc:sldMk cId="3473188108" sldId="282"/>
            <ac:spMk id="84" creationId="{00000000-0000-0000-0000-000000000000}"/>
          </ac:spMkLst>
        </pc:spChg>
        <pc:picChg chg="add mod">
          <ac:chgData name="Riccardo Berta" userId="c8694f89-bba4-4576-b0a8-456619ca5a8c" providerId="ADAL" clId="{24B12AB0-45C3-AF48-839F-E0B604097501}" dt="2023-03-01T16:50:17.695" v="978" actId="1076"/>
          <ac:picMkLst>
            <pc:docMk/>
            <pc:sldMk cId="3473188108" sldId="282"/>
            <ac:picMk id="3" creationId="{72983C9F-261D-63C6-46DC-E27ADCD0EA97}"/>
          </ac:picMkLst>
        </pc:picChg>
        <pc:picChg chg="add mod">
          <ac:chgData name="Riccardo Berta" userId="c8694f89-bba4-4576-b0a8-456619ca5a8c" providerId="ADAL" clId="{24B12AB0-45C3-AF48-839F-E0B604097501}" dt="2023-03-01T16:55:29.352" v="1042" actId="1076"/>
          <ac:picMkLst>
            <pc:docMk/>
            <pc:sldMk cId="3473188108" sldId="282"/>
            <ac:picMk id="5" creationId="{A82E0ABD-6320-48BB-223E-96B0B04C1095}"/>
          </ac:picMkLst>
        </pc:picChg>
      </pc:sldChg>
      <pc:sldChg chg="addSp modSp add mod">
        <pc:chgData name="Riccardo Berta" userId="c8694f89-bba4-4576-b0a8-456619ca5a8c" providerId="ADAL" clId="{24B12AB0-45C3-AF48-839F-E0B604097501}" dt="2023-03-01T16:55:46.978" v="1044" actId="1076"/>
        <pc:sldMkLst>
          <pc:docMk/>
          <pc:sldMk cId="3764836484" sldId="283"/>
        </pc:sldMkLst>
        <pc:spChg chg="mod">
          <ac:chgData name="Riccardo Berta" userId="c8694f89-bba4-4576-b0a8-456619ca5a8c" providerId="ADAL" clId="{24B12AB0-45C3-AF48-839F-E0B604097501}" dt="2023-03-01T16:50:57.446" v="999" actId="20577"/>
          <ac:spMkLst>
            <pc:docMk/>
            <pc:sldMk cId="3764836484" sldId="283"/>
            <ac:spMk id="83" creationId="{00000000-0000-0000-0000-000000000000}"/>
          </ac:spMkLst>
        </pc:spChg>
        <pc:spChg chg="mod">
          <ac:chgData name="Riccardo Berta" userId="c8694f89-bba4-4576-b0a8-456619ca5a8c" providerId="ADAL" clId="{24B12AB0-45C3-AF48-839F-E0B604097501}" dt="2023-03-01T16:55:15.924" v="1038" actId="1036"/>
          <ac:spMkLst>
            <pc:docMk/>
            <pc:sldMk cId="3764836484" sldId="283"/>
            <ac:spMk id="84" creationId="{00000000-0000-0000-0000-000000000000}"/>
          </ac:spMkLst>
        </pc:spChg>
        <pc:picChg chg="add mod">
          <ac:chgData name="Riccardo Berta" userId="c8694f89-bba4-4576-b0a8-456619ca5a8c" providerId="ADAL" clId="{24B12AB0-45C3-AF48-839F-E0B604097501}" dt="2023-03-01T16:55:17.431" v="1041" actId="1036"/>
          <ac:picMkLst>
            <pc:docMk/>
            <pc:sldMk cId="3764836484" sldId="283"/>
            <ac:picMk id="3" creationId="{8B6EBA04-48EC-795E-CDA5-EDE5ED2D66ED}"/>
          </ac:picMkLst>
        </pc:picChg>
        <pc:picChg chg="add mod">
          <ac:chgData name="Riccardo Berta" userId="c8694f89-bba4-4576-b0a8-456619ca5a8c" providerId="ADAL" clId="{24B12AB0-45C3-AF48-839F-E0B604097501}" dt="2023-03-01T16:55:46.978" v="1044" actId="1076"/>
          <ac:picMkLst>
            <pc:docMk/>
            <pc:sldMk cId="3764836484" sldId="283"/>
            <ac:picMk id="5" creationId="{92AA2171-9741-C862-0DC6-83F74C5282DA}"/>
          </ac:picMkLst>
        </pc:picChg>
      </pc:sldChg>
      <pc:sldChg chg="addSp delSp modSp add mod">
        <pc:chgData name="Riccardo Berta" userId="c8694f89-bba4-4576-b0a8-456619ca5a8c" providerId="ADAL" clId="{24B12AB0-45C3-AF48-839F-E0B604097501}" dt="2023-03-02T16:22:43.906" v="2178" actId="20577"/>
        <pc:sldMkLst>
          <pc:docMk/>
          <pc:sldMk cId="3780014650" sldId="284"/>
        </pc:sldMkLst>
        <pc:spChg chg="add mod">
          <ac:chgData name="Riccardo Berta" userId="c8694f89-bba4-4576-b0a8-456619ca5a8c" providerId="ADAL" clId="{24B12AB0-45C3-AF48-839F-E0B604097501}" dt="2023-03-02T16:20:45.026" v="2173" actId="164"/>
          <ac:spMkLst>
            <pc:docMk/>
            <pc:sldMk cId="3780014650" sldId="284"/>
            <ac:spMk id="6" creationId="{893AA55B-D191-C37B-23E1-864DEA704179}"/>
          </ac:spMkLst>
        </pc:spChg>
        <pc:spChg chg="mod">
          <ac:chgData name="Riccardo Berta" userId="c8694f89-bba4-4576-b0a8-456619ca5a8c" providerId="ADAL" clId="{24B12AB0-45C3-AF48-839F-E0B604097501}" dt="2023-03-02T09:03:26.512" v="1567" actId="20577"/>
          <ac:spMkLst>
            <pc:docMk/>
            <pc:sldMk cId="3780014650" sldId="284"/>
            <ac:spMk id="83" creationId="{00000000-0000-0000-0000-000000000000}"/>
          </ac:spMkLst>
        </pc:spChg>
        <pc:spChg chg="mod">
          <ac:chgData name="Riccardo Berta" userId="c8694f89-bba4-4576-b0a8-456619ca5a8c" providerId="ADAL" clId="{24B12AB0-45C3-AF48-839F-E0B604097501}" dt="2023-03-02T16:22:43.906" v="2178" actId="20577"/>
          <ac:spMkLst>
            <pc:docMk/>
            <pc:sldMk cId="3780014650" sldId="284"/>
            <ac:spMk id="84" creationId="{00000000-0000-0000-0000-000000000000}"/>
          </ac:spMkLst>
        </pc:spChg>
        <pc:grpChg chg="add mod">
          <ac:chgData name="Riccardo Berta" userId="c8694f89-bba4-4576-b0a8-456619ca5a8c" providerId="ADAL" clId="{24B12AB0-45C3-AF48-839F-E0B604097501}" dt="2023-03-02T16:20:47.696" v="2177" actId="1036"/>
          <ac:grpSpMkLst>
            <pc:docMk/>
            <pc:sldMk cId="3780014650" sldId="284"/>
            <ac:grpSpMk id="7" creationId="{87657868-18A7-8034-11B9-BB8B11F18960}"/>
          </ac:grpSpMkLst>
        </pc:grpChg>
        <pc:picChg chg="add del mod">
          <ac:chgData name="Riccardo Berta" userId="c8694f89-bba4-4576-b0a8-456619ca5a8c" providerId="ADAL" clId="{24B12AB0-45C3-AF48-839F-E0B604097501}" dt="2023-03-02T08:42:39.110" v="1278" actId="478"/>
          <ac:picMkLst>
            <pc:docMk/>
            <pc:sldMk cId="3780014650" sldId="284"/>
            <ac:picMk id="3" creationId="{026618F0-E202-219B-8777-649408FACE0B}"/>
          </ac:picMkLst>
        </pc:picChg>
        <pc:picChg chg="add mod">
          <ac:chgData name="Riccardo Berta" userId="c8694f89-bba4-4576-b0a8-456619ca5a8c" providerId="ADAL" clId="{24B12AB0-45C3-AF48-839F-E0B604097501}" dt="2023-03-02T16:20:19.959" v="2166" actId="1036"/>
          <ac:picMkLst>
            <pc:docMk/>
            <pc:sldMk cId="3780014650" sldId="284"/>
            <ac:picMk id="3" creationId="{C43FE6C1-25E0-75C1-087B-3B3BA958B9B3}"/>
          </ac:picMkLst>
        </pc:picChg>
        <pc:picChg chg="add mod">
          <ac:chgData name="Riccardo Berta" userId="c8694f89-bba4-4576-b0a8-456619ca5a8c" providerId="ADAL" clId="{24B12AB0-45C3-AF48-839F-E0B604097501}" dt="2023-03-02T16:20:45.026" v="2173" actId="164"/>
          <ac:picMkLst>
            <pc:docMk/>
            <pc:sldMk cId="3780014650" sldId="284"/>
            <ac:picMk id="5" creationId="{97E6CC33-C6CF-A6FD-76BC-86F941E80E1C}"/>
          </ac:picMkLst>
        </pc:picChg>
        <pc:picChg chg="add del mod">
          <ac:chgData name="Riccardo Berta" userId="c8694f89-bba4-4576-b0a8-456619ca5a8c" providerId="ADAL" clId="{24B12AB0-45C3-AF48-839F-E0B604097501}" dt="2023-03-02T16:19:38.987" v="2157" actId="478"/>
          <ac:picMkLst>
            <pc:docMk/>
            <pc:sldMk cId="3780014650" sldId="284"/>
            <ac:picMk id="1026" creationId="{4CAD8CF3-4B03-5C13-74F8-28123FDE2D17}"/>
          </ac:picMkLst>
        </pc:picChg>
      </pc:sldChg>
      <pc:sldChg chg="addSp delSp modSp add del mod">
        <pc:chgData name="Riccardo Berta" userId="c8694f89-bba4-4576-b0a8-456619ca5a8c" providerId="ADAL" clId="{24B12AB0-45C3-AF48-839F-E0B604097501}" dt="2023-03-02T16:29:45.550" v="2330" actId="2696"/>
        <pc:sldMkLst>
          <pc:docMk/>
          <pc:sldMk cId="3634951124" sldId="285"/>
        </pc:sldMkLst>
        <pc:spChg chg="mod">
          <ac:chgData name="Riccardo Berta" userId="c8694f89-bba4-4576-b0a8-456619ca5a8c" providerId="ADAL" clId="{24B12AB0-45C3-AF48-839F-E0B604097501}" dt="2023-03-02T09:03:43.099" v="1590" actId="20577"/>
          <ac:spMkLst>
            <pc:docMk/>
            <pc:sldMk cId="3634951124" sldId="285"/>
            <ac:spMk id="83" creationId="{00000000-0000-0000-0000-000000000000}"/>
          </ac:spMkLst>
        </pc:spChg>
        <pc:spChg chg="mod">
          <ac:chgData name="Riccardo Berta" userId="c8694f89-bba4-4576-b0a8-456619ca5a8c" providerId="ADAL" clId="{24B12AB0-45C3-AF48-839F-E0B604097501}" dt="2023-03-02T09:18:26.500" v="1859" actId="1035"/>
          <ac:spMkLst>
            <pc:docMk/>
            <pc:sldMk cId="3634951124" sldId="285"/>
            <ac:spMk id="84" creationId="{00000000-0000-0000-0000-000000000000}"/>
          </ac:spMkLst>
        </pc:spChg>
        <pc:picChg chg="add del mod">
          <ac:chgData name="Riccardo Berta" userId="c8694f89-bba4-4576-b0a8-456619ca5a8c" providerId="ADAL" clId="{24B12AB0-45C3-AF48-839F-E0B604097501}" dt="2023-03-02T09:16:13.825" v="1664" actId="478"/>
          <ac:picMkLst>
            <pc:docMk/>
            <pc:sldMk cId="3634951124" sldId="285"/>
            <ac:picMk id="3" creationId="{355E2733-3A21-4647-32F6-C0AF09C4E996}"/>
          </ac:picMkLst>
        </pc:picChg>
        <pc:picChg chg="add del mod">
          <ac:chgData name="Riccardo Berta" userId="c8694f89-bba4-4576-b0a8-456619ca5a8c" providerId="ADAL" clId="{24B12AB0-45C3-AF48-839F-E0B604097501}" dt="2023-03-02T09:11:53.903" v="1624" actId="478"/>
          <ac:picMkLst>
            <pc:docMk/>
            <pc:sldMk cId="3634951124" sldId="285"/>
            <ac:picMk id="5" creationId="{382A268B-689F-3848-EC61-B9635420705A}"/>
          </ac:picMkLst>
        </pc:picChg>
        <pc:picChg chg="add mod">
          <ac:chgData name="Riccardo Berta" userId="c8694f89-bba4-4576-b0a8-456619ca5a8c" providerId="ADAL" clId="{24B12AB0-45C3-AF48-839F-E0B604097501}" dt="2023-03-02T09:18:28.996" v="1860" actId="1076"/>
          <ac:picMkLst>
            <pc:docMk/>
            <pc:sldMk cId="3634951124" sldId="285"/>
            <ac:picMk id="7" creationId="{9AAE5814-CBD4-1891-8562-222387B9C8EB}"/>
          </ac:picMkLst>
        </pc:picChg>
        <pc:picChg chg="add mod">
          <ac:chgData name="Riccardo Berta" userId="c8694f89-bba4-4576-b0a8-456619ca5a8c" providerId="ADAL" clId="{24B12AB0-45C3-AF48-839F-E0B604097501}" dt="2023-03-02T09:18:37.575" v="1863" actId="1076"/>
          <ac:picMkLst>
            <pc:docMk/>
            <pc:sldMk cId="3634951124" sldId="285"/>
            <ac:picMk id="9" creationId="{55FA5F1E-274E-CB45-97F3-34662B164C59}"/>
          </ac:picMkLst>
        </pc:picChg>
      </pc:sldChg>
      <pc:sldChg chg="addSp modSp add mod">
        <pc:chgData name="Riccardo Berta" userId="c8694f89-bba4-4576-b0a8-456619ca5a8c" providerId="ADAL" clId="{24B12AB0-45C3-AF48-839F-E0B604097501}" dt="2023-03-02T16:55:30.431" v="2846" actId="1036"/>
        <pc:sldMkLst>
          <pc:docMk/>
          <pc:sldMk cId="1332231744" sldId="286"/>
        </pc:sldMkLst>
        <pc:spChg chg="mod">
          <ac:chgData name="Riccardo Berta" userId="c8694f89-bba4-4576-b0a8-456619ca5a8c" providerId="ADAL" clId="{24B12AB0-45C3-AF48-839F-E0B604097501}" dt="2023-03-02T09:15:20.686" v="1663" actId="20577"/>
          <ac:spMkLst>
            <pc:docMk/>
            <pc:sldMk cId="1332231744" sldId="286"/>
            <ac:spMk id="83" creationId="{00000000-0000-0000-0000-000000000000}"/>
          </ac:spMkLst>
        </pc:spChg>
        <pc:spChg chg="mod">
          <ac:chgData name="Riccardo Berta" userId="c8694f89-bba4-4576-b0a8-456619ca5a8c" providerId="ADAL" clId="{24B12AB0-45C3-AF48-839F-E0B604097501}" dt="2023-03-02T16:55:28.079" v="2843" actId="20577"/>
          <ac:spMkLst>
            <pc:docMk/>
            <pc:sldMk cId="1332231744" sldId="286"/>
            <ac:spMk id="84" creationId="{00000000-0000-0000-0000-000000000000}"/>
          </ac:spMkLst>
        </pc:spChg>
        <pc:picChg chg="add mod">
          <ac:chgData name="Riccardo Berta" userId="c8694f89-bba4-4576-b0a8-456619ca5a8c" providerId="ADAL" clId="{24B12AB0-45C3-AF48-839F-E0B604097501}" dt="2023-03-02T16:55:30.431" v="2846" actId="1036"/>
          <ac:picMkLst>
            <pc:docMk/>
            <pc:sldMk cId="1332231744" sldId="286"/>
            <ac:picMk id="3" creationId="{76A51850-95DC-6B2B-5770-BB50C9D10640}"/>
          </ac:picMkLst>
        </pc:picChg>
      </pc:sldChg>
      <pc:sldChg chg="addSp delSp modSp add mod">
        <pc:chgData name="Riccardo Berta" userId="c8694f89-bba4-4576-b0a8-456619ca5a8c" providerId="ADAL" clId="{24B12AB0-45C3-AF48-839F-E0B604097501}" dt="2023-03-10T14:50:43.413" v="3042" actId="20577"/>
        <pc:sldMkLst>
          <pc:docMk/>
          <pc:sldMk cId="1156739402" sldId="287"/>
        </pc:sldMkLst>
        <pc:spChg chg="add del mod">
          <ac:chgData name="Riccardo Berta" userId="c8694f89-bba4-4576-b0a8-456619ca5a8c" providerId="ADAL" clId="{24B12AB0-45C3-AF48-839F-E0B604097501}" dt="2023-03-02T17:57:45.433" v="2877" actId="478"/>
          <ac:spMkLst>
            <pc:docMk/>
            <pc:sldMk cId="1156739402" sldId="287"/>
            <ac:spMk id="2" creationId="{23DF8998-D8D8-BB94-F2E7-BC532BE538F9}"/>
          </ac:spMkLst>
        </pc:spChg>
        <pc:spChg chg="add del mod">
          <ac:chgData name="Riccardo Berta" userId="c8694f89-bba4-4576-b0a8-456619ca5a8c" providerId="ADAL" clId="{24B12AB0-45C3-AF48-839F-E0B604097501}" dt="2023-03-02T17:59:52.985" v="2885" actId="478"/>
          <ac:spMkLst>
            <pc:docMk/>
            <pc:sldMk cId="1156739402" sldId="287"/>
            <ac:spMk id="3" creationId="{B2C72F36-30D5-7556-4F8F-ED25D2F6FC53}"/>
          </ac:spMkLst>
        </pc:spChg>
        <pc:spChg chg="add mod">
          <ac:chgData name="Riccardo Berta" userId="c8694f89-bba4-4576-b0a8-456619ca5a8c" providerId="ADAL" clId="{24B12AB0-45C3-AF48-839F-E0B604097501}" dt="2023-03-02T18:02:56.197" v="2954" actId="164"/>
          <ac:spMkLst>
            <pc:docMk/>
            <pc:sldMk cId="1156739402" sldId="287"/>
            <ac:spMk id="4" creationId="{E455AAD2-AE41-AAD6-7E65-C991D796BF70}"/>
          </ac:spMkLst>
        </pc:spChg>
        <pc:spChg chg="add mod">
          <ac:chgData name="Riccardo Berta" userId="c8694f89-bba4-4576-b0a8-456619ca5a8c" providerId="ADAL" clId="{24B12AB0-45C3-AF48-839F-E0B604097501}" dt="2023-03-02T18:02:56.197" v="2954" actId="164"/>
          <ac:spMkLst>
            <pc:docMk/>
            <pc:sldMk cId="1156739402" sldId="287"/>
            <ac:spMk id="5" creationId="{1AC4849A-29DC-FBA4-8234-D6C54C08DA62}"/>
          </ac:spMkLst>
        </pc:spChg>
        <pc:spChg chg="add mod">
          <ac:chgData name="Riccardo Berta" userId="c8694f89-bba4-4576-b0a8-456619ca5a8c" providerId="ADAL" clId="{24B12AB0-45C3-AF48-839F-E0B604097501}" dt="2023-03-02T18:02:56.197" v="2954" actId="164"/>
          <ac:spMkLst>
            <pc:docMk/>
            <pc:sldMk cId="1156739402" sldId="287"/>
            <ac:spMk id="6" creationId="{C5AFC564-50DB-1D69-2DF0-98358A55807A}"/>
          </ac:spMkLst>
        </pc:spChg>
        <pc:spChg chg="add mod">
          <ac:chgData name="Riccardo Berta" userId="c8694f89-bba4-4576-b0a8-456619ca5a8c" providerId="ADAL" clId="{24B12AB0-45C3-AF48-839F-E0B604097501}" dt="2023-03-03T06:17:46.203" v="2980" actId="478"/>
          <ac:spMkLst>
            <pc:docMk/>
            <pc:sldMk cId="1156739402" sldId="287"/>
            <ac:spMk id="8" creationId="{C338D702-0D03-5245-A5FD-4ECB89B5EB28}"/>
          </ac:spMkLst>
        </pc:spChg>
        <pc:spChg chg="add mod">
          <ac:chgData name="Riccardo Berta" userId="c8694f89-bba4-4576-b0a8-456619ca5a8c" providerId="ADAL" clId="{24B12AB0-45C3-AF48-839F-E0B604097501}" dt="2023-03-03T06:17:46.203" v="2980" actId="478"/>
          <ac:spMkLst>
            <pc:docMk/>
            <pc:sldMk cId="1156739402" sldId="287"/>
            <ac:spMk id="9" creationId="{62C489E0-83F6-6B20-A61C-40ECCCC2D4C7}"/>
          </ac:spMkLst>
        </pc:spChg>
        <pc:spChg chg="mod">
          <ac:chgData name="Riccardo Berta" userId="c8694f89-bba4-4576-b0a8-456619ca5a8c" providerId="ADAL" clId="{24B12AB0-45C3-AF48-839F-E0B604097501}" dt="2023-03-10T14:50:43.413" v="3042" actId="20577"/>
          <ac:spMkLst>
            <pc:docMk/>
            <pc:sldMk cId="1156739402" sldId="287"/>
            <ac:spMk id="83" creationId="{00000000-0000-0000-0000-000000000000}"/>
          </ac:spMkLst>
        </pc:spChg>
        <pc:spChg chg="mod">
          <ac:chgData name="Riccardo Berta" userId="c8694f89-bba4-4576-b0a8-456619ca5a8c" providerId="ADAL" clId="{24B12AB0-45C3-AF48-839F-E0B604097501}" dt="2023-03-10T14:43:54.125" v="3034" actId="20577"/>
          <ac:spMkLst>
            <pc:docMk/>
            <pc:sldMk cId="1156739402" sldId="287"/>
            <ac:spMk id="84" creationId="{00000000-0000-0000-0000-000000000000}"/>
          </ac:spMkLst>
        </pc:spChg>
        <pc:grpChg chg="add del mod">
          <ac:chgData name="Riccardo Berta" userId="c8694f89-bba4-4576-b0a8-456619ca5a8c" providerId="ADAL" clId="{24B12AB0-45C3-AF48-839F-E0B604097501}" dt="2023-03-02T20:17:55.217" v="2955" actId="478"/>
          <ac:grpSpMkLst>
            <pc:docMk/>
            <pc:sldMk cId="1156739402" sldId="287"/>
            <ac:grpSpMk id="7" creationId="{94B5AAC7-13E9-261E-B248-702691D94139}"/>
          </ac:grpSpMkLst>
        </pc:grpChg>
        <pc:grpChg chg="add del mod">
          <ac:chgData name="Riccardo Berta" userId="c8694f89-bba4-4576-b0a8-456619ca5a8c" providerId="ADAL" clId="{24B12AB0-45C3-AF48-839F-E0B604097501}" dt="2023-03-03T06:17:48.393" v="2981" actId="478"/>
          <ac:grpSpMkLst>
            <pc:docMk/>
            <pc:sldMk cId="1156739402" sldId="287"/>
            <ac:grpSpMk id="10" creationId="{88000ABE-8A20-C03F-FA06-EADE34B954F3}"/>
          </ac:grpSpMkLst>
        </pc:grpChg>
        <pc:picChg chg="add mod">
          <ac:chgData name="Riccardo Berta" userId="c8694f89-bba4-4576-b0a8-456619ca5a8c" providerId="ADAL" clId="{24B12AB0-45C3-AF48-839F-E0B604097501}" dt="2023-03-10T14:43:09.887" v="2994" actId="1076"/>
          <ac:picMkLst>
            <pc:docMk/>
            <pc:sldMk cId="1156739402" sldId="287"/>
            <ac:picMk id="3" creationId="{FEB190B9-828E-F842-8885-5306645F6B3F}"/>
          </ac:picMkLst>
        </pc:picChg>
        <pc:picChg chg="add del">
          <ac:chgData name="Riccardo Berta" userId="c8694f89-bba4-4576-b0a8-456619ca5a8c" providerId="ADAL" clId="{24B12AB0-45C3-AF48-839F-E0B604097501}" dt="2023-03-02T17:59:50.994" v="2884" actId="478"/>
          <ac:picMkLst>
            <pc:docMk/>
            <pc:sldMk cId="1156739402" sldId="287"/>
            <ac:picMk id="5122" creationId="{82154C2D-86E5-CA7D-8B03-FCD64945C730}"/>
          </ac:picMkLst>
        </pc:picChg>
        <pc:picChg chg="add mod">
          <ac:chgData name="Riccardo Berta" userId="c8694f89-bba4-4576-b0a8-456619ca5a8c" providerId="ADAL" clId="{24B12AB0-45C3-AF48-839F-E0B604097501}" dt="2023-03-02T18:02:56.197" v="2954" actId="164"/>
          <ac:picMkLst>
            <pc:docMk/>
            <pc:sldMk cId="1156739402" sldId="287"/>
            <ac:picMk id="5124" creationId="{9F634E01-4B00-25B8-7068-0967E7C42FD2}"/>
          </ac:picMkLst>
        </pc:picChg>
        <pc:picChg chg="add del mod">
          <ac:chgData name="Riccardo Berta" userId="c8694f89-bba4-4576-b0a8-456619ca5a8c" providerId="ADAL" clId="{24B12AB0-45C3-AF48-839F-E0B604097501}" dt="2023-03-03T06:17:46.203" v="2980" actId="478"/>
          <ac:picMkLst>
            <pc:docMk/>
            <pc:sldMk cId="1156739402" sldId="287"/>
            <ac:picMk id="5126" creationId="{97A7BEC1-19D6-4FB1-9832-6424AF039C08}"/>
          </ac:picMkLst>
        </pc:picChg>
      </pc:sldChg>
      <pc:sldChg chg="modSp add mod">
        <pc:chgData name="Riccardo Berta" userId="c8694f89-bba4-4576-b0a8-456619ca5a8c" providerId="ADAL" clId="{24B12AB0-45C3-AF48-839F-E0B604097501}" dt="2023-03-10T14:59:30.248" v="3233" actId="14"/>
        <pc:sldMkLst>
          <pc:docMk/>
          <pc:sldMk cId="1444820580" sldId="288"/>
        </pc:sldMkLst>
        <pc:spChg chg="mod">
          <ac:chgData name="Riccardo Berta" userId="c8694f89-bba4-4576-b0a8-456619ca5a8c" providerId="ADAL" clId="{24B12AB0-45C3-AF48-839F-E0B604097501}" dt="2023-03-10T14:51:01.102" v="3046" actId="20577"/>
          <ac:spMkLst>
            <pc:docMk/>
            <pc:sldMk cId="1444820580" sldId="288"/>
            <ac:spMk id="83" creationId="{00000000-0000-0000-0000-000000000000}"/>
          </ac:spMkLst>
        </pc:spChg>
        <pc:spChg chg="mod">
          <ac:chgData name="Riccardo Berta" userId="c8694f89-bba4-4576-b0a8-456619ca5a8c" providerId="ADAL" clId="{24B12AB0-45C3-AF48-839F-E0B604097501}" dt="2023-03-10T14:59:30.248" v="3233" actId="14"/>
          <ac:spMkLst>
            <pc:docMk/>
            <pc:sldMk cId="1444820580" sldId="288"/>
            <ac:spMk id="84" creationId="{00000000-0000-0000-0000-000000000000}"/>
          </ac:spMkLst>
        </pc:spChg>
      </pc:sldChg>
      <pc:sldChg chg="addSp modSp add mod">
        <pc:chgData name="Riccardo Berta" userId="c8694f89-bba4-4576-b0a8-456619ca5a8c" providerId="ADAL" clId="{24B12AB0-45C3-AF48-839F-E0B604097501}" dt="2023-03-14T06:59:51.478" v="3455" actId="1038"/>
        <pc:sldMkLst>
          <pc:docMk/>
          <pc:sldMk cId="560672995" sldId="289"/>
        </pc:sldMkLst>
        <pc:spChg chg="mod">
          <ac:chgData name="Riccardo Berta" userId="c8694f89-bba4-4576-b0a8-456619ca5a8c" providerId="ADAL" clId="{24B12AB0-45C3-AF48-839F-E0B604097501}" dt="2023-03-10T15:00:56.683" v="3251" actId="20577"/>
          <ac:spMkLst>
            <pc:docMk/>
            <pc:sldMk cId="560672995" sldId="289"/>
            <ac:spMk id="83" creationId="{00000000-0000-0000-0000-000000000000}"/>
          </ac:spMkLst>
        </pc:spChg>
        <pc:spChg chg="mod">
          <ac:chgData name="Riccardo Berta" userId="c8694f89-bba4-4576-b0a8-456619ca5a8c" providerId="ADAL" clId="{24B12AB0-45C3-AF48-839F-E0B604097501}" dt="2023-03-14T06:59:47.653" v="3445" actId="20577"/>
          <ac:spMkLst>
            <pc:docMk/>
            <pc:sldMk cId="560672995" sldId="289"/>
            <ac:spMk id="84" creationId="{00000000-0000-0000-0000-000000000000}"/>
          </ac:spMkLst>
        </pc:spChg>
        <pc:picChg chg="add mod">
          <ac:chgData name="Riccardo Berta" userId="c8694f89-bba4-4576-b0a8-456619ca5a8c" providerId="ADAL" clId="{24B12AB0-45C3-AF48-839F-E0B604097501}" dt="2023-03-14T06:57:16.393" v="3408" actId="1076"/>
          <ac:picMkLst>
            <pc:docMk/>
            <pc:sldMk cId="560672995" sldId="289"/>
            <ac:picMk id="3" creationId="{A4E21912-C9D4-13F1-0F9F-7C469F4F4250}"/>
          </ac:picMkLst>
        </pc:picChg>
        <pc:picChg chg="add mod">
          <ac:chgData name="Riccardo Berta" userId="c8694f89-bba4-4576-b0a8-456619ca5a8c" providerId="ADAL" clId="{24B12AB0-45C3-AF48-839F-E0B604097501}" dt="2023-03-14T06:59:51.478" v="3455" actId="1038"/>
          <ac:picMkLst>
            <pc:docMk/>
            <pc:sldMk cId="560672995" sldId="289"/>
            <ac:picMk id="4" creationId="{33BC9891-4BB2-956A-1DFB-AFF0E335CF83}"/>
          </ac:picMkLst>
        </pc:picChg>
      </pc:sldChg>
      <pc:sldChg chg="addSp modSp add mod">
        <pc:chgData name="Riccardo Berta" userId="c8694f89-bba4-4576-b0a8-456619ca5a8c" providerId="ADAL" clId="{24B12AB0-45C3-AF48-839F-E0B604097501}" dt="2023-03-14T15:13:19.970" v="4840" actId="1035"/>
        <pc:sldMkLst>
          <pc:docMk/>
          <pc:sldMk cId="3306859583" sldId="290"/>
        </pc:sldMkLst>
        <pc:spChg chg="mod">
          <ac:chgData name="Riccardo Berta" userId="c8694f89-bba4-4576-b0a8-456619ca5a8c" providerId="ADAL" clId="{24B12AB0-45C3-AF48-839F-E0B604097501}" dt="2023-03-14T12:19:36.378" v="4555" actId="20577"/>
          <ac:spMkLst>
            <pc:docMk/>
            <pc:sldMk cId="3306859583" sldId="290"/>
            <ac:spMk id="83" creationId="{00000000-0000-0000-0000-000000000000}"/>
          </ac:spMkLst>
        </pc:spChg>
        <pc:spChg chg="mod">
          <ac:chgData name="Riccardo Berta" userId="c8694f89-bba4-4576-b0a8-456619ca5a8c" providerId="ADAL" clId="{24B12AB0-45C3-AF48-839F-E0B604097501}" dt="2023-03-14T09:40:54.769" v="4261" actId="6549"/>
          <ac:spMkLst>
            <pc:docMk/>
            <pc:sldMk cId="3306859583" sldId="290"/>
            <ac:spMk id="84" creationId="{00000000-0000-0000-0000-000000000000}"/>
          </ac:spMkLst>
        </pc:spChg>
        <pc:grpChg chg="add mod">
          <ac:chgData name="Riccardo Berta" userId="c8694f89-bba4-4576-b0a8-456619ca5a8c" providerId="ADAL" clId="{24B12AB0-45C3-AF48-839F-E0B604097501}" dt="2023-03-14T15:13:19.970" v="4840" actId="1035"/>
          <ac:grpSpMkLst>
            <pc:docMk/>
            <pc:sldMk cId="3306859583" sldId="290"/>
            <ac:grpSpMk id="6" creationId="{D816BDE0-8533-90EB-686A-CABC40E35932}"/>
          </ac:grpSpMkLst>
        </pc:grpChg>
        <pc:picChg chg="add mod modCrop">
          <ac:chgData name="Riccardo Berta" userId="c8694f89-bba4-4576-b0a8-456619ca5a8c" providerId="ADAL" clId="{24B12AB0-45C3-AF48-839F-E0B604097501}" dt="2023-03-14T08:57:32.615" v="3748" actId="164"/>
          <ac:picMkLst>
            <pc:docMk/>
            <pc:sldMk cId="3306859583" sldId="290"/>
            <ac:picMk id="3" creationId="{130014D0-AD4F-3B5A-A7D0-64E48B785E47}"/>
          </ac:picMkLst>
        </pc:picChg>
        <pc:picChg chg="add mod modCrop">
          <ac:chgData name="Riccardo Berta" userId="c8694f89-bba4-4576-b0a8-456619ca5a8c" providerId="ADAL" clId="{24B12AB0-45C3-AF48-839F-E0B604097501}" dt="2023-03-14T08:57:32.615" v="3748" actId="164"/>
          <ac:picMkLst>
            <pc:docMk/>
            <pc:sldMk cId="3306859583" sldId="290"/>
            <ac:picMk id="5" creationId="{DE88688D-FA34-5096-FF15-F8AC3FD30860}"/>
          </ac:picMkLst>
        </pc:picChg>
      </pc:sldChg>
      <pc:sldChg chg="addSp delSp modSp add mod">
        <pc:chgData name="Riccardo Berta" userId="c8694f89-bba4-4576-b0a8-456619ca5a8c" providerId="ADAL" clId="{24B12AB0-45C3-AF48-839F-E0B604097501}" dt="2023-03-14T12:19:45.208" v="4560" actId="20577"/>
        <pc:sldMkLst>
          <pc:docMk/>
          <pc:sldMk cId="244795277" sldId="291"/>
        </pc:sldMkLst>
        <pc:spChg chg="mod">
          <ac:chgData name="Riccardo Berta" userId="c8694f89-bba4-4576-b0a8-456619ca5a8c" providerId="ADAL" clId="{24B12AB0-45C3-AF48-839F-E0B604097501}" dt="2023-03-14T12:19:45.208" v="4560" actId="20577"/>
          <ac:spMkLst>
            <pc:docMk/>
            <pc:sldMk cId="244795277" sldId="291"/>
            <ac:spMk id="83" creationId="{00000000-0000-0000-0000-000000000000}"/>
          </ac:spMkLst>
        </pc:spChg>
        <pc:spChg chg="mod">
          <ac:chgData name="Riccardo Berta" userId="c8694f89-bba4-4576-b0a8-456619ca5a8c" providerId="ADAL" clId="{24B12AB0-45C3-AF48-839F-E0B604097501}" dt="2023-03-14T09:35:04.962" v="4237" actId="14100"/>
          <ac:spMkLst>
            <pc:docMk/>
            <pc:sldMk cId="244795277" sldId="291"/>
            <ac:spMk id="84" creationId="{00000000-0000-0000-0000-000000000000}"/>
          </ac:spMkLst>
        </pc:spChg>
        <pc:picChg chg="add del mod">
          <ac:chgData name="Riccardo Berta" userId="c8694f89-bba4-4576-b0a8-456619ca5a8c" providerId="ADAL" clId="{24B12AB0-45C3-AF48-839F-E0B604097501}" dt="2023-03-14T09:28:08.409" v="4072" actId="478"/>
          <ac:picMkLst>
            <pc:docMk/>
            <pc:sldMk cId="244795277" sldId="291"/>
            <ac:picMk id="3" creationId="{0A899B5F-4297-257A-62C8-45810CD43125}"/>
          </ac:picMkLst>
        </pc:picChg>
        <pc:picChg chg="add mod">
          <ac:chgData name="Riccardo Berta" userId="c8694f89-bba4-4576-b0a8-456619ca5a8c" providerId="ADAL" clId="{24B12AB0-45C3-AF48-839F-E0B604097501}" dt="2023-03-14T09:33:42.447" v="4204" actId="167"/>
          <ac:picMkLst>
            <pc:docMk/>
            <pc:sldMk cId="244795277" sldId="291"/>
            <ac:picMk id="5" creationId="{6CC000BA-BC67-25D0-E487-57C2AD424FDC}"/>
          </ac:picMkLst>
        </pc:picChg>
        <pc:picChg chg="add mod">
          <ac:chgData name="Riccardo Berta" userId="c8694f89-bba4-4576-b0a8-456619ca5a8c" providerId="ADAL" clId="{24B12AB0-45C3-AF48-839F-E0B604097501}" dt="2023-03-14T09:33:29.334" v="4202" actId="1076"/>
          <ac:picMkLst>
            <pc:docMk/>
            <pc:sldMk cId="244795277" sldId="291"/>
            <ac:picMk id="7" creationId="{BB761B06-8B19-B48D-1FB2-DBC00CCB4C6D}"/>
          </ac:picMkLst>
        </pc:picChg>
        <pc:picChg chg="add mod">
          <ac:chgData name="Riccardo Berta" userId="c8694f89-bba4-4576-b0a8-456619ca5a8c" providerId="ADAL" clId="{24B12AB0-45C3-AF48-839F-E0B604097501}" dt="2023-03-14T09:35:18.572" v="4242" actId="14100"/>
          <ac:picMkLst>
            <pc:docMk/>
            <pc:sldMk cId="244795277" sldId="291"/>
            <ac:picMk id="9" creationId="{263AD7EF-EFFD-EBDB-E181-484A5CFB26AB}"/>
          </ac:picMkLst>
        </pc:picChg>
        <pc:picChg chg="add mod">
          <ac:chgData name="Riccardo Berta" userId="c8694f89-bba4-4576-b0a8-456619ca5a8c" providerId="ADAL" clId="{24B12AB0-45C3-AF48-839F-E0B604097501}" dt="2023-03-14T09:35:15.537" v="4241" actId="1076"/>
          <ac:picMkLst>
            <pc:docMk/>
            <pc:sldMk cId="244795277" sldId="291"/>
            <ac:picMk id="11" creationId="{B9F4D768-D6C9-7CAE-E391-11A7AE72516D}"/>
          </ac:picMkLst>
        </pc:picChg>
      </pc:sldChg>
      <pc:sldChg chg="addSp modSp add mod">
        <pc:chgData name="Riccardo Berta" userId="c8694f89-bba4-4576-b0a8-456619ca5a8c" providerId="ADAL" clId="{24B12AB0-45C3-AF48-839F-E0B604097501}" dt="2023-03-14T15:13:33.800" v="4841" actId="20577"/>
        <pc:sldMkLst>
          <pc:docMk/>
          <pc:sldMk cId="400298740" sldId="292"/>
        </pc:sldMkLst>
        <pc:spChg chg="mod">
          <ac:chgData name="Riccardo Berta" userId="c8694f89-bba4-4576-b0a8-456619ca5a8c" providerId="ADAL" clId="{24B12AB0-45C3-AF48-839F-E0B604097501}" dt="2023-03-14T12:20:07.862" v="4581" actId="20577"/>
          <ac:spMkLst>
            <pc:docMk/>
            <pc:sldMk cId="400298740" sldId="292"/>
            <ac:spMk id="83" creationId="{00000000-0000-0000-0000-000000000000}"/>
          </ac:spMkLst>
        </pc:spChg>
        <pc:spChg chg="mod">
          <ac:chgData name="Riccardo Berta" userId="c8694f89-bba4-4576-b0a8-456619ca5a8c" providerId="ADAL" clId="{24B12AB0-45C3-AF48-839F-E0B604097501}" dt="2023-03-14T15:13:33.800" v="4841" actId="20577"/>
          <ac:spMkLst>
            <pc:docMk/>
            <pc:sldMk cId="400298740" sldId="292"/>
            <ac:spMk id="84" creationId="{00000000-0000-0000-0000-000000000000}"/>
          </ac:spMkLst>
        </pc:spChg>
        <pc:picChg chg="add mod">
          <ac:chgData name="Riccardo Berta" userId="c8694f89-bba4-4576-b0a8-456619ca5a8c" providerId="ADAL" clId="{24B12AB0-45C3-AF48-839F-E0B604097501}" dt="2023-03-14T12:21:55.309" v="4655" actId="1076"/>
          <ac:picMkLst>
            <pc:docMk/>
            <pc:sldMk cId="400298740" sldId="292"/>
            <ac:picMk id="3" creationId="{F013D6CD-A717-C25E-7854-78A98A4C78B9}"/>
          </ac:picMkLst>
        </pc:picChg>
      </pc:sldChg>
      <pc:sldChg chg="addSp modSp add mod">
        <pc:chgData name="Riccardo Berta" userId="c8694f89-bba4-4576-b0a8-456619ca5a8c" providerId="ADAL" clId="{24B12AB0-45C3-AF48-839F-E0B604097501}" dt="2023-03-14T15:28:31.073" v="5016" actId="20577"/>
        <pc:sldMkLst>
          <pc:docMk/>
          <pc:sldMk cId="3624071701" sldId="293"/>
        </pc:sldMkLst>
        <pc:spChg chg="add mod">
          <ac:chgData name="Riccardo Berta" userId="c8694f89-bba4-4576-b0a8-456619ca5a8c" providerId="ADAL" clId="{24B12AB0-45C3-AF48-839F-E0B604097501}" dt="2023-03-14T12:26:45.038" v="4744" actId="164"/>
          <ac:spMkLst>
            <pc:docMk/>
            <pc:sldMk cId="3624071701" sldId="293"/>
            <ac:spMk id="10" creationId="{286FCD0E-69BA-08CF-BD56-4AFB78C734BF}"/>
          </ac:spMkLst>
        </pc:spChg>
        <pc:spChg chg="mod">
          <ac:chgData name="Riccardo Berta" userId="c8694f89-bba4-4576-b0a8-456619ca5a8c" providerId="ADAL" clId="{24B12AB0-45C3-AF48-839F-E0B604097501}" dt="2023-03-14T12:20:11.885" v="4584" actId="20577"/>
          <ac:spMkLst>
            <pc:docMk/>
            <pc:sldMk cId="3624071701" sldId="293"/>
            <ac:spMk id="83" creationId="{00000000-0000-0000-0000-000000000000}"/>
          </ac:spMkLst>
        </pc:spChg>
        <pc:spChg chg="mod">
          <ac:chgData name="Riccardo Berta" userId="c8694f89-bba4-4576-b0a8-456619ca5a8c" providerId="ADAL" clId="{24B12AB0-45C3-AF48-839F-E0B604097501}" dt="2023-03-14T15:28:31.073" v="5016" actId="20577"/>
          <ac:spMkLst>
            <pc:docMk/>
            <pc:sldMk cId="3624071701" sldId="293"/>
            <ac:spMk id="84" creationId="{00000000-0000-0000-0000-000000000000}"/>
          </ac:spMkLst>
        </pc:spChg>
        <pc:grpChg chg="add mod">
          <ac:chgData name="Riccardo Berta" userId="c8694f89-bba4-4576-b0a8-456619ca5a8c" providerId="ADAL" clId="{24B12AB0-45C3-AF48-839F-E0B604097501}" dt="2023-03-14T12:26:45.038" v="4744" actId="164"/>
          <ac:grpSpMkLst>
            <pc:docMk/>
            <pc:sldMk cId="3624071701" sldId="293"/>
            <ac:grpSpMk id="11" creationId="{84B1FA10-1752-6ECE-C963-31A582D41849}"/>
          </ac:grpSpMkLst>
        </pc:grpChg>
        <pc:picChg chg="add mod">
          <ac:chgData name="Riccardo Berta" userId="c8694f89-bba4-4576-b0a8-456619ca5a8c" providerId="ADAL" clId="{24B12AB0-45C3-AF48-839F-E0B604097501}" dt="2023-03-14T12:26:45.038" v="4744" actId="164"/>
          <ac:picMkLst>
            <pc:docMk/>
            <pc:sldMk cId="3624071701" sldId="293"/>
            <ac:picMk id="3" creationId="{D5CE4561-80BF-60B6-2471-0291FD24DB53}"/>
          </ac:picMkLst>
        </pc:picChg>
        <pc:picChg chg="add mod">
          <ac:chgData name="Riccardo Berta" userId="c8694f89-bba4-4576-b0a8-456619ca5a8c" providerId="ADAL" clId="{24B12AB0-45C3-AF48-839F-E0B604097501}" dt="2023-03-14T12:25:32.465" v="4723" actId="14100"/>
          <ac:picMkLst>
            <pc:docMk/>
            <pc:sldMk cId="3624071701" sldId="293"/>
            <ac:picMk id="5" creationId="{A75AC74C-DF01-CCC1-683C-5825C9727933}"/>
          </ac:picMkLst>
        </pc:picChg>
        <pc:picChg chg="add mod">
          <ac:chgData name="Riccardo Berta" userId="c8694f89-bba4-4576-b0a8-456619ca5a8c" providerId="ADAL" clId="{24B12AB0-45C3-AF48-839F-E0B604097501}" dt="2023-03-14T12:25:55.483" v="4732" actId="1035"/>
          <ac:picMkLst>
            <pc:docMk/>
            <pc:sldMk cId="3624071701" sldId="293"/>
            <ac:picMk id="7" creationId="{97D7BC1C-95A2-879C-38CE-3829E835C585}"/>
          </ac:picMkLst>
        </pc:picChg>
        <pc:picChg chg="add mod">
          <ac:chgData name="Riccardo Berta" userId="c8694f89-bba4-4576-b0a8-456619ca5a8c" providerId="ADAL" clId="{24B12AB0-45C3-AF48-839F-E0B604097501}" dt="2023-03-14T12:28:48.937" v="4817" actId="1076"/>
          <ac:picMkLst>
            <pc:docMk/>
            <pc:sldMk cId="3624071701" sldId="293"/>
            <ac:picMk id="9" creationId="{2D136C6B-A002-84B5-3904-C5454A907607}"/>
          </ac:picMkLst>
        </pc:picChg>
        <pc:picChg chg="add mod">
          <ac:chgData name="Riccardo Berta" userId="c8694f89-bba4-4576-b0a8-456619ca5a8c" providerId="ADAL" clId="{24B12AB0-45C3-AF48-839F-E0B604097501}" dt="2023-03-14T12:28:44.750" v="4816" actId="1076"/>
          <ac:picMkLst>
            <pc:docMk/>
            <pc:sldMk cId="3624071701" sldId="293"/>
            <ac:picMk id="13" creationId="{1AF9BF6B-76DA-5D14-EEAF-4434C6D6BA56}"/>
          </ac:picMkLst>
        </pc:picChg>
      </pc:sldChg>
      <pc:sldChg chg="addSp delSp modSp add mod">
        <pc:chgData name="Riccardo Berta" userId="c8694f89-bba4-4576-b0a8-456619ca5a8c" providerId="ADAL" clId="{24B12AB0-45C3-AF48-839F-E0B604097501}" dt="2023-03-14T15:41:03.590" v="5279" actId="20577"/>
        <pc:sldMkLst>
          <pc:docMk/>
          <pc:sldMk cId="497513859" sldId="294"/>
        </pc:sldMkLst>
        <pc:spChg chg="mod">
          <ac:chgData name="Riccardo Berta" userId="c8694f89-bba4-4576-b0a8-456619ca5a8c" providerId="ADAL" clId="{24B12AB0-45C3-AF48-839F-E0B604097501}" dt="2023-03-14T15:32:32.363" v="5140" actId="20577"/>
          <ac:spMkLst>
            <pc:docMk/>
            <pc:sldMk cId="497513859" sldId="294"/>
            <ac:spMk id="83" creationId="{00000000-0000-0000-0000-000000000000}"/>
          </ac:spMkLst>
        </pc:spChg>
        <pc:spChg chg="mod">
          <ac:chgData name="Riccardo Berta" userId="c8694f89-bba4-4576-b0a8-456619ca5a8c" providerId="ADAL" clId="{24B12AB0-45C3-AF48-839F-E0B604097501}" dt="2023-03-14T15:41:03.590" v="5279" actId="20577"/>
          <ac:spMkLst>
            <pc:docMk/>
            <pc:sldMk cId="497513859" sldId="294"/>
            <ac:spMk id="84" creationId="{00000000-0000-0000-0000-000000000000}"/>
          </ac:spMkLst>
        </pc:spChg>
        <pc:picChg chg="add del mod">
          <ac:chgData name="Riccardo Berta" userId="c8694f89-bba4-4576-b0a8-456619ca5a8c" providerId="ADAL" clId="{24B12AB0-45C3-AF48-839F-E0B604097501}" dt="2023-03-14T15:27:47.307" v="4969" actId="478"/>
          <ac:picMkLst>
            <pc:docMk/>
            <pc:sldMk cId="497513859" sldId="294"/>
            <ac:picMk id="3" creationId="{052074B2-387F-C78A-169E-CAD393ECD861}"/>
          </ac:picMkLst>
        </pc:picChg>
        <pc:picChg chg="add del mod">
          <ac:chgData name="Riccardo Berta" userId="c8694f89-bba4-4576-b0a8-456619ca5a8c" providerId="ADAL" clId="{24B12AB0-45C3-AF48-839F-E0B604097501}" dt="2023-03-14T15:27:48.432" v="4970" actId="478"/>
          <ac:picMkLst>
            <pc:docMk/>
            <pc:sldMk cId="497513859" sldId="294"/>
            <ac:picMk id="5" creationId="{18B5AFA5-27C2-B53A-6B3F-63845E064CA2}"/>
          </ac:picMkLst>
        </pc:picChg>
        <pc:picChg chg="add mod">
          <ac:chgData name="Riccardo Berta" userId="c8694f89-bba4-4576-b0a8-456619ca5a8c" providerId="ADAL" clId="{24B12AB0-45C3-AF48-839F-E0B604097501}" dt="2023-03-14T15:40:33.254" v="5246" actId="1076"/>
          <ac:picMkLst>
            <pc:docMk/>
            <pc:sldMk cId="497513859" sldId="294"/>
            <ac:picMk id="7" creationId="{D6415912-D79F-2EB9-8EE8-37872B20216F}"/>
          </ac:picMkLst>
        </pc:picChg>
      </pc:sldChg>
      <pc:sldChg chg="modSp add del mod">
        <pc:chgData name="Riccardo Berta" userId="c8694f89-bba4-4576-b0a8-456619ca5a8c" providerId="ADAL" clId="{24B12AB0-45C3-AF48-839F-E0B604097501}" dt="2023-03-14T15:41:06.382" v="5280" actId="2696"/>
        <pc:sldMkLst>
          <pc:docMk/>
          <pc:sldMk cId="2492997095" sldId="295"/>
        </pc:sldMkLst>
        <pc:spChg chg="mod">
          <ac:chgData name="Riccardo Berta" userId="c8694f89-bba4-4576-b0a8-456619ca5a8c" providerId="ADAL" clId="{24B12AB0-45C3-AF48-839F-E0B604097501}" dt="2023-03-14T15:35:29.063" v="5215" actId="20577"/>
          <ac:spMkLst>
            <pc:docMk/>
            <pc:sldMk cId="2492997095" sldId="295"/>
            <ac:spMk id="83" creationId="{00000000-0000-0000-0000-000000000000}"/>
          </ac:spMkLst>
        </pc:spChg>
        <pc:spChg chg="mod">
          <ac:chgData name="Riccardo Berta" userId="c8694f89-bba4-4576-b0a8-456619ca5a8c" providerId="ADAL" clId="{24B12AB0-45C3-AF48-839F-E0B604097501}" dt="2023-03-14T15:36:04.271" v="5243" actId="20577"/>
          <ac:spMkLst>
            <pc:docMk/>
            <pc:sldMk cId="2492997095" sldId="295"/>
            <ac:spMk id="84" creationId="{00000000-0000-0000-0000-000000000000}"/>
          </ac:spMkLst>
        </pc:spChg>
      </pc:sldChg>
      <pc:sldChg chg="addSp modSp add mod">
        <pc:chgData name="Riccardo Berta" userId="c8694f89-bba4-4576-b0a8-456619ca5a8c" providerId="ADAL" clId="{24B12AB0-45C3-AF48-839F-E0B604097501}" dt="2023-03-14T15:59:09.803" v="5297" actId="20577"/>
        <pc:sldMkLst>
          <pc:docMk/>
          <pc:sldMk cId="3998146946" sldId="296"/>
        </pc:sldMkLst>
        <pc:spChg chg="mod">
          <ac:chgData name="Riccardo Berta" userId="c8694f89-bba4-4576-b0a8-456619ca5a8c" providerId="ADAL" clId="{24B12AB0-45C3-AF48-839F-E0B604097501}" dt="2023-03-14T15:59:09.803" v="5297" actId="20577"/>
          <ac:spMkLst>
            <pc:docMk/>
            <pc:sldMk cId="3998146946" sldId="296"/>
            <ac:spMk id="83" creationId="{00000000-0000-0000-0000-000000000000}"/>
          </ac:spMkLst>
        </pc:spChg>
        <pc:spChg chg="mod">
          <ac:chgData name="Riccardo Berta" userId="c8694f89-bba4-4576-b0a8-456619ca5a8c" providerId="ADAL" clId="{24B12AB0-45C3-AF48-839F-E0B604097501}" dt="2023-03-14T15:57:21.551" v="5287" actId="20577"/>
          <ac:spMkLst>
            <pc:docMk/>
            <pc:sldMk cId="3998146946" sldId="296"/>
            <ac:spMk id="84" creationId="{00000000-0000-0000-0000-000000000000}"/>
          </ac:spMkLst>
        </pc:spChg>
        <pc:picChg chg="add mod">
          <ac:chgData name="Riccardo Berta" userId="c8694f89-bba4-4576-b0a8-456619ca5a8c" providerId="ADAL" clId="{24B12AB0-45C3-AF48-839F-E0B604097501}" dt="2023-03-14T15:59:06.976" v="5293" actId="1076"/>
          <ac:picMkLst>
            <pc:docMk/>
            <pc:sldMk cId="3998146946" sldId="296"/>
            <ac:picMk id="3" creationId="{4828F9D8-99DB-31AE-6FE8-3E21C31C9C7B}"/>
          </ac:picMkLst>
        </pc:picChg>
      </pc:sldChg>
      <pc:sldChg chg="addSp modSp add mod">
        <pc:chgData name="Riccardo Berta" userId="c8694f89-bba4-4576-b0a8-456619ca5a8c" providerId="ADAL" clId="{24B12AB0-45C3-AF48-839F-E0B604097501}" dt="2023-03-14T16:04:54.295" v="5513" actId="1035"/>
        <pc:sldMkLst>
          <pc:docMk/>
          <pc:sldMk cId="1965002287" sldId="297"/>
        </pc:sldMkLst>
        <pc:spChg chg="mod">
          <ac:chgData name="Riccardo Berta" userId="c8694f89-bba4-4576-b0a8-456619ca5a8c" providerId="ADAL" clId="{24B12AB0-45C3-AF48-839F-E0B604097501}" dt="2023-03-14T15:59:15.957" v="5300" actId="20577"/>
          <ac:spMkLst>
            <pc:docMk/>
            <pc:sldMk cId="1965002287" sldId="297"/>
            <ac:spMk id="83" creationId="{00000000-0000-0000-0000-000000000000}"/>
          </ac:spMkLst>
        </pc:spChg>
        <pc:spChg chg="mod">
          <ac:chgData name="Riccardo Berta" userId="c8694f89-bba4-4576-b0a8-456619ca5a8c" providerId="ADAL" clId="{24B12AB0-45C3-AF48-839F-E0B604097501}" dt="2023-03-14T16:04:54.295" v="5513" actId="1035"/>
          <ac:spMkLst>
            <pc:docMk/>
            <pc:sldMk cId="1965002287" sldId="297"/>
            <ac:spMk id="84" creationId="{00000000-0000-0000-0000-000000000000}"/>
          </ac:spMkLst>
        </pc:spChg>
        <pc:picChg chg="add mod">
          <ac:chgData name="Riccardo Berta" userId="c8694f89-bba4-4576-b0a8-456619ca5a8c" providerId="ADAL" clId="{24B12AB0-45C3-AF48-839F-E0B604097501}" dt="2023-03-14T16:04:39.939" v="5510" actId="1076"/>
          <ac:picMkLst>
            <pc:docMk/>
            <pc:sldMk cId="1965002287" sldId="297"/>
            <ac:picMk id="3" creationId="{B2C1E48F-0164-2384-75F1-CD334D686934}"/>
          </ac:picMkLst>
        </pc:picChg>
      </pc:sldChg>
      <pc:sldChg chg="modSp new del mod">
        <pc:chgData name="Riccardo Berta" userId="c8694f89-bba4-4576-b0a8-456619ca5a8c" providerId="ADAL" clId="{24B12AB0-45C3-AF48-839F-E0B604097501}" dt="2023-03-02T16:22:48.286" v="2179" actId="2696"/>
        <pc:sldMkLst>
          <pc:docMk/>
          <pc:sldMk cId="591839160" sldId="298"/>
        </pc:sldMkLst>
        <pc:spChg chg="mod">
          <ac:chgData name="Riccardo Berta" userId="c8694f89-bba4-4576-b0a8-456619ca5a8c" providerId="ADAL" clId="{24B12AB0-45C3-AF48-839F-E0B604097501}" dt="2023-03-02T16:06:49.444" v="1935"/>
          <ac:spMkLst>
            <pc:docMk/>
            <pc:sldMk cId="591839160" sldId="298"/>
            <ac:spMk id="2" creationId="{0770F2BB-A9FD-464E-4B2A-FDFB3993214D}"/>
          </ac:spMkLst>
        </pc:spChg>
      </pc:sldChg>
      <pc:sldChg chg="addSp delSp modSp add mod">
        <pc:chgData name="Riccardo Berta" userId="c8694f89-bba4-4576-b0a8-456619ca5a8c" providerId="ADAL" clId="{24B12AB0-45C3-AF48-839F-E0B604097501}" dt="2023-03-02T16:29:38.098" v="2329" actId="1038"/>
        <pc:sldMkLst>
          <pc:docMk/>
          <pc:sldMk cId="4012024565" sldId="299"/>
        </pc:sldMkLst>
        <pc:spChg chg="mod">
          <ac:chgData name="Riccardo Berta" userId="c8694f89-bba4-4576-b0a8-456619ca5a8c" providerId="ADAL" clId="{24B12AB0-45C3-AF48-839F-E0B604097501}" dt="2023-03-02T16:29:30.311" v="2325" actId="403"/>
          <ac:spMkLst>
            <pc:docMk/>
            <pc:sldMk cId="4012024565" sldId="299"/>
            <ac:spMk id="84" creationId="{00000000-0000-0000-0000-000000000000}"/>
          </ac:spMkLst>
        </pc:spChg>
        <pc:picChg chg="add mod modCrop">
          <ac:chgData name="Riccardo Berta" userId="c8694f89-bba4-4576-b0a8-456619ca5a8c" providerId="ADAL" clId="{24B12AB0-45C3-AF48-839F-E0B604097501}" dt="2023-03-02T16:29:01.341" v="2310" actId="1076"/>
          <ac:picMkLst>
            <pc:docMk/>
            <pc:sldMk cId="4012024565" sldId="299"/>
            <ac:picMk id="2" creationId="{CE81AF06-F13C-D05E-AB90-F56BA05BB0A8}"/>
          </ac:picMkLst>
        </pc:picChg>
        <pc:picChg chg="add del mod">
          <ac:chgData name="Riccardo Berta" userId="c8694f89-bba4-4576-b0a8-456619ca5a8c" providerId="ADAL" clId="{24B12AB0-45C3-AF48-839F-E0B604097501}" dt="2023-03-02T16:27:33.218" v="2273" actId="478"/>
          <ac:picMkLst>
            <pc:docMk/>
            <pc:sldMk cId="4012024565" sldId="299"/>
            <ac:picMk id="3" creationId="{E0A410CB-652F-5CD3-9066-400A44DBFA10}"/>
          </ac:picMkLst>
        </pc:picChg>
        <pc:picChg chg="add mod">
          <ac:chgData name="Riccardo Berta" userId="c8694f89-bba4-4576-b0a8-456619ca5a8c" providerId="ADAL" clId="{24B12AB0-45C3-AF48-839F-E0B604097501}" dt="2023-03-02T16:28:58.493" v="2309" actId="1076"/>
          <ac:picMkLst>
            <pc:docMk/>
            <pc:sldMk cId="4012024565" sldId="299"/>
            <ac:picMk id="5" creationId="{F1D89D95-183B-D0D4-8765-573266DD2E10}"/>
          </ac:picMkLst>
        </pc:picChg>
        <pc:picChg chg="add mod">
          <ac:chgData name="Riccardo Berta" userId="c8694f89-bba4-4576-b0a8-456619ca5a8c" providerId="ADAL" clId="{24B12AB0-45C3-AF48-839F-E0B604097501}" dt="2023-03-02T16:29:38.098" v="2329" actId="1038"/>
          <ac:picMkLst>
            <pc:docMk/>
            <pc:sldMk cId="4012024565" sldId="299"/>
            <ac:picMk id="6" creationId="{DBF9B663-C2FE-0DBE-F504-FA72D93B0A7E}"/>
          </ac:picMkLst>
        </pc:picChg>
        <pc:picChg chg="del">
          <ac:chgData name="Riccardo Berta" userId="c8694f89-bba4-4576-b0a8-456619ca5a8c" providerId="ADAL" clId="{24B12AB0-45C3-AF48-839F-E0B604097501}" dt="2023-03-02T16:13:07.030" v="2030" actId="478"/>
          <ac:picMkLst>
            <pc:docMk/>
            <pc:sldMk cId="4012024565" sldId="299"/>
            <ac:picMk id="7" creationId="{9AAE5814-CBD4-1891-8562-222387B9C8EB}"/>
          </ac:picMkLst>
        </pc:picChg>
        <pc:picChg chg="del">
          <ac:chgData name="Riccardo Berta" userId="c8694f89-bba4-4576-b0a8-456619ca5a8c" providerId="ADAL" clId="{24B12AB0-45C3-AF48-839F-E0B604097501}" dt="2023-03-02T16:13:03.065" v="2028" actId="478"/>
          <ac:picMkLst>
            <pc:docMk/>
            <pc:sldMk cId="4012024565" sldId="299"/>
            <ac:picMk id="9" creationId="{55FA5F1E-274E-CB45-97F3-34662B164C59}"/>
          </ac:picMkLst>
        </pc:picChg>
        <pc:picChg chg="add mod">
          <ac:chgData name="Riccardo Berta" userId="c8694f89-bba4-4576-b0a8-456619ca5a8c" providerId="ADAL" clId="{24B12AB0-45C3-AF48-839F-E0B604097501}" dt="2023-03-02T16:28:18.240" v="2288" actId="1076"/>
          <ac:picMkLst>
            <pc:docMk/>
            <pc:sldMk cId="4012024565" sldId="299"/>
            <ac:picMk id="2050" creationId="{50FE60E1-3500-BA11-615F-6EE2D4C145FC}"/>
          </ac:picMkLst>
        </pc:picChg>
      </pc:sldChg>
      <pc:sldChg chg="delSp modSp add mod">
        <pc:chgData name="Riccardo Berta" userId="c8694f89-bba4-4576-b0a8-456619ca5a8c" providerId="ADAL" clId="{24B12AB0-45C3-AF48-839F-E0B604097501}" dt="2023-03-02T16:54:35.673" v="2792" actId="20577"/>
        <pc:sldMkLst>
          <pc:docMk/>
          <pc:sldMk cId="299304515" sldId="300"/>
        </pc:sldMkLst>
        <pc:spChg chg="mod">
          <ac:chgData name="Riccardo Berta" userId="c8694f89-bba4-4576-b0a8-456619ca5a8c" providerId="ADAL" clId="{24B12AB0-45C3-AF48-839F-E0B604097501}" dt="2023-03-02T16:53:27.731" v="2768" actId="20577"/>
          <ac:spMkLst>
            <pc:docMk/>
            <pc:sldMk cId="299304515" sldId="300"/>
            <ac:spMk id="83" creationId="{00000000-0000-0000-0000-000000000000}"/>
          </ac:spMkLst>
        </pc:spChg>
        <pc:spChg chg="mod">
          <ac:chgData name="Riccardo Berta" userId="c8694f89-bba4-4576-b0a8-456619ca5a8c" providerId="ADAL" clId="{24B12AB0-45C3-AF48-839F-E0B604097501}" dt="2023-03-02T16:54:35.673" v="2792" actId="20577"/>
          <ac:spMkLst>
            <pc:docMk/>
            <pc:sldMk cId="299304515" sldId="300"/>
            <ac:spMk id="84" creationId="{00000000-0000-0000-0000-000000000000}"/>
          </ac:spMkLst>
        </pc:spChg>
        <pc:picChg chg="del">
          <ac:chgData name="Riccardo Berta" userId="c8694f89-bba4-4576-b0a8-456619ca5a8c" providerId="ADAL" clId="{24B12AB0-45C3-AF48-839F-E0B604097501}" dt="2023-03-02T16:51:03.792" v="2709" actId="478"/>
          <ac:picMkLst>
            <pc:docMk/>
            <pc:sldMk cId="299304515" sldId="300"/>
            <ac:picMk id="2" creationId="{CE81AF06-F13C-D05E-AB90-F56BA05BB0A8}"/>
          </ac:picMkLst>
        </pc:picChg>
        <pc:picChg chg="del">
          <ac:chgData name="Riccardo Berta" userId="c8694f89-bba4-4576-b0a8-456619ca5a8c" providerId="ADAL" clId="{24B12AB0-45C3-AF48-839F-E0B604097501}" dt="2023-03-02T16:51:04.597" v="2710" actId="478"/>
          <ac:picMkLst>
            <pc:docMk/>
            <pc:sldMk cId="299304515" sldId="300"/>
            <ac:picMk id="5" creationId="{F1D89D95-183B-D0D4-8765-573266DD2E10}"/>
          </ac:picMkLst>
        </pc:picChg>
        <pc:picChg chg="del">
          <ac:chgData name="Riccardo Berta" userId="c8694f89-bba4-4576-b0a8-456619ca5a8c" providerId="ADAL" clId="{24B12AB0-45C3-AF48-839F-E0B604097501}" dt="2023-03-02T16:51:10.527" v="2713" actId="478"/>
          <ac:picMkLst>
            <pc:docMk/>
            <pc:sldMk cId="299304515" sldId="300"/>
            <ac:picMk id="6" creationId="{DBF9B663-C2FE-0DBE-F504-FA72D93B0A7E}"/>
          </ac:picMkLst>
        </pc:picChg>
        <pc:picChg chg="del">
          <ac:chgData name="Riccardo Berta" userId="c8694f89-bba4-4576-b0a8-456619ca5a8c" providerId="ADAL" clId="{24B12AB0-45C3-AF48-839F-E0B604097501}" dt="2023-03-02T16:51:05.166" v="2711" actId="478"/>
          <ac:picMkLst>
            <pc:docMk/>
            <pc:sldMk cId="299304515" sldId="300"/>
            <ac:picMk id="2050" creationId="{50FE60E1-3500-BA11-615F-6EE2D4C145FC}"/>
          </ac:picMkLst>
        </pc:picChg>
      </pc:sldChg>
      <pc:sldChg chg="new del">
        <pc:chgData name="Riccardo Berta" userId="c8694f89-bba4-4576-b0a8-456619ca5a8c" providerId="ADAL" clId="{24B12AB0-45C3-AF48-839F-E0B604097501}" dt="2023-03-02T16:29:05.100" v="2311" actId="2696"/>
        <pc:sldMkLst>
          <pc:docMk/>
          <pc:sldMk cId="1816911708" sldId="300"/>
        </pc:sldMkLst>
      </pc:sldChg>
      <pc:sldChg chg="add del">
        <pc:chgData name="Riccardo Berta" userId="c8694f89-bba4-4576-b0a8-456619ca5a8c" providerId="ADAL" clId="{24B12AB0-45C3-AF48-839F-E0B604097501}" dt="2023-03-02T16:50:12.746" v="2659"/>
        <pc:sldMkLst>
          <pc:docMk/>
          <pc:sldMk cId="2095389988" sldId="300"/>
        </pc:sldMkLst>
      </pc:sldChg>
    </pc:docChg>
  </pc:docChgLst>
  <pc:docChgLst>
    <pc:chgData name="Riccardo Berta" userId="c8694f89-bba4-4576-b0a8-456619ca5a8c" providerId="ADAL" clId="{BB313934-00E8-AF43-88F0-EEB6DAC44355}"/>
    <pc:docChg chg="custSel delSld modSld">
      <pc:chgData name="Riccardo Berta" userId="c8694f89-bba4-4576-b0a8-456619ca5a8c" providerId="ADAL" clId="{BB313934-00E8-AF43-88F0-EEB6DAC44355}" dt="2022-12-16T09:21:47.859" v="45" actId="478"/>
      <pc:docMkLst>
        <pc:docMk/>
      </pc:docMkLst>
      <pc:sldChg chg="modSp mod">
        <pc:chgData name="Riccardo Berta" userId="c8694f89-bba4-4576-b0a8-456619ca5a8c" providerId="ADAL" clId="{BB313934-00E8-AF43-88F0-EEB6DAC44355}" dt="2022-12-16T09:21:16.231" v="3" actId="20577"/>
        <pc:sldMkLst>
          <pc:docMk/>
          <pc:sldMk cId="0" sldId="256"/>
        </pc:sldMkLst>
        <pc:spChg chg="mod">
          <ac:chgData name="Riccardo Berta" userId="c8694f89-bba4-4576-b0a8-456619ca5a8c" providerId="ADAL" clId="{BB313934-00E8-AF43-88F0-EEB6DAC44355}" dt="2022-12-16T09:21:16.231" v="3" actId="20577"/>
          <ac:spMkLst>
            <pc:docMk/>
            <pc:sldMk cId="0" sldId="256"/>
            <ac:spMk id="62" creationId="{00000000-0000-0000-0000-000000000000}"/>
          </ac:spMkLst>
        </pc:spChg>
      </pc:sldChg>
      <pc:sldChg chg="modSp mod">
        <pc:chgData name="Riccardo Berta" userId="c8694f89-bba4-4576-b0a8-456619ca5a8c" providerId="ADAL" clId="{BB313934-00E8-AF43-88F0-EEB6DAC44355}" dt="2022-12-16T09:21:20.500" v="7" actId="20577"/>
        <pc:sldMkLst>
          <pc:docMk/>
          <pc:sldMk cId="0" sldId="264"/>
        </pc:sldMkLst>
        <pc:spChg chg="mod">
          <ac:chgData name="Riccardo Berta" userId="c8694f89-bba4-4576-b0a8-456619ca5a8c" providerId="ADAL" clId="{BB313934-00E8-AF43-88F0-EEB6DAC44355}" dt="2022-12-16T09:21:20.500" v="7" actId="20577"/>
          <ac:spMkLst>
            <pc:docMk/>
            <pc:sldMk cId="0" sldId="264"/>
            <ac:spMk id="84" creationId="{00000000-0000-0000-0000-000000000000}"/>
          </ac:spMkLst>
        </pc:spChg>
      </pc:sldChg>
      <pc:sldChg chg="modSp mod">
        <pc:chgData name="Riccardo Berta" userId="c8694f89-bba4-4576-b0a8-456619ca5a8c" providerId="ADAL" clId="{BB313934-00E8-AF43-88F0-EEB6DAC44355}" dt="2022-12-16T09:21:28.592" v="15" actId="20577"/>
        <pc:sldMkLst>
          <pc:docMk/>
          <pc:sldMk cId="2056707301" sldId="265"/>
        </pc:sldMkLst>
        <pc:spChg chg="mod">
          <ac:chgData name="Riccardo Berta" userId="c8694f89-bba4-4576-b0a8-456619ca5a8c" providerId="ADAL" clId="{BB313934-00E8-AF43-88F0-EEB6DAC44355}" dt="2022-12-16T09:21:25.378" v="11" actId="20577"/>
          <ac:spMkLst>
            <pc:docMk/>
            <pc:sldMk cId="2056707301" sldId="265"/>
            <ac:spMk id="83" creationId="{00000000-0000-0000-0000-000000000000}"/>
          </ac:spMkLst>
        </pc:spChg>
        <pc:spChg chg="mod">
          <ac:chgData name="Riccardo Berta" userId="c8694f89-bba4-4576-b0a8-456619ca5a8c" providerId="ADAL" clId="{BB313934-00E8-AF43-88F0-EEB6DAC44355}" dt="2022-12-16T09:21:28.592" v="15" actId="20577"/>
          <ac:spMkLst>
            <pc:docMk/>
            <pc:sldMk cId="2056707301" sldId="265"/>
            <ac:spMk id="84" creationId="{00000000-0000-0000-0000-000000000000}"/>
          </ac:spMkLst>
        </pc:spChg>
      </pc:sldChg>
      <pc:sldChg chg="del">
        <pc:chgData name="Riccardo Berta" userId="c8694f89-bba4-4576-b0a8-456619ca5a8c" providerId="ADAL" clId="{BB313934-00E8-AF43-88F0-EEB6DAC44355}" dt="2022-12-16T09:21:30.388" v="16" actId="2696"/>
        <pc:sldMkLst>
          <pc:docMk/>
          <pc:sldMk cId="1146853789" sldId="266"/>
        </pc:sldMkLst>
      </pc:sldChg>
      <pc:sldChg chg="del">
        <pc:chgData name="Riccardo Berta" userId="c8694f89-bba4-4576-b0a8-456619ca5a8c" providerId="ADAL" clId="{BB313934-00E8-AF43-88F0-EEB6DAC44355}" dt="2022-12-16T09:21:30.903" v="18" actId="2696"/>
        <pc:sldMkLst>
          <pc:docMk/>
          <pc:sldMk cId="3383656126" sldId="267"/>
        </pc:sldMkLst>
      </pc:sldChg>
      <pc:sldChg chg="del">
        <pc:chgData name="Riccardo Berta" userId="c8694f89-bba4-4576-b0a8-456619ca5a8c" providerId="ADAL" clId="{BB313934-00E8-AF43-88F0-EEB6DAC44355}" dt="2022-12-16T09:21:31.210" v="19" actId="2696"/>
        <pc:sldMkLst>
          <pc:docMk/>
          <pc:sldMk cId="4001677473" sldId="268"/>
        </pc:sldMkLst>
      </pc:sldChg>
      <pc:sldChg chg="del">
        <pc:chgData name="Riccardo Berta" userId="c8694f89-bba4-4576-b0a8-456619ca5a8c" providerId="ADAL" clId="{BB313934-00E8-AF43-88F0-EEB6DAC44355}" dt="2022-12-16T09:21:31.738" v="20" actId="2696"/>
        <pc:sldMkLst>
          <pc:docMk/>
          <pc:sldMk cId="3775027952" sldId="269"/>
        </pc:sldMkLst>
      </pc:sldChg>
      <pc:sldChg chg="del">
        <pc:chgData name="Riccardo Berta" userId="c8694f89-bba4-4576-b0a8-456619ca5a8c" providerId="ADAL" clId="{BB313934-00E8-AF43-88F0-EEB6DAC44355}" dt="2022-12-16T09:21:32.055" v="21" actId="2696"/>
        <pc:sldMkLst>
          <pc:docMk/>
          <pc:sldMk cId="1310310143" sldId="270"/>
        </pc:sldMkLst>
      </pc:sldChg>
      <pc:sldChg chg="del">
        <pc:chgData name="Riccardo Berta" userId="c8694f89-bba4-4576-b0a8-456619ca5a8c" providerId="ADAL" clId="{BB313934-00E8-AF43-88F0-EEB6DAC44355}" dt="2022-12-16T09:21:33.897" v="27" actId="2696"/>
        <pc:sldMkLst>
          <pc:docMk/>
          <pc:sldMk cId="3840907075" sldId="271"/>
        </pc:sldMkLst>
      </pc:sldChg>
      <pc:sldChg chg="del">
        <pc:chgData name="Riccardo Berta" userId="c8694f89-bba4-4576-b0a8-456619ca5a8c" providerId="ADAL" clId="{BB313934-00E8-AF43-88F0-EEB6DAC44355}" dt="2022-12-16T09:21:30.708" v="17" actId="2696"/>
        <pc:sldMkLst>
          <pc:docMk/>
          <pc:sldMk cId="3791912446" sldId="272"/>
        </pc:sldMkLst>
      </pc:sldChg>
      <pc:sldChg chg="del">
        <pc:chgData name="Riccardo Berta" userId="c8694f89-bba4-4576-b0a8-456619ca5a8c" providerId="ADAL" clId="{BB313934-00E8-AF43-88F0-EEB6DAC44355}" dt="2022-12-16T09:21:32.345" v="22" actId="2696"/>
        <pc:sldMkLst>
          <pc:docMk/>
          <pc:sldMk cId="80569211" sldId="273"/>
        </pc:sldMkLst>
      </pc:sldChg>
      <pc:sldChg chg="del">
        <pc:chgData name="Riccardo Berta" userId="c8694f89-bba4-4576-b0a8-456619ca5a8c" providerId="ADAL" clId="{BB313934-00E8-AF43-88F0-EEB6DAC44355}" dt="2022-12-16T09:21:32.660" v="23" actId="2696"/>
        <pc:sldMkLst>
          <pc:docMk/>
          <pc:sldMk cId="411550242" sldId="274"/>
        </pc:sldMkLst>
      </pc:sldChg>
      <pc:sldChg chg="del">
        <pc:chgData name="Riccardo Berta" userId="c8694f89-bba4-4576-b0a8-456619ca5a8c" providerId="ADAL" clId="{BB313934-00E8-AF43-88F0-EEB6DAC44355}" dt="2022-12-16T09:21:33.024" v="24" actId="2696"/>
        <pc:sldMkLst>
          <pc:docMk/>
          <pc:sldMk cId="1497503087" sldId="275"/>
        </pc:sldMkLst>
      </pc:sldChg>
      <pc:sldChg chg="del">
        <pc:chgData name="Riccardo Berta" userId="c8694f89-bba4-4576-b0a8-456619ca5a8c" providerId="ADAL" clId="{BB313934-00E8-AF43-88F0-EEB6DAC44355}" dt="2022-12-16T09:21:33.372" v="25" actId="2696"/>
        <pc:sldMkLst>
          <pc:docMk/>
          <pc:sldMk cId="189339524" sldId="276"/>
        </pc:sldMkLst>
      </pc:sldChg>
      <pc:sldChg chg="del">
        <pc:chgData name="Riccardo Berta" userId="c8694f89-bba4-4576-b0a8-456619ca5a8c" providerId="ADAL" clId="{BB313934-00E8-AF43-88F0-EEB6DAC44355}" dt="2022-12-16T09:21:33.661" v="26" actId="2696"/>
        <pc:sldMkLst>
          <pc:docMk/>
          <pc:sldMk cId="3867073266" sldId="277"/>
        </pc:sldMkLst>
      </pc:sldChg>
      <pc:sldChg chg="del">
        <pc:chgData name="Riccardo Berta" userId="c8694f89-bba4-4576-b0a8-456619ca5a8c" providerId="ADAL" clId="{BB313934-00E8-AF43-88F0-EEB6DAC44355}" dt="2022-12-16T09:21:38.937" v="38" actId="2696"/>
        <pc:sldMkLst>
          <pc:docMk/>
          <pc:sldMk cId="2178928758" sldId="278"/>
        </pc:sldMkLst>
      </pc:sldChg>
      <pc:sldChg chg="del">
        <pc:chgData name="Riccardo Berta" userId="c8694f89-bba4-4576-b0a8-456619ca5a8c" providerId="ADAL" clId="{BB313934-00E8-AF43-88F0-EEB6DAC44355}" dt="2022-12-16T09:21:38.412" v="37" actId="2696"/>
        <pc:sldMkLst>
          <pc:docMk/>
          <pc:sldMk cId="2509645545" sldId="279"/>
        </pc:sldMkLst>
      </pc:sldChg>
      <pc:sldChg chg="delSp modSp mod">
        <pc:chgData name="Riccardo Berta" userId="c8694f89-bba4-4576-b0a8-456619ca5a8c" providerId="ADAL" clId="{BB313934-00E8-AF43-88F0-EEB6DAC44355}" dt="2022-12-16T09:21:47.859" v="45" actId="478"/>
        <pc:sldMkLst>
          <pc:docMk/>
          <pc:sldMk cId="1073505695" sldId="280"/>
        </pc:sldMkLst>
        <pc:spChg chg="mod">
          <ac:chgData name="Riccardo Berta" userId="c8694f89-bba4-4576-b0a8-456619ca5a8c" providerId="ADAL" clId="{BB313934-00E8-AF43-88F0-EEB6DAC44355}" dt="2022-12-16T09:21:46.794" v="44" actId="20577"/>
          <ac:spMkLst>
            <pc:docMk/>
            <pc:sldMk cId="1073505695" sldId="280"/>
            <ac:spMk id="84" creationId="{00000000-0000-0000-0000-000000000000}"/>
          </ac:spMkLst>
        </pc:spChg>
        <pc:picChg chg="del">
          <ac:chgData name="Riccardo Berta" userId="c8694f89-bba4-4576-b0a8-456619ca5a8c" providerId="ADAL" clId="{BB313934-00E8-AF43-88F0-EEB6DAC44355}" dt="2022-12-16T09:21:43.888" v="43" actId="478"/>
          <ac:picMkLst>
            <pc:docMk/>
            <pc:sldMk cId="1073505695" sldId="280"/>
            <ac:picMk id="3" creationId="{FA939A29-95AA-C12B-A415-81D0BA373123}"/>
          </ac:picMkLst>
        </pc:picChg>
        <pc:picChg chg="del">
          <ac:chgData name="Riccardo Berta" userId="c8694f89-bba4-4576-b0a8-456619ca5a8c" providerId="ADAL" clId="{BB313934-00E8-AF43-88F0-EEB6DAC44355}" dt="2022-12-16T09:21:47.859" v="45" actId="478"/>
          <ac:picMkLst>
            <pc:docMk/>
            <pc:sldMk cId="1073505695" sldId="280"/>
            <ac:picMk id="5" creationId="{05C16011-9F8D-F647-EAC6-509C6AA49CC3}"/>
          </ac:picMkLst>
        </pc:picChg>
      </pc:sldChg>
      <pc:sldChg chg="del">
        <pc:chgData name="Riccardo Berta" userId="c8694f89-bba4-4576-b0a8-456619ca5a8c" providerId="ADAL" clId="{BB313934-00E8-AF43-88F0-EEB6DAC44355}" dt="2022-12-16T09:21:34.582" v="28" actId="2696"/>
        <pc:sldMkLst>
          <pc:docMk/>
          <pc:sldMk cId="3158693030" sldId="284"/>
        </pc:sldMkLst>
      </pc:sldChg>
      <pc:sldChg chg="del">
        <pc:chgData name="Riccardo Berta" userId="c8694f89-bba4-4576-b0a8-456619ca5a8c" providerId="ADAL" clId="{BB313934-00E8-AF43-88F0-EEB6DAC44355}" dt="2022-12-16T09:21:34.868" v="29" actId="2696"/>
        <pc:sldMkLst>
          <pc:docMk/>
          <pc:sldMk cId="2315955737" sldId="285"/>
        </pc:sldMkLst>
      </pc:sldChg>
      <pc:sldChg chg="del">
        <pc:chgData name="Riccardo Berta" userId="c8694f89-bba4-4576-b0a8-456619ca5a8c" providerId="ADAL" clId="{BB313934-00E8-AF43-88F0-EEB6DAC44355}" dt="2022-12-16T09:21:35.088" v="30" actId="2696"/>
        <pc:sldMkLst>
          <pc:docMk/>
          <pc:sldMk cId="2279489737" sldId="286"/>
        </pc:sldMkLst>
      </pc:sldChg>
      <pc:sldChg chg="del">
        <pc:chgData name="Riccardo Berta" userId="c8694f89-bba4-4576-b0a8-456619ca5a8c" providerId="ADAL" clId="{BB313934-00E8-AF43-88F0-EEB6DAC44355}" dt="2022-12-16T09:21:35.918" v="32" actId="2696"/>
        <pc:sldMkLst>
          <pc:docMk/>
          <pc:sldMk cId="4193766810" sldId="287"/>
        </pc:sldMkLst>
      </pc:sldChg>
      <pc:sldChg chg="del">
        <pc:chgData name="Riccardo Berta" userId="c8694f89-bba4-4576-b0a8-456619ca5a8c" providerId="ADAL" clId="{BB313934-00E8-AF43-88F0-EEB6DAC44355}" dt="2022-12-16T09:21:36.362" v="33" actId="2696"/>
        <pc:sldMkLst>
          <pc:docMk/>
          <pc:sldMk cId="3981929228" sldId="288"/>
        </pc:sldMkLst>
      </pc:sldChg>
      <pc:sldChg chg="del">
        <pc:chgData name="Riccardo Berta" userId="c8694f89-bba4-4576-b0a8-456619ca5a8c" providerId="ADAL" clId="{BB313934-00E8-AF43-88F0-EEB6DAC44355}" dt="2022-12-16T09:21:37.252" v="34" actId="2696"/>
        <pc:sldMkLst>
          <pc:docMk/>
          <pc:sldMk cId="4281954021" sldId="289"/>
        </pc:sldMkLst>
      </pc:sldChg>
      <pc:sldChg chg="del">
        <pc:chgData name="Riccardo Berta" userId="c8694f89-bba4-4576-b0a8-456619ca5a8c" providerId="ADAL" clId="{BB313934-00E8-AF43-88F0-EEB6DAC44355}" dt="2022-12-16T09:21:37.523" v="35" actId="2696"/>
        <pc:sldMkLst>
          <pc:docMk/>
          <pc:sldMk cId="342907949" sldId="290"/>
        </pc:sldMkLst>
      </pc:sldChg>
      <pc:sldChg chg="del">
        <pc:chgData name="Riccardo Berta" userId="c8694f89-bba4-4576-b0a8-456619ca5a8c" providerId="ADAL" clId="{BB313934-00E8-AF43-88F0-EEB6DAC44355}" dt="2022-12-16T09:21:37.868" v="36" actId="2696"/>
        <pc:sldMkLst>
          <pc:docMk/>
          <pc:sldMk cId="1120693371" sldId="292"/>
        </pc:sldMkLst>
      </pc:sldChg>
      <pc:sldChg chg="del">
        <pc:chgData name="Riccardo Berta" userId="c8694f89-bba4-4576-b0a8-456619ca5a8c" providerId="ADAL" clId="{BB313934-00E8-AF43-88F0-EEB6DAC44355}" dt="2022-12-16T09:21:35.541" v="31" actId="2696"/>
        <pc:sldMkLst>
          <pc:docMk/>
          <pc:sldMk cId="3495919440" sldId="293"/>
        </pc:sldMkLst>
      </pc:sldChg>
    </pc:docChg>
  </pc:docChgLst>
  <pc:docChgLst>
    <pc:chgData name="Riccardo Berta" userId="c8694f89-bba4-4576-b0a8-456619ca5a8c" providerId="ADAL" clId="{6B95B75C-4B8B-5F49-8EBF-7AC7EA684411}"/>
    <pc:docChg chg="modSld sldOrd">
      <pc:chgData name="Riccardo Berta" userId="c8694f89-bba4-4576-b0a8-456619ca5a8c" providerId="ADAL" clId="{6B95B75C-4B8B-5F49-8EBF-7AC7EA684411}" dt="2023-05-15T09:03:32.996" v="68" actId="20577"/>
      <pc:docMkLst>
        <pc:docMk/>
      </pc:docMkLst>
      <pc:sldChg chg="modSp mod">
        <pc:chgData name="Riccardo Berta" userId="c8694f89-bba4-4576-b0a8-456619ca5a8c" providerId="ADAL" clId="{6B95B75C-4B8B-5F49-8EBF-7AC7EA684411}" dt="2023-05-15T07:46:14.903" v="1" actId="20577"/>
        <pc:sldMkLst>
          <pc:docMk/>
          <pc:sldMk cId="2056707301" sldId="265"/>
        </pc:sldMkLst>
        <pc:spChg chg="mod">
          <ac:chgData name="Riccardo Berta" userId="c8694f89-bba4-4576-b0a8-456619ca5a8c" providerId="ADAL" clId="{6B95B75C-4B8B-5F49-8EBF-7AC7EA684411}" dt="2023-05-15T07:46:14.903" v="1" actId="20577"/>
          <ac:spMkLst>
            <pc:docMk/>
            <pc:sldMk cId="2056707301" sldId="265"/>
            <ac:spMk id="84" creationId="{00000000-0000-0000-0000-000000000000}"/>
          </ac:spMkLst>
        </pc:spChg>
      </pc:sldChg>
      <pc:sldChg chg="modSp mod">
        <pc:chgData name="Riccardo Berta" userId="c8694f89-bba4-4576-b0a8-456619ca5a8c" providerId="ADAL" clId="{6B95B75C-4B8B-5F49-8EBF-7AC7EA684411}" dt="2023-05-15T07:48:11.967" v="2" actId="20577"/>
        <pc:sldMkLst>
          <pc:docMk/>
          <pc:sldMk cId="3698834646" sldId="281"/>
        </pc:sldMkLst>
        <pc:spChg chg="mod">
          <ac:chgData name="Riccardo Berta" userId="c8694f89-bba4-4576-b0a8-456619ca5a8c" providerId="ADAL" clId="{6B95B75C-4B8B-5F49-8EBF-7AC7EA684411}" dt="2023-05-15T07:48:11.967" v="2" actId="20577"/>
          <ac:spMkLst>
            <pc:docMk/>
            <pc:sldMk cId="3698834646" sldId="281"/>
            <ac:spMk id="84" creationId="{00000000-0000-0000-0000-000000000000}"/>
          </ac:spMkLst>
        </pc:spChg>
      </pc:sldChg>
      <pc:sldChg chg="modSp mod">
        <pc:chgData name="Riccardo Berta" userId="c8694f89-bba4-4576-b0a8-456619ca5a8c" providerId="ADAL" clId="{6B95B75C-4B8B-5F49-8EBF-7AC7EA684411}" dt="2023-05-15T07:53:12.778" v="21" actId="20577"/>
        <pc:sldMkLst>
          <pc:docMk/>
          <pc:sldMk cId="3780014650" sldId="284"/>
        </pc:sldMkLst>
        <pc:spChg chg="mod">
          <ac:chgData name="Riccardo Berta" userId="c8694f89-bba4-4576-b0a8-456619ca5a8c" providerId="ADAL" clId="{6B95B75C-4B8B-5F49-8EBF-7AC7EA684411}" dt="2023-05-15T07:53:12.778" v="21" actId="20577"/>
          <ac:spMkLst>
            <pc:docMk/>
            <pc:sldMk cId="3780014650" sldId="284"/>
            <ac:spMk id="84" creationId="{00000000-0000-0000-0000-000000000000}"/>
          </ac:spMkLst>
        </pc:spChg>
      </pc:sldChg>
      <pc:sldChg chg="ord">
        <pc:chgData name="Riccardo Berta" userId="c8694f89-bba4-4576-b0a8-456619ca5a8c" providerId="ADAL" clId="{6B95B75C-4B8B-5F49-8EBF-7AC7EA684411}" dt="2023-05-15T08:26:16.729" v="22" actId="20578"/>
        <pc:sldMkLst>
          <pc:docMk/>
          <pc:sldMk cId="1332231744" sldId="286"/>
        </pc:sldMkLst>
      </pc:sldChg>
      <pc:sldChg chg="modSp mod">
        <pc:chgData name="Riccardo Berta" userId="c8694f89-bba4-4576-b0a8-456619ca5a8c" providerId="ADAL" clId="{6B95B75C-4B8B-5F49-8EBF-7AC7EA684411}" dt="2023-05-15T08:40:42.006" v="27" actId="20577"/>
        <pc:sldMkLst>
          <pc:docMk/>
          <pc:sldMk cId="3306859583" sldId="290"/>
        </pc:sldMkLst>
        <pc:spChg chg="mod">
          <ac:chgData name="Riccardo Berta" userId="c8694f89-bba4-4576-b0a8-456619ca5a8c" providerId="ADAL" clId="{6B95B75C-4B8B-5F49-8EBF-7AC7EA684411}" dt="2023-05-15T08:40:42.006" v="27" actId="20577"/>
          <ac:spMkLst>
            <pc:docMk/>
            <pc:sldMk cId="3306859583" sldId="290"/>
            <ac:spMk id="84" creationId="{00000000-0000-0000-0000-000000000000}"/>
          </ac:spMkLst>
        </pc:spChg>
      </pc:sldChg>
      <pc:sldChg chg="modSp mod">
        <pc:chgData name="Riccardo Berta" userId="c8694f89-bba4-4576-b0a8-456619ca5a8c" providerId="ADAL" clId="{6B95B75C-4B8B-5F49-8EBF-7AC7EA684411}" dt="2023-05-15T08:42:26.521" v="38" actId="1038"/>
        <pc:sldMkLst>
          <pc:docMk/>
          <pc:sldMk cId="244795277" sldId="291"/>
        </pc:sldMkLst>
        <pc:picChg chg="mod">
          <ac:chgData name="Riccardo Berta" userId="c8694f89-bba4-4576-b0a8-456619ca5a8c" providerId="ADAL" clId="{6B95B75C-4B8B-5F49-8EBF-7AC7EA684411}" dt="2023-05-15T08:42:26.521" v="38" actId="1038"/>
          <ac:picMkLst>
            <pc:docMk/>
            <pc:sldMk cId="244795277" sldId="291"/>
            <ac:picMk id="7" creationId="{BB761B06-8B19-B48D-1FB2-DBC00CCB4C6D}"/>
          </ac:picMkLst>
        </pc:picChg>
      </pc:sldChg>
      <pc:sldChg chg="modSp mod">
        <pc:chgData name="Riccardo Berta" userId="c8694f89-bba4-4576-b0a8-456619ca5a8c" providerId="ADAL" clId="{6B95B75C-4B8B-5F49-8EBF-7AC7EA684411}" dt="2023-05-15T08:56:43.977" v="44" actId="20577"/>
        <pc:sldMkLst>
          <pc:docMk/>
          <pc:sldMk cId="497513859" sldId="294"/>
        </pc:sldMkLst>
        <pc:spChg chg="mod">
          <ac:chgData name="Riccardo Berta" userId="c8694f89-bba4-4576-b0a8-456619ca5a8c" providerId="ADAL" clId="{6B95B75C-4B8B-5F49-8EBF-7AC7EA684411}" dt="2023-05-15T08:56:43.977" v="44" actId="20577"/>
          <ac:spMkLst>
            <pc:docMk/>
            <pc:sldMk cId="497513859" sldId="294"/>
            <ac:spMk id="84" creationId="{00000000-0000-0000-0000-000000000000}"/>
          </ac:spMkLst>
        </pc:spChg>
      </pc:sldChg>
      <pc:sldChg chg="modSp mod">
        <pc:chgData name="Riccardo Berta" userId="c8694f89-bba4-4576-b0a8-456619ca5a8c" providerId="ADAL" clId="{6B95B75C-4B8B-5F49-8EBF-7AC7EA684411}" dt="2023-05-15T09:03:32.996" v="68" actId="20577"/>
        <pc:sldMkLst>
          <pc:docMk/>
          <pc:sldMk cId="3998146946" sldId="296"/>
        </pc:sldMkLst>
        <pc:spChg chg="mod">
          <ac:chgData name="Riccardo Berta" userId="c8694f89-bba4-4576-b0a8-456619ca5a8c" providerId="ADAL" clId="{6B95B75C-4B8B-5F49-8EBF-7AC7EA684411}" dt="2023-05-15T09:03:32.996" v="68" actId="20577"/>
          <ac:spMkLst>
            <pc:docMk/>
            <pc:sldMk cId="3998146946" sldId="296"/>
            <ac:spMk id="84" creationId="{00000000-0000-0000-0000-000000000000}"/>
          </ac:spMkLst>
        </pc:spChg>
        <pc:picChg chg="mod">
          <ac:chgData name="Riccardo Berta" userId="c8694f89-bba4-4576-b0a8-456619ca5a8c" providerId="ADAL" clId="{6B95B75C-4B8B-5F49-8EBF-7AC7EA684411}" dt="2023-05-15T09:03:28.760" v="60" actId="1076"/>
          <ac:picMkLst>
            <pc:docMk/>
            <pc:sldMk cId="3998146946" sldId="296"/>
            <ac:picMk id="3" creationId="{4828F9D8-99DB-31AE-6FE8-3E21C31C9C7B}"/>
          </ac:picMkLst>
        </pc:picChg>
      </pc:sldChg>
    </pc:docChg>
  </pc:docChgLst>
  <pc:docChgLst>
    <pc:chgData name="Riccardo Berta" userId="c8694f89-bba4-4576-b0a8-456619ca5a8c" providerId="ADAL" clId="{8DFB5BC6-994B-3141-98E9-85AB63727E49}"/>
    <pc:docChg chg="custSel modSld">
      <pc:chgData name="Riccardo Berta" userId="c8694f89-bba4-4576-b0a8-456619ca5a8c" providerId="ADAL" clId="{8DFB5BC6-994B-3141-98E9-85AB63727E49}" dt="2022-11-16T10:18:44.146" v="52" actId="767"/>
      <pc:docMkLst>
        <pc:docMk/>
      </pc:docMkLst>
      <pc:sldChg chg="addSp modSp">
        <pc:chgData name="Riccardo Berta" userId="c8694f89-bba4-4576-b0a8-456619ca5a8c" providerId="ADAL" clId="{8DFB5BC6-994B-3141-98E9-85AB63727E49}" dt="2022-11-16T10:18:44.146" v="52" actId="767"/>
        <pc:sldMkLst>
          <pc:docMk/>
          <pc:sldMk cId="0" sldId="256"/>
        </pc:sldMkLst>
        <pc:spChg chg="add mod">
          <ac:chgData name="Riccardo Berta" userId="c8694f89-bba4-4576-b0a8-456619ca5a8c" providerId="ADAL" clId="{8DFB5BC6-994B-3141-98E9-85AB63727E49}" dt="2022-11-16T10:18:44.146" v="52" actId="767"/>
          <ac:spMkLst>
            <pc:docMk/>
            <pc:sldMk cId="0" sldId="256"/>
            <ac:spMk id="2" creationId="{15B4D833-F59D-26E4-3DCB-AF8E72E5F3AE}"/>
          </ac:spMkLst>
        </pc:spChg>
      </pc:sldChg>
      <pc:sldChg chg="modSp mod">
        <pc:chgData name="Riccardo Berta" userId="c8694f89-bba4-4576-b0a8-456619ca5a8c" providerId="ADAL" clId="{8DFB5BC6-994B-3141-98E9-85AB63727E49}" dt="2022-11-16T07:05:41.682" v="17" actId="1076"/>
        <pc:sldMkLst>
          <pc:docMk/>
          <pc:sldMk cId="411550242" sldId="274"/>
        </pc:sldMkLst>
        <pc:spChg chg="mod">
          <ac:chgData name="Riccardo Berta" userId="c8694f89-bba4-4576-b0a8-456619ca5a8c" providerId="ADAL" clId="{8DFB5BC6-994B-3141-98E9-85AB63727E49}" dt="2022-11-16T07:05:35.886" v="16" actId="20577"/>
          <ac:spMkLst>
            <pc:docMk/>
            <pc:sldMk cId="411550242" sldId="274"/>
            <ac:spMk id="84" creationId="{00000000-0000-0000-0000-000000000000}"/>
          </ac:spMkLst>
        </pc:spChg>
        <pc:picChg chg="mod">
          <ac:chgData name="Riccardo Berta" userId="c8694f89-bba4-4576-b0a8-456619ca5a8c" providerId="ADAL" clId="{8DFB5BC6-994B-3141-98E9-85AB63727E49}" dt="2022-11-16T07:05:41.682" v="17" actId="1076"/>
          <ac:picMkLst>
            <pc:docMk/>
            <pc:sldMk cId="411550242" sldId="274"/>
            <ac:picMk id="3" creationId="{30EC4DDD-F5AC-A253-9088-288CB536E14A}"/>
          </ac:picMkLst>
        </pc:picChg>
      </pc:sldChg>
      <pc:sldChg chg="addSp delSp modSp mod">
        <pc:chgData name="Riccardo Berta" userId="c8694f89-bba4-4576-b0a8-456619ca5a8c" providerId="ADAL" clId="{8DFB5BC6-994B-3141-98E9-85AB63727E49}" dt="2022-11-16T07:09:07.896" v="26" actId="164"/>
        <pc:sldMkLst>
          <pc:docMk/>
          <pc:sldMk cId="189339524" sldId="276"/>
        </pc:sldMkLst>
        <pc:spChg chg="add mod">
          <ac:chgData name="Riccardo Berta" userId="c8694f89-bba4-4576-b0a8-456619ca5a8c" providerId="ADAL" clId="{8DFB5BC6-994B-3141-98E9-85AB63727E49}" dt="2022-11-16T07:09:07.896" v="26" actId="164"/>
          <ac:spMkLst>
            <pc:docMk/>
            <pc:sldMk cId="189339524" sldId="276"/>
            <ac:spMk id="5" creationId="{6B54A3EF-17A4-EC75-DCD7-4C36AEB81CAB}"/>
          </ac:spMkLst>
        </pc:spChg>
        <pc:grpChg chg="add mod">
          <ac:chgData name="Riccardo Berta" userId="c8694f89-bba4-4576-b0a8-456619ca5a8c" providerId="ADAL" clId="{8DFB5BC6-994B-3141-98E9-85AB63727E49}" dt="2022-11-16T07:09:07.896" v="26" actId="164"/>
          <ac:grpSpMkLst>
            <pc:docMk/>
            <pc:sldMk cId="189339524" sldId="276"/>
            <ac:grpSpMk id="6" creationId="{AB8A274B-DA7A-BD97-B8F9-838C6028EDE9}"/>
          </ac:grpSpMkLst>
        </pc:grpChg>
        <pc:picChg chg="del">
          <ac:chgData name="Riccardo Berta" userId="c8694f89-bba4-4576-b0a8-456619ca5a8c" providerId="ADAL" clId="{8DFB5BC6-994B-3141-98E9-85AB63727E49}" dt="2022-11-16T07:08:27.738" v="18" actId="478"/>
          <ac:picMkLst>
            <pc:docMk/>
            <pc:sldMk cId="189339524" sldId="276"/>
            <ac:picMk id="3" creationId="{48A7D41D-F76F-69CC-4E65-FFA311770409}"/>
          </ac:picMkLst>
        </pc:picChg>
        <pc:picChg chg="add mod">
          <ac:chgData name="Riccardo Berta" userId="c8694f89-bba4-4576-b0a8-456619ca5a8c" providerId="ADAL" clId="{8DFB5BC6-994B-3141-98E9-85AB63727E49}" dt="2022-11-16T07:09:07.896" v="26" actId="164"/>
          <ac:picMkLst>
            <pc:docMk/>
            <pc:sldMk cId="189339524" sldId="276"/>
            <ac:picMk id="4" creationId="{C4B6E924-3FF8-516B-8E9D-05D1EE2973D9}"/>
          </ac:picMkLst>
        </pc:picChg>
      </pc:sldChg>
      <pc:sldChg chg="modSp mod">
        <pc:chgData name="Riccardo Berta" userId="c8694f89-bba4-4576-b0a8-456619ca5a8c" providerId="ADAL" clId="{8DFB5BC6-994B-3141-98E9-85AB63727E49}" dt="2022-11-16T07:19:11.122" v="51" actId="20577"/>
        <pc:sldMkLst>
          <pc:docMk/>
          <pc:sldMk cId="2509645545" sldId="279"/>
        </pc:sldMkLst>
        <pc:spChg chg="mod">
          <ac:chgData name="Riccardo Berta" userId="c8694f89-bba4-4576-b0a8-456619ca5a8c" providerId="ADAL" clId="{8DFB5BC6-994B-3141-98E9-85AB63727E49}" dt="2022-11-16T07:19:11.122" v="51" actId="20577"/>
          <ac:spMkLst>
            <pc:docMk/>
            <pc:sldMk cId="2509645545" sldId="279"/>
            <ac:spMk id="84" creationId="{00000000-0000-0000-0000-000000000000}"/>
          </ac:spMkLst>
        </pc:spChg>
      </pc:sldChg>
      <pc:sldChg chg="modSp mod">
        <pc:chgData name="Riccardo Berta" userId="c8694f89-bba4-4576-b0a8-456619ca5a8c" providerId="ADAL" clId="{8DFB5BC6-994B-3141-98E9-85AB63727E49}" dt="2022-11-16T07:13:15.148" v="42" actId="313"/>
        <pc:sldMkLst>
          <pc:docMk/>
          <pc:sldMk cId="2315955737" sldId="285"/>
        </pc:sldMkLst>
        <pc:spChg chg="mod">
          <ac:chgData name="Riccardo Berta" userId="c8694f89-bba4-4576-b0a8-456619ca5a8c" providerId="ADAL" clId="{8DFB5BC6-994B-3141-98E9-85AB63727E49}" dt="2022-11-16T07:13:15.148" v="42" actId="313"/>
          <ac:spMkLst>
            <pc:docMk/>
            <pc:sldMk cId="2315955737" sldId="285"/>
            <ac:spMk id="84" creationId="{00000000-0000-0000-0000-000000000000}"/>
          </ac:spMkLst>
        </pc:spChg>
      </pc:sldChg>
      <pc:sldChg chg="modSp mod">
        <pc:chgData name="Riccardo Berta" userId="c8694f89-bba4-4576-b0a8-456619ca5a8c" providerId="ADAL" clId="{8DFB5BC6-994B-3141-98E9-85AB63727E49}" dt="2022-11-16T07:17:01.671" v="50" actId="1037"/>
        <pc:sldMkLst>
          <pc:docMk/>
          <pc:sldMk cId="342907949" sldId="290"/>
        </pc:sldMkLst>
        <pc:picChg chg="mod">
          <ac:chgData name="Riccardo Berta" userId="c8694f89-bba4-4576-b0a8-456619ca5a8c" providerId="ADAL" clId="{8DFB5BC6-994B-3141-98E9-85AB63727E49}" dt="2022-11-16T07:17:01.671" v="50" actId="1037"/>
          <ac:picMkLst>
            <pc:docMk/>
            <pc:sldMk cId="342907949" sldId="290"/>
            <ac:picMk id="5" creationId="{32FFBFA3-ECA1-D2F1-EE9D-3C8551F7748C}"/>
          </ac:picMkLst>
        </pc:picChg>
      </pc:sldChg>
    </pc:docChg>
  </pc:docChgLst>
  <pc:docChgLst>
    <pc:chgData name="Riccardo Berta" userId="c8694f89-bba4-4576-b0a8-456619ca5a8c" providerId="ADAL" clId="{4967B734-A465-2844-BA15-7FBACE49D2F8}"/>
    <pc:docChg chg="undo redo custSel addSld delSld modSld sldOrd">
      <pc:chgData name="Riccardo Berta" userId="c8694f89-bba4-4576-b0a8-456619ca5a8c" providerId="ADAL" clId="{4967B734-A465-2844-BA15-7FBACE49D2F8}" dt="2022-10-10T05:41:52.141" v="2700" actId="1036"/>
      <pc:docMkLst>
        <pc:docMk/>
      </pc:docMkLst>
      <pc:sldChg chg="modSp mod">
        <pc:chgData name="Riccardo Berta" userId="c8694f89-bba4-4576-b0a8-456619ca5a8c" providerId="ADAL" clId="{4967B734-A465-2844-BA15-7FBACE49D2F8}" dt="2022-10-04T09:21:06.296" v="1514" actId="790"/>
        <pc:sldMkLst>
          <pc:docMk/>
          <pc:sldMk cId="0" sldId="256"/>
        </pc:sldMkLst>
        <pc:spChg chg="mod">
          <ac:chgData name="Riccardo Berta" userId="c8694f89-bba4-4576-b0a8-456619ca5a8c" providerId="ADAL" clId="{4967B734-A465-2844-BA15-7FBACE49D2F8}" dt="2022-10-04T09:21:06.296" v="1514" actId="790"/>
          <ac:spMkLst>
            <pc:docMk/>
            <pc:sldMk cId="0" sldId="256"/>
            <ac:spMk id="62" creationId="{00000000-0000-0000-0000-000000000000}"/>
          </ac:spMkLst>
        </pc:spChg>
      </pc:sldChg>
      <pc:sldChg chg="delSp modSp mod">
        <pc:chgData name="Riccardo Berta" userId="c8694f89-bba4-4576-b0a8-456619ca5a8c" providerId="ADAL" clId="{4967B734-A465-2844-BA15-7FBACE49D2F8}" dt="2022-10-05T05:37:06.487" v="2566" actId="20577"/>
        <pc:sldMkLst>
          <pc:docMk/>
          <pc:sldMk cId="0" sldId="257"/>
        </pc:sldMkLst>
        <pc:spChg chg="mod">
          <ac:chgData name="Riccardo Berta" userId="c8694f89-bba4-4576-b0a8-456619ca5a8c" providerId="ADAL" clId="{4967B734-A465-2844-BA15-7FBACE49D2F8}" dt="2022-10-04T06:59:58.583" v="222" actId="20577"/>
          <ac:spMkLst>
            <pc:docMk/>
            <pc:sldMk cId="0" sldId="257"/>
            <ac:spMk id="83" creationId="{00000000-0000-0000-0000-000000000000}"/>
          </ac:spMkLst>
        </pc:spChg>
        <pc:spChg chg="mod">
          <ac:chgData name="Riccardo Berta" userId="c8694f89-bba4-4576-b0a8-456619ca5a8c" providerId="ADAL" clId="{4967B734-A465-2844-BA15-7FBACE49D2F8}" dt="2022-10-05T05:37:06.487" v="2566" actId="20577"/>
          <ac:spMkLst>
            <pc:docMk/>
            <pc:sldMk cId="0" sldId="257"/>
            <ac:spMk id="84" creationId="{00000000-0000-0000-0000-000000000000}"/>
          </ac:spMkLst>
        </pc:spChg>
        <pc:picChg chg="del">
          <ac:chgData name="Riccardo Berta" userId="c8694f89-bba4-4576-b0a8-456619ca5a8c" providerId="ADAL" clId="{4967B734-A465-2844-BA15-7FBACE49D2F8}" dt="2022-10-04T06:53:54.793" v="41" actId="478"/>
          <ac:picMkLst>
            <pc:docMk/>
            <pc:sldMk cId="0" sldId="257"/>
            <ac:picMk id="2" creationId="{1E81BD5B-9F1C-4180-0225-A6FA7F7521E2}"/>
          </ac:picMkLst>
        </pc:picChg>
      </pc:sldChg>
      <pc:sldChg chg="del">
        <pc:chgData name="Riccardo Berta" userId="c8694f89-bba4-4576-b0a8-456619ca5a8c" providerId="ADAL" clId="{4967B734-A465-2844-BA15-7FBACE49D2F8}" dt="2022-10-04T06:54:03.310" v="50" actId="2696"/>
        <pc:sldMkLst>
          <pc:docMk/>
          <pc:sldMk cId="3018556184" sldId="259"/>
        </pc:sldMkLst>
      </pc:sldChg>
      <pc:sldChg chg="del">
        <pc:chgData name="Riccardo Berta" userId="c8694f89-bba4-4576-b0a8-456619ca5a8c" providerId="ADAL" clId="{4967B734-A465-2844-BA15-7FBACE49D2F8}" dt="2022-10-04T06:54:03.809" v="51" actId="2696"/>
        <pc:sldMkLst>
          <pc:docMk/>
          <pc:sldMk cId="723946338" sldId="261"/>
        </pc:sldMkLst>
      </pc:sldChg>
      <pc:sldChg chg="modSp mod">
        <pc:chgData name="Riccardo Berta" userId="c8694f89-bba4-4576-b0a8-456619ca5a8c" providerId="ADAL" clId="{4967B734-A465-2844-BA15-7FBACE49D2F8}" dt="2022-10-04T09:53:48.313" v="2176" actId="1076"/>
        <pc:sldMkLst>
          <pc:docMk/>
          <pc:sldMk cId="0" sldId="264"/>
        </pc:sldMkLst>
        <pc:spChg chg="mod">
          <ac:chgData name="Riccardo Berta" userId="c8694f89-bba4-4576-b0a8-456619ca5a8c" providerId="ADAL" clId="{4967B734-A465-2844-BA15-7FBACE49D2F8}" dt="2022-10-04T09:53:48.313" v="2176" actId="1076"/>
          <ac:spMkLst>
            <pc:docMk/>
            <pc:sldMk cId="0" sldId="264"/>
            <ac:spMk id="84" creationId="{00000000-0000-0000-0000-000000000000}"/>
          </ac:spMkLst>
        </pc:spChg>
      </pc:sldChg>
      <pc:sldChg chg="del">
        <pc:chgData name="Riccardo Berta" userId="c8694f89-bba4-4576-b0a8-456619ca5a8c" providerId="ADAL" clId="{4967B734-A465-2844-BA15-7FBACE49D2F8}" dt="2022-10-04T06:54:04.269" v="52" actId="2696"/>
        <pc:sldMkLst>
          <pc:docMk/>
          <pc:sldMk cId="2752186034" sldId="265"/>
        </pc:sldMkLst>
      </pc:sldChg>
      <pc:sldChg chg="addSp modSp add mod">
        <pc:chgData name="Riccardo Berta" userId="c8694f89-bba4-4576-b0a8-456619ca5a8c" providerId="ADAL" clId="{4967B734-A465-2844-BA15-7FBACE49D2F8}" dt="2022-10-05T05:38:43.218" v="2573" actId="20577"/>
        <pc:sldMkLst>
          <pc:docMk/>
          <pc:sldMk cId="4260925133" sldId="265"/>
        </pc:sldMkLst>
        <pc:spChg chg="mod">
          <ac:chgData name="Riccardo Berta" userId="c8694f89-bba4-4576-b0a8-456619ca5a8c" providerId="ADAL" clId="{4967B734-A465-2844-BA15-7FBACE49D2F8}" dt="2022-10-04T07:03:57.181" v="300" actId="20577"/>
          <ac:spMkLst>
            <pc:docMk/>
            <pc:sldMk cId="4260925133" sldId="265"/>
            <ac:spMk id="83" creationId="{00000000-0000-0000-0000-000000000000}"/>
          </ac:spMkLst>
        </pc:spChg>
        <pc:spChg chg="mod">
          <ac:chgData name="Riccardo Berta" userId="c8694f89-bba4-4576-b0a8-456619ca5a8c" providerId="ADAL" clId="{4967B734-A465-2844-BA15-7FBACE49D2F8}" dt="2022-10-05T05:38:43.218" v="2573" actId="20577"/>
          <ac:spMkLst>
            <pc:docMk/>
            <pc:sldMk cId="4260925133" sldId="265"/>
            <ac:spMk id="84" creationId="{00000000-0000-0000-0000-000000000000}"/>
          </ac:spMkLst>
        </pc:spChg>
        <pc:picChg chg="add mod">
          <ac:chgData name="Riccardo Berta" userId="c8694f89-bba4-4576-b0a8-456619ca5a8c" providerId="ADAL" clId="{4967B734-A465-2844-BA15-7FBACE49D2F8}" dt="2022-10-04T07:04:48.519" v="307" actId="167"/>
          <ac:picMkLst>
            <pc:docMk/>
            <pc:sldMk cId="4260925133" sldId="265"/>
            <ac:picMk id="3" creationId="{674E15D2-3951-6F58-7582-C0EB4A615F1D}"/>
          </ac:picMkLst>
        </pc:picChg>
      </pc:sldChg>
      <pc:sldChg chg="addSp delSp modSp add mod">
        <pc:chgData name="Riccardo Berta" userId="c8694f89-bba4-4576-b0a8-456619ca5a8c" providerId="ADAL" clId="{4967B734-A465-2844-BA15-7FBACE49D2F8}" dt="2022-10-05T05:43:30.967" v="2628" actId="20577"/>
        <pc:sldMkLst>
          <pc:docMk/>
          <pc:sldMk cId="2074499598" sldId="266"/>
        </pc:sldMkLst>
        <pc:spChg chg="mod">
          <ac:chgData name="Riccardo Berta" userId="c8694f89-bba4-4576-b0a8-456619ca5a8c" providerId="ADAL" clId="{4967B734-A465-2844-BA15-7FBACE49D2F8}" dt="2022-10-04T08:27:30.224" v="813" actId="20577"/>
          <ac:spMkLst>
            <pc:docMk/>
            <pc:sldMk cId="2074499598" sldId="266"/>
            <ac:spMk id="83" creationId="{00000000-0000-0000-0000-000000000000}"/>
          </ac:spMkLst>
        </pc:spChg>
        <pc:spChg chg="mod">
          <ac:chgData name="Riccardo Berta" userId="c8694f89-bba4-4576-b0a8-456619ca5a8c" providerId="ADAL" clId="{4967B734-A465-2844-BA15-7FBACE49D2F8}" dt="2022-10-05T05:43:30.967" v="2628" actId="20577"/>
          <ac:spMkLst>
            <pc:docMk/>
            <pc:sldMk cId="2074499598" sldId="266"/>
            <ac:spMk id="84" creationId="{00000000-0000-0000-0000-000000000000}"/>
          </ac:spMkLst>
        </pc:spChg>
        <pc:picChg chg="add del mod">
          <ac:chgData name="Riccardo Berta" userId="c8694f89-bba4-4576-b0a8-456619ca5a8c" providerId="ADAL" clId="{4967B734-A465-2844-BA15-7FBACE49D2F8}" dt="2022-10-04T08:28:52.112" v="847" actId="478"/>
          <ac:picMkLst>
            <pc:docMk/>
            <pc:sldMk cId="2074499598" sldId="266"/>
            <ac:picMk id="3" creationId="{44D37D90-9379-A202-D5CB-57A361B7ED10}"/>
          </ac:picMkLst>
        </pc:picChg>
      </pc:sldChg>
      <pc:sldChg chg="addSp delSp modSp add mod ord">
        <pc:chgData name="Riccardo Berta" userId="c8694f89-bba4-4576-b0a8-456619ca5a8c" providerId="ADAL" clId="{4967B734-A465-2844-BA15-7FBACE49D2F8}" dt="2022-10-05T05:40:18.404" v="2582" actId="20577"/>
        <pc:sldMkLst>
          <pc:docMk/>
          <pc:sldMk cId="2259674710" sldId="267"/>
        </pc:sldMkLst>
        <pc:spChg chg="mod">
          <ac:chgData name="Riccardo Berta" userId="c8694f89-bba4-4576-b0a8-456619ca5a8c" providerId="ADAL" clId="{4967B734-A465-2844-BA15-7FBACE49D2F8}" dt="2022-10-04T07:10:58.043" v="468" actId="20577"/>
          <ac:spMkLst>
            <pc:docMk/>
            <pc:sldMk cId="2259674710" sldId="267"/>
            <ac:spMk id="83" creationId="{00000000-0000-0000-0000-000000000000}"/>
          </ac:spMkLst>
        </pc:spChg>
        <pc:spChg chg="mod">
          <ac:chgData name="Riccardo Berta" userId="c8694f89-bba4-4576-b0a8-456619ca5a8c" providerId="ADAL" clId="{4967B734-A465-2844-BA15-7FBACE49D2F8}" dt="2022-10-05T05:40:18.404" v="2582" actId="20577"/>
          <ac:spMkLst>
            <pc:docMk/>
            <pc:sldMk cId="2259674710" sldId="267"/>
            <ac:spMk id="84" creationId="{00000000-0000-0000-0000-000000000000}"/>
          </ac:spMkLst>
        </pc:spChg>
        <pc:grpChg chg="add mod">
          <ac:chgData name="Riccardo Berta" userId="c8694f89-bba4-4576-b0a8-456619ca5a8c" providerId="ADAL" clId="{4967B734-A465-2844-BA15-7FBACE49D2F8}" dt="2022-10-04T07:10:46.067" v="451" actId="1076"/>
          <ac:grpSpMkLst>
            <pc:docMk/>
            <pc:sldMk cId="2259674710" sldId="267"/>
            <ac:grpSpMk id="8" creationId="{76E119E0-3152-62BD-BDB3-39042BF2F1A5}"/>
          </ac:grpSpMkLst>
        </pc:grpChg>
        <pc:grpChg chg="add mod">
          <ac:chgData name="Riccardo Berta" userId="c8694f89-bba4-4576-b0a8-456619ca5a8c" providerId="ADAL" clId="{4967B734-A465-2844-BA15-7FBACE49D2F8}" dt="2022-10-04T07:10:41.433" v="450" actId="1076"/>
          <ac:grpSpMkLst>
            <pc:docMk/>
            <pc:sldMk cId="2259674710" sldId="267"/>
            <ac:grpSpMk id="13" creationId="{06C159A0-B8B5-40E9-02ED-983116530DFD}"/>
          </ac:grpSpMkLst>
        </pc:grpChg>
        <pc:picChg chg="add del mod">
          <ac:chgData name="Riccardo Berta" userId="c8694f89-bba4-4576-b0a8-456619ca5a8c" providerId="ADAL" clId="{4967B734-A465-2844-BA15-7FBACE49D2F8}" dt="2022-10-04T07:09:16.200" v="426" actId="478"/>
          <ac:picMkLst>
            <pc:docMk/>
            <pc:sldMk cId="2259674710" sldId="267"/>
            <ac:picMk id="3" creationId="{2ABEDA67-0163-D4F3-A664-9064A870FA11}"/>
          </ac:picMkLst>
        </pc:picChg>
        <pc:picChg chg="add mod">
          <ac:chgData name="Riccardo Berta" userId="c8694f89-bba4-4576-b0a8-456619ca5a8c" providerId="ADAL" clId="{4967B734-A465-2844-BA15-7FBACE49D2F8}" dt="2022-10-04T07:09:56.780" v="438" actId="164"/>
          <ac:picMkLst>
            <pc:docMk/>
            <pc:sldMk cId="2259674710" sldId="267"/>
            <ac:picMk id="5" creationId="{32BFCBAB-B883-C97F-EB56-9BCA8EFD7C98}"/>
          </ac:picMkLst>
        </pc:picChg>
        <pc:picChg chg="add mod">
          <ac:chgData name="Riccardo Berta" userId="c8694f89-bba4-4576-b0a8-456619ca5a8c" providerId="ADAL" clId="{4967B734-A465-2844-BA15-7FBACE49D2F8}" dt="2022-10-04T07:09:56.780" v="438" actId="164"/>
          <ac:picMkLst>
            <pc:docMk/>
            <pc:sldMk cId="2259674710" sldId="267"/>
            <ac:picMk id="7" creationId="{40DBC67E-51C8-0100-997A-3D832D4D8980}"/>
          </ac:picMkLst>
        </pc:picChg>
        <pc:picChg chg="add mod">
          <ac:chgData name="Riccardo Berta" userId="c8694f89-bba4-4576-b0a8-456619ca5a8c" providerId="ADAL" clId="{4967B734-A465-2844-BA15-7FBACE49D2F8}" dt="2022-10-04T07:10:38.910" v="449" actId="164"/>
          <ac:picMkLst>
            <pc:docMk/>
            <pc:sldMk cId="2259674710" sldId="267"/>
            <ac:picMk id="10" creationId="{CE457A6C-F4AE-07DF-22FD-0203427E5E4D}"/>
          </ac:picMkLst>
        </pc:picChg>
        <pc:picChg chg="add mod">
          <ac:chgData name="Riccardo Berta" userId="c8694f89-bba4-4576-b0a8-456619ca5a8c" providerId="ADAL" clId="{4967B734-A465-2844-BA15-7FBACE49D2F8}" dt="2022-10-04T07:10:38.910" v="449" actId="164"/>
          <ac:picMkLst>
            <pc:docMk/>
            <pc:sldMk cId="2259674710" sldId="267"/>
            <ac:picMk id="12" creationId="{C697C6E3-A578-4BB5-2F96-37B0F860D0FA}"/>
          </ac:picMkLst>
        </pc:picChg>
      </pc:sldChg>
      <pc:sldChg chg="addSp delSp modSp add mod ord">
        <pc:chgData name="Riccardo Berta" userId="c8694f89-bba4-4576-b0a8-456619ca5a8c" providerId="ADAL" clId="{4967B734-A465-2844-BA15-7FBACE49D2F8}" dt="2022-10-04T08:21:03.314" v="615" actId="20577"/>
        <pc:sldMkLst>
          <pc:docMk/>
          <pc:sldMk cId="2756532613" sldId="268"/>
        </pc:sldMkLst>
        <pc:spChg chg="mod">
          <ac:chgData name="Riccardo Berta" userId="c8694f89-bba4-4576-b0a8-456619ca5a8c" providerId="ADAL" clId="{4967B734-A465-2844-BA15-7FBACE49D2F8}" dt="2022-10-04T08:19:34.413" v="566" actId="20577"/>
          <ac:spMkLst>
            <pc:docMk/>
            <pc:sldMk cId="2756532613" sldId="268"/>
            <ac:spMk id="83" creationId="{00000000-0000-0000-0000-000000000000}"/>
          </ac:spMkLst>
        </pc:spChg>
        <pc:spChg chg="mod">
          <ac:chgData name="Riccardo Berta" userId="c8694f89-bba4-4576-b0a8-456619ca5a8c" providerId="ADAL" clId="{4967B734-A465-2844-BA15-7FBACE49D2F8}" dt="2022-10-04T08:21:03.314" v="615" actId="20577"/>
          <ac:spMkLst>
            <pc:docMk/>
            <pc:sldMk cId="2756532613" sldId="268"/>
            <ac:spMk id="84" creationId="{00000000-0000-0000-0000-000000000000}"/>
          </ac:spMkLst>
        </pc:spChg>
        <pc:picChg chg="add del mod">
          <ac:chgData name="Riccardo Berta" userId="c8694f89-bba4-4576-b0a8-456619ca5a8c" providerId="ADAL" clId="{4967B734-A465-2844-BA15-7FBACE49D2F8}" dt="2022-10-04T08:20:02.584" v="570" actId="21"/>
          <ac:picMkLst>
            <pc:docMk/>
            <pc:sldMk cId="2756532613" sldId="268"/>
            <ac:picMk id="3" creationId="{98442946-176C-875C-17DD-8426B4357AF0}"/>
          </ac:picMkLst>
        </pc:picChg>
      </pc:sldChg>
      <pc:sldChg chg="addSp delSp modSp add mod ord">
        <pc:chgData name="Riccardo Berta" userId="c8694f89-bba4-4576-b0a8-456619ca5a8c" providerId="ADAL" clId="{4967B734-A465-2844-BA15-7FBACE49D2F8}" dt="2022-10-04T08:22:30.428" v="629" actId="20577"/>
        <pc:sldMkLst>
          <pc:docMk/>
          <pc:sldMk cId="3950372499" sldId="269"/>
        </pc:sldMkLst>
        <pc:spChg chg="add del mod">
          <ac:chgData name="Riccardo Berta" userId="c8694f89-bba4-4576-b0a8-456619ca5a8c" providerId="ADAL" clId="{4967B734-A465-2844-BA15-7FBACE49D2F8}" dt="2022-10-04T08:21:20.713" v="620" actId="478"/>
          <ac:spMkLst>
            <pc:docMk/>
            <pc:sldMk cId="3950372499" sldId="269"/>
            <ac:spMk id="4" creationId="{39E4D033-B0C4-D65C-AF4F-60006E851E46}"/>
          </ac:spMkLst>
        </pc:spChg>
        <pc:spChg chg="mod">
          <ac:chgData name="Riccardo Berta" userId="c8694f89-bba4-4576-b0a8-456619ca5a8c" providerId="ADAL" clId="{4967B734-A465-2844-BA15-7FBACE49D2F8}" dt="2022-10-04T08:22:30.428" v="629" actId="20577"/>
          <ac:spMkLst>
            <pc:docMk/>
            <pc:sldMk cId="3950372499" sldId="269"/>
            <ac:spMk id="83" creationId="{00000000-0000-0000-0000-000000000000}"/>
          </ac:spMkLst>
        </pc:spChg>
        <pc:spChg chg="del">
          <ac:chgData name="Riccardo Berta" userId="c8694f89-bba4-4576-b0a8-456619ca5a8c" providerId="ADAL" clId="{4967B734-A465-2844-BA15-7FBACE49D2F8}" dt="2022-10-04T08:21:12.185" v="617" actId="478"/>
          <ac:spMkLst>
            <pc:docMk/>
            <pc:sldMk cId="3950372499" sldId="269"/>
            <ac:spMk id="84" creationId="{00000000-0000-0000-0000-000000000000}"/>
          </ac:spMkLst>
        </pc:spChg>
        <pc:picChg chg="add del mod modCrop">
          <ac:chgData name="Riccardo Berta" userId="c8694f89-bba4-4576-b0a8-456619ca5a8c" providerId="ADAL" clId="{4967B734-A465-2844-BA15-7FBACE49D2F8}" dt="2022-10-04T08:22:28.190" v="625" actId="1076"/>
          <ac:picMkLst>
            <pc:docMk/>
            <pc:sldMk cId="3950372499" sldId="269"/>
            <ac:picMk id="2" creationId="{DD7459EB-2FB9-EE3F-1B0C-BEEC31DF7753}"/>
          </ac:picMkLst>
        </pc:picChg>
      </pc:sldChg>
      <pc:sldChg chg="addSp delSp modSp add mod">
        <pc:chgData name="Riccardo Berta" userId="c8694f89-bba4-4576-b0a8-456619ca5a8c" providerId="ADAL" clId="{4967B734-A465-2844-BA15-7FBACE49D2F8}" dt="2022-10-04T08:30:10.946" v="871" actId="1076"/>
        <pc:sldMkLst>
          <pc:docMk/>
          <pc:sldMk cId="3668836689" sldId="270"/>
        </pc:sldMkLst>
        <pc:spChg chg="add del mod">
          <ac:chgData name="Riccardo Berta" userId="c8694f89-bba4-4576-b0a8-456619ca5a8c" providerId="ADAL" clId="{4967B734-A465-2844-BA15-7FBACE49D2F8}" dt="2022-10-04T08:28:59.088" v="849" actId="478"/>
          <ac:spMkLst>
            <pc:docMk/>
            <pc:sldMk cId="3668836689" sldId="270"/>
            <ac:spMk id="3" creationId="{ADD0BEAE-9DF8-C7CC-E5FD-45BD4BBED0AD}"/>
          </ac:spMkLst>
        </pc:spChg>
        <pc:spChg chg="mod">
          <ac:chgData name="Riccardo Berta" userId="c8694f89-bba4-4576-b0a8-456619ca5a8c" providerId="ADAL" clId="{4967B734-A465-2844-BA15-7FBACE49D2F8}" dt="2022-10-04T08:29:04.981" v="863" actId="20577"/>
          <ac:spMkLst>
            <pc:docMk/>
            <pc:sldMk cId="3668836689" sldId="270"/>
            <ac:spMk id="83" creationId="{00000000-0000-0000-0000-000000000000}"/>
          </ac:spMkLst>
        </pc:spChg>
        <pc:spChg chg="del">
          <ac:chgData name="Riccardo Berta" userId="c8694f89-bba4-4576-b0a8-456619ca5a8c" providerId="ADAL" clId="{4967B734-A465-2844-BA15-7FBACE49D2F8}" dt="2022-10-04T08:28:56.705" v="848" actId="478"/>
          <ac:spMkLst>
            <pc:docMk/>
            <pc:sldMk cId="3668836689" sldId="270"/>
            <ac:spMk id="84" creationId="{00000000-0000-0000-0000-000000000000}"/>
          </ac:spMkLst>
        </pc:spChg>
        <pc:picChg chg="add mod modCrop">
          <ac:chgData name="Riccardo Berta" userId="c8694f89-bba4-4576-b0a8-456619ca5a8c" providerId="ADAL" clId="{4967B734-A465-2844-BA15-7FBACE49D2F8}" dt="2022-10-04T08:30:10.946" v="871" actId="1076"/>
          <ac:picMkLst>
            <pc:docMk/>
            <pc:sldMk cId="3668836689" sldId="270"/>
            <ac:picMk id="4" creationId="{577B3EB2-1884-58A5-AA7F-C288CC12280D}"/>
          </ac:picMkLst>
        </pc:picChg>
      </pc:sldChg>
      <pc:sldChg chg="addSp modSp add mod">
        <pc:chgData name="Riccardo Berta" userId="c8694f89-bba4-4576-b0a8-456619ca5a8c" providerId="ADAL" clId="{4967B734-A465-2844-BA15-7FBACE49D2F8}" dt="2022-10-04T08:33:08.776" v="912" actId="1076"/>
        <pc:sldMkLst>
          <pc:docMk/>
          <pc:sldMk cId="1894295752" sldId="271"/>
        </pc:sldMkLst>
        <pc:spChg chg="mod">
          <ac:chgData name="Riccardo Berta" userId="c8694f89-bba4-4576-b0a8-456619ca5a8c" providerId="ADAL" clId="{4967B734-A465-2844-BA15-7FBACE49D2F8}" dt="2022-10-04T08:30:25.791" v="874" actId="20577"/>
          <ac:spMkLst>
            <pc:docMk/>
            <pc:sldMk cId="1894295752" sldId="271"/>
            <ac:spMk id="83" creationId="{00000000-0000-0000-0000-000000000000}"/>
          </ac:spMkLst>
        </pc:spChg>
        <pc:spChg chg="mod">
          <ac:chgData name="Riccardo Berta" userId="c8694f89-bba4-4576-b0a8-456619ca5a8c" providerId="ADAL" clId="{4967B734-A465-2844-BA15-7FBACE49D2F8}" dt="2022-10-04T08:33:01.838" v="909" actId="1035"/>
          <ac:spMkLst>
            <pc:docMk/>
            <pc:sldMk cId="1894295752" sldId="271"/>
            <ac:spMk id="84" creationId="{00000000-0000-0000-0000-000000000000}"/>
          </ac:spMkLst>
        </pc:spChg>
        <pc:picChg chg="add mod">
          <ac:chgData name="Riccardo Berta" userId="c8694f89-bba4-4576-b0a8-456619ca5a8c" providerId="ADAL" clId="{4967B734-A465-2844-BA15-7FBACE49D2F8}" dt="2022-10-04T08:33:08.776" v="912" actId="1076"/>
          <ac:picMkLst>
            <pc:docMk/>
            <pc:sldMk cId="1894295752" sldId="271"/>
            <ac:picMk id="3" creationId="{B5A2D85B-25EA-51CE-30EE-5FCC2A5BCEE7}"/>
          </ac:picMkLst>
        </pc:picChg>
      </pc:sldChg>
      <pc:sldChg chg="del">
        <pc:chgData name="Riccardo Berta" userId="c8694f89-bba4-4576-b0a8-456619ca5a8c" providerId="ADAL" clId="{4967B734-A465-2844-BA15-7FBACE49D2F8}" dt="2022-10-04T06:54:05.175" v="54" actId="2696"/>
        <pc:sldMkLst>
          <pc:docMk/>
          <pc:sldMk cId="1942012932" sldId="271"/>
        </pc:sldMkLst>
      </pc:sldChg>
      <pc:sldChg chg="addSp modSp add mod">
        <pc:chgData name="Riccardo Berta" userId="c8694f89-bba4-4576-b0a8-456619ca5a8c" providerId="ADAL" clId="{4967B734-A465-2844-BA15-7FBACE49D2F8}" dt="2022-10-05T05:45:21.155" v="2636" actId="20577"/>
        <pc:sldMkLst>
          <pc:docMk/>
          <pc:sldMk cId="732868139" sldId="272"/>
        </pc:sldMkLst>
        <pc:spChg chg="mod">
          <ac:chgData name="Riccardo Berta" userId="c8694f89-bba4-4576-b0a8-456619ca5a8c" providerId="ADAL" clId="{4967B734-A465-2844-BA15-7FBACE49D2F8}" dt="2022-10-04T08:33:38.186" v="939" actId="20577"/>
          <ac:spMkLst>
            <pc:docMk/>
            <pc:sldMk cId="732868139" sldId="272"/>
            <ac:spMk id="83" creationId="{00000000-0000-0000-0000-000000000000}"/>
          </ac:spMkLst>
        </pc:spChg>
        <pc:spChg chg="mod">
          <ac:chgData name="Riccardo Berta" userId="c8694f89-bba4-4576-b0a8-456619ca5a8c" providerId="ADAL" clId="{4967B734-A465-2844-BA15-7FBACE49D2F8}" dt="2022-10-05T05:45:21.155" v="2636" actId="20577"/>
          <ac:spMkLst>
            <pc:docMk/>
            <pc:sldMk cId="732868139" sldId="272"/>
            <ac:spMk id="84" creationId="{00000000-0000-0000-0000-000000000000}"/>
          </ac:spMkLst>
        </pc:spChg>
        <pc:picChg chg="add mod">
          <ac:chgData name="Riccardo Berta" userId="c8694f89-bba4-4576-b0a8-456619ca5a8c" providerId="ADAL" clId="{4967B734-A465-2844-BA15-7FBACE49D2F8}" dt="2022-10-04T08:36:29.105" v="1008" actId="1076"/>
          <ac:picMkLst>
            <pc:docMk/>
            <pc:sldMk cId="732868139" sldId="272"/>
            <ac:picMk id="3" creationId="{06C364F7-5AEB-D00D-6586-D30FF7199764}"/>
          </ac:picMkLst>
        </pc:picChg>
      </pc:sldChg>
      <pc:sldChg chg="addSp delSp modSp add mod">
        <pc:chgData name="Riccardo Berta" userId="c8694f89-bba4-4576-b0a8-456619ca5a8c" providerId="ADAL" clId="{4967B734-A465-2844-BA15-7FBACE49D2F8}" dt="2022-10-04T08:54:59.469" v="1509" actId="20577"/>
        <pc:sldMkLst>
          <pc:docMk/>
          <pc:sldMk cId="3859598341" sldId="273"/>
        </pc:sldMkLst>
        <pc:spChg chg="add del">
          <ac:chgData name="Riccardo Berta" userId="c8694f89-bba4-4576-b0a8-456619ca5a8c" providerId="ADAL" clId="{4967B734-A465-2844-BA15-7FBACE49D2F8}" dt="2022-10-04T08:40:47.038" v="1073" actId="478"/>
          <ac:spMkLst>
            <pc:docMk/>
            <pc:sldMk cId="3859598341" sldId="273"/>
            <ac:spMk id="5" creationId="{4BD7BBB3-7BD1-8528-AAC5-76102E39DEBE}"/>
          </ac:spMkLst>
        </pc:spChg>
        <pc:spChg chg="mod">
          <ac:chgData name="Riccardo Berta" userId="c8694f89-bba4-4576-b0a8-456619ca5a8c" providerId="ADAL" clId="{4967B734-A465-2844-BA15-7FBACE49D2F8}" dt="2022-10-04T08:54:59.469" v="1509" actId="20577"/>
          <ac:spMkLst>
            <pc:docMk/>
            <pc:sldMk cId="3859598341" sldId="273"/>
            <ac:spMk id="83" creationId="{00000000-0000-0000-0000-000000000000}"/>
          </ac:spMkLst>
        </pc:spChg>
        <pc:spChg chg="mod">
          <ac:chgData name="Riccardo Berta" userId="c8694f89-bba4-4576-b0a8-456619ca5a8c" providerId="ADAL" clId="{4967B734-A465-2844-BA15-7FBACE49D2F8}" dt="2022-10-04T08:50:37.924" v="1412" actId="113"/>
          <ac:spMkLst>
            <pc:docMk/>
            <pc:sldMk cId="3859598341" sldId="273"/>
            <ac:spMk id="84" creationId="{00000000-0000-0000-0000-000000000000}"/>
          </ac:spMkLst>
        </pc:spChg>
        <pc:picChg chg="add del mod">
          <ac:chgData name="Riccardo Berta" userId="c8694f89-bba4-4576-b0a8-456619ca5a8c" providerId="ADAL" clId="{4967B734-A465-2844-BA15-7FBACE49D2F8}" dt="2022-10-04T08:40:42.684" v="1072" actId="478"/>
          <ac:picMkLst>
            <pc:docMk/>
            <pc:sldMk cId="3859598341" sldId="273"/>
            <ac:picMk id="3" creationId="{20386706-AA10-6FE6-3018-AE4EEDC01050}"/>
          </ac:picMkLst>
        </pc:picChg>
        <pc:picChg chg="add mod">
          <ac:chgData name="Riccardo Berta" userId="c8694f89-bba4-4576-b0a8-456619ca5a8c" providerId="ADAL" clId="{4967B734-A465-2844-BA15-7FBACE49D2F8}" dt="2022-10-04T08:50:21.355" v="1410" actId="1076"/>
          <ac:picMkLst>
            <pc:docMk/>
            <pc:sldMk cId="3859598341" sldId="273"/>
            <ac:picMk id="7" creationId="{3AA9CA5E-B11C-5354-F133-CC2410A67F28}"/>
          </ac:picMkLst>
        </pc:picChg>
      </pc:sldChg>
      <pc:sldChg chg="addSp modSp add mod">
        <pc:chgData name="Riccardo Berta" userId="c8694f89-bba4-4576-b0a8-456619ca5a8c" providerId="ADAL" clId="{4967B734-A465-2844-BA15-7FBACE49D2F8}" dt="2022-10-04T08:55:10.050" v="1510" actId="1076"/>
        <pc:sldMkLst>
          <pc:docMk/>
          <pc:sldMk cId="2213323745" sldId="274"/>
        </pc:sldMkLst>
        <pc:spChg chg="mod">
          <ac:chgData name="Riccardo Berta" userId="c8694f89-bba4-4576-b0a8-456619ca5a8c" providerId="ADAL" clId="{4967B734-A465-2844-BA15-7FBACE49D2F8}" dt="2022-10-04T08:54:47.815" v="1503" actId="20577"/>
          <ac:spMkLst>
            <pc:docMk/>
            <pc:sldMk cId="2213323745" sldId="274"/>
            <ac:spMk id="83" creationId="{00000000-0000-0000-0000-000000000000}"/>
          </ac:spMkLst>
        </pc:spChg>
        <pc:spChg chg="mod">
          <ac:chgData name="Riccardo Berta" userId="c8694f89-bba4-4576-b0a8-456619ca5a8c" providerId="ADAL" clId="{4967B734-A465-2844-BA15-7FBACE49D2F8}" dt="2022-10-04T08:54:36.556" v="1475" actId="5793"/>
          <ac:spMkLst>
            <pc:docMk/>
            <pc:sldMk cId="2213323745" sldId="274"/>
            <ac:spMk id="84" creationId="{00000000-0000-0000-0000-000000000000}"/>
          </ac:spMkLst>
        </pc:spChg>
        <pc:picChg chg="add mod">
          <ac:chgData name="Riccardo Berta" userId="c8694f89-bba4-4576-b0a8-456619ca5a8c" providerId="ADAL" clId="{4967B734-A465-2844-BA15-7FBACE49D2F8}" dt="2022-10-04T08:55:10.050" v="1510" actId="1076"/>
          <ac:picMkLst>
            <pc:docMk/>
            <pc:sldMk cId="2213323745" sldId="274"/>
            <ac:picMk id="3" creationId="{DC8EA310-4CEB-F6CD-8EBA-90EBC000E7D0}"/>
          </ac:picMkLst>
        </pc:picChg>
      </pc:sldChg>
      <pc:sldChg chg="del">
        <pc:chgData name="Riccardo Berta" userId="c8694f89-bba4-4576-b0a8-456619ca5a8c" providerId="ADAL" clId="{4967B734-A465-2844-BA15-7FBACE49D2F8}" dt="2022-10-04T06:54:05.569" v="55" actId="2696"/>
        <pc:sldMkLst>
          <pc:docMk/>
          <pc:sldMk cId="2759966790" sldId="274"/>
        </pc:sldMkLst>
      </pc:sldChg>
      <pc:sldChg chg="addSp modSp add mod">
        <pc:chgData name="Riccardo Berta" userId="c8694f89-bba4-4576-b0a8-456619ca5a8c" providerId="ADAL" clId="{4967B734-A465-2844-BA15-7FBACE49D2F8}" dt="2022-10-10T05:36:43.547" v="2688" actId="20577"/>
        <pc:sldMkLst>
          <pc:docMk/>
          <pc:sldMk cId="303121765" sldId="275"/>
        </pc:sldMkLst>
        <pc:spChg chg="mod">
          <ac:chgData name="Riccardo Berta" userId="c8694f89-bba4-4576-b0a8-456619ca5a8c" providerId="ADAL" clId="{4967B734-A465-2844-BA15-7FBACE49D2F8}" dt="2022-10-04T08:56:19.042" v="1513"/>
          <ac:spMkLst>
            <pc:docMk/>
            <pc:sldMk cId="303121765" sldId="275"/>
            <ac:spMk id="83" creationId="{00000000-0000-0000-0000-000000000000}"/>
          </ac:spMkLst>
        </pc:spChg>
        <pc:spChg chg="mod">
          <ac:chgData name="Riccardo Berta" userId="c8694f89-bba4-4576-b0a8-456619ca5a8c" providerId="ADAL" clId="{4967B734-A465-2844-BA15-7FBACE49D2F8}" dt="2022-10-10T05:36:43.547" v="2688" actId="20577"/>
          <ac:spMkLst>
            <pc:docMk/>
            <pc:sldMk cId="303121765" sldId="275"/>
            <ac:spMk id="84" creationId="{00000000-0000-0000-0000-000000000000}"/>
          </ac:spMkLst>
        </pc:spChg>
        <pc:picChg chg="add mod">
          <ac:chgData name="Riccardo Berta" userId="c8694f89-bba4-4576-b0a8-456619ca5a8c" providerId="ADAL" clId="{4967B734-A465-2844-BA15-7FBACE49D2F8}" dt="2022-10-04T09:29:01.183" v="1661" actId="1076"/>
          <ac:picMkLst>
            <pc:docMk/>
            <pc:sldMk cId="303121765" sldId="275"/>
            <ac:picMk id="3" creationId="{1558432E-BB9A-36EE-DEE9-411FA3BCAAC6}"/>
          </ac:picMkLst>
        </pc:picChg>
        <pc:picChg chg="add mod">
          <ac:chgData name="Riccardo Berta" userId="c8694f89-bba4-4576-b0a8-456619ca5a8c" providerId="ADAL" clId="{4967B734-A465-2844-BA15-7FBACE49D2F8}" dt="2022-10-04T09:29:10.609" v="1671" actId="1076"/>
          <ac:picMkLst>
            <pc:docMk/>
            <pc:sldMk cId="303121765" sldId="275"/>
            <ac:picMk id="5" creationId="{AFA7E6B6-E78E-79EF-CB15-0348F1C7B395}"/>
          </ac:picMkLst>
        </pc:picChg>
      </pc:sldChg>
      <pc:sldChg chg="del">
        <pc:chgData name="Riccardo Berta" userId="c8694f89-bba4-4576-b0a8-456619ca5a8c" providerId="ADAL" clId="{4967B734-A465-2844-BA15-7FBACE49D2F8}" dt="2022-10-04T06:54:06.082" v="56" actId="2696"/>
        <pc:sldMkLst>
          <pc:docMk/>
          <pc:sldMk cId="3965473342" sldId="275"/>
        </pc:sldMkLst>
      </pc:sldChg>
      <pc:sldChg chg="addSp modSp add mod">
        <pc:chgData name="Riccardo Berta" userId="c8694f89-bba4-4576-b0a8-456619ca5a8c" providerId="ADAL" clId="{4967B734-A465-2844-BA15-7FBACE49D2F8}" dt="2022-10-04T09:35:09.338" v="1844" actId="113"/>
        <pc:sldMkLst>
          <pc:docMk/>
          <pc:sldMk cId="2020526202" sldId="276"/>
        </pc:sldMkLst>
        <pc:spChg chg="mod">
          <ac:chgData name="Riccardo Berta" userId="c8694f89-bba4-4576-b0a8-456619ca5a8c" providerId="ADAL" clId="{4967B734-A465-2844-BA15-7FBACE49D2F8}" dt="2022-10-04T09:29:30.015" v="1699" actId="20577"/>
          <ac:spMkLst>
            <pc:docMk/>
            <pc:sldMk cId="2020526202" sldId="276"/>
            <ac:spMk id="83" creationId="{00000000-0000-0000-0000-000000000000}"/>
          </ac:spMkLst>
        </pc:spChg>
        <pc:spChg chg="mod">
          <ac:chgData name="Riccardo Berta" userId="c8694f89-bba4-4576-b0a8-456619ca5a8c" providerId="ADAL" clId="{4967B734-A465-2844-BA15-7FBACE49D2F8}" dt="2022-10-04T09:35:09.338" v="1844" actId="113"/>
          <ac:spMkLst>
            <pc:docMk/>
            <pc:sldMk cId="2020526202" sldId="276"/>
            <ac:spMk id="84" creationId="{00000000-0000-0000-0000-000000000000}"/>
          </ac:spMkLst>
        </pc:spChg>
        <pc:picChg chg="add mod">
          <ac:chgData name="Riccardo Berta" userId="c8694f89-bba4-4576-b0a8-456619ca5a8c" providerId="ADAL" clId="{4967B734-A465-2844-BA15-7FBACE49D2F8}" dt="2022-10-04T09:34:22.336" v="1806" actId="1076"/>
          <ac:picMkLst>
            <pc:docMk/>
            <pc:sldMk cId="2020526202" sldId="276"/>
            <ac:picMk id="3" creationId="{88ECFE04-FF14-52F4-A978-DE862D655546}"/>
          </ac:picMkLst>
        </pc:picChg>
      </pc:sldChg>
      <pc:sldChg chg="del">
        <pc:chgData name="Riccardo Berta" userId="c8694f89-bba4-4576-b0a8-456619ca5a8c" providerId="ADAL" clId="{4967B734-A465-2844-BA15-7FBACE49D2F8}" dt="2022-10-04T06:54:06.650" v="57" actId="2696"/>
        <pc:sldMkLst>
          <pc:docMk/>
          <pc:sldMk cId="3364334937" sldId="276"/>
        </pc:sldMkLst>
      </pc:sldChg>
      <pc:sldChg chg="del">
        <pc:chgData name="Riccardo Berta" userId="c8694f89-bba4-4576-b0a8-456619ca5a8c" providerId="ADAL" clId="{4967B734-A465-2844-BA15-7FBACE49D2F8}" dt="2022-10-04T06:54:07.117" v="58" actId="2696"/>
        <pc:sldMkLst>
          <pc:docMk/>
          <pc:sldMk cId="2920432797" sldId="277"/>
        </pc:sldMkLst>
      </pc:sldChg>
      <pc:sldChg chg="addSp modSp add mod">
        <pc:chgData name="Riccardo Berta" userId="c8694f89-bba4-4576-b0a8-456619ca5a8c" providerId="ADAL" clId="{4967B734-A465-2844-BA15-7FBACE49D2F8}" dt="2022-10-10T05:38:42.742" v="2693" actId="20577"/>
        <pc:sldMkLst>
          <pc:docMk/>
          <pc:sldMk cId="3156887330" sldId="277"/>
        </pc:sldMkLst>
        <pc:spChg chg="mod">
          <ac:chgData name="Riccardo Berta" userId="c8694f89-bba4-4576-b0a8-456619ca5a8c" providerId="ADAL" clId="{4967B734-A465-2844-BA15-7FBACE49D2F8}" dt="2022-10-04T09:34:47.105" v="1828" actId="20577"/>
          <ac:spMkLst>
            <pc:docMk/>
            <pc:sldMk cId="3156887330" sldId="277"/>
            <ac:spMk id="83" creationId="{00000000-0000-0000-0000-000000000000}"/>
          </ac:spMkLst>
        </pc:spChg>
        <pc:spChg chg="mod">
          <ac:chgData name="Riccardo Berta" userId="c8694f89-bba4-4576-b0a8-456619ca5a8c" providerId="ADAL" clId="{4967B734-A465-2844-BA15-7FBACE49D2F8}" dt="2022-10-10T05:38:42.742" v="2693" actId="20577"/>
          <ac:spMkLst>
            <pc:docMk/>
            <pc:sldMk cId="3156887330" sldId="277"/>
            <ac:spMk id="84" creationId="{00000000-0000-0000-0000-000000000000}"/>
          </ac:spMkLst>
        </pc:spChg>
        <pc:picChg chg="add mod">
          <ac:chgData name="Riccardo Berta" userId="c8694f89-bba4-4576-b0a8-456619ca5a8c" providerId="ADAL" clId="{4967B734-A465-2844-BA15-7FBACE49D2F8}" dt="2022-10-04T09:39:19.764" v="1943" actId="1076"/>
          <ac:picMkLst>
            <pc:docMk/>
            <pc:sldMk cId="3156887330" sldId="277"/>
            <ac:picMk id="3" creationId="{EC767993-3E78-5F54-36E2-E40875AD49A1}"/>
          </ac:picMkLst>
        </pc:picChg>
      </pc:sldChg>
      <pc:sldChg chg="addSp modSp add mod">
        <pc:chgData name="Riccardo Berta" userId="c8694f89-bba4-4576-b0a8-456619ca5a8c" providerId="ADAL" clId="{4967B734-A465-2844-BA15-7FBACE49D2F8}" dt="2022-10-04T09:50:43.485" v="2061" actId="1076"/>
        <pc:sldMkLst>
          <pc:docMk/>
          <pc:sldMk cId="1586284290" sldId="278"/>
        </pc:sldMkLst>
        <pc:spChg chg="mod">
          <ac:chgData name="Riccardo Berta" userId="c8694f89-bba4-4576-b0a8-456619ca5a8c" providerId="ADAL" clId="{4967B734-A465-2844-BA15-7FBACE49D2F8}" dt="2022-10-04T09:39:46.696" v="1972" actId="20577"/>
          <ac:spMkLst>
            <pc:docMk/>
            <pc:sldMk cId="1586284290" sldId="278"/>
            <ac:spMk id="83" creationId="{00000000-0000-0000-0000-000000000000}"/>
          </ac:spMkLst>
        </pc:spChg>
        <pc:spChg chg="mod">
          <ac:chgData name="Riccardo Berta" userId="c8694f89-bba4-4576-b0a8-456619ca5a8c" providerId="ADAL" clId="{4967B734-A465-2844-BA15-7FBACE49D2F8}" dt="2022-10-04T09:50:25.842" v="2059" actId="20577"/>
          <ac:spMkLst>
            <pc:docMk/>
            <pc:sldMk cId="1586284290" sldId="278"/>
            <ac:spMk id="84" creationId="{00000000-0000-0000-0000-000000000000}"/>
          </ac:spMkLst>
        </pc:spChg>
        <pc:picChg chg="add mod modCrop">
          <ac:chgData name="Riccardo Berta" userId="c8694f89-bba4-4576-b0a8-456619ca5a8c" providerId="ADAL" clId="{4967B734-A465-2844-BA15-7FBACE49D2F8}" dt="2022-10-04T09:48:54.619" v="2028" actId="1076"/>
          <ac:picMkLst>
            <pc:docMk/>
            <pc:sldMk cId="1586284290" sldId="278"/>
            <ac:picMk id="3" creationId="{EC904396-95B0-3596-C30B-F4DAD67A93A0}"/>
          </ac:picMkLst>
        </pc:picChg>
        <pc:picChg chg="add mod">
          <ac:chgData name="Riccardo Berta" userId="c8694f89-bba4-4576-b0a8-456619ca5a8c" providerId="ADAL" clId="{4967B734-A465-2844-BA15-7FBACE49D2F8}" dt="2022-10-04T09:50:43.485" v="2061" actId="1076"/>
          <ac:picMkLst>
            <pc:docMk/>
            <pc:sldMk cId="1586284290" sldId="278"/>
            <ac:picMk id="5" creationId="{F263AB65-02BC-B30C-60E2-24FB398F2F09}"/>
          </ac:picMkLst>
        </pc:picChg>
      </pc:sldChg>
      <pc:sldChg chg="del">
        <pc:chgData name="Riccardo Berta" userId="c8694f89-bba4-4576-b0a8-456619ca5a8c" providerId="ADAL" clId="{4967B734-A465-2844-BA15-7FBACE49D2F8}" dt="2022-10-04T06:54:07.594" v="59" actId="2696"/>
        <pc:sldMkLst>
          <pc:docMk/>
          <pc:sldMk cId="3024273348" sldId="278"/>
        </pc:sldMkLst>
      </pc:sldChg>
      <pc:sldChg chg="del">
        <pc:chgData name="Riccardo Berta" userId="c8694f89-bba4-4576-b0a8-456619ca5a8c" providerId="ADAL" clId="{4967B734-A465-2844-BA15-7FBACE49D2F8}" dt="2022-10-04T06:54:08.017" v="60" actId="2696"/>
        <pc:sldMkLst>
          <pc:docMk/>
          <pc:sldMk cId="2505677359" sldId="279"/>
        </pc:sldMkLst>
      </pc:sldChg>
      <pc:sldChg chg="modSp add mod">
        <pc:chgData name="Riccardo Berta" userId="c8694f89-bba4-4576-b0a8-456619ca5a8c" providerId="ADAL" clId="{4967B734-A465-2844-BA15-7FBACE49D2F8}" dt="2022-10-04T09:56:29.719" v="2268" actId="404"/>
        <pc:sldMkLst>
          <pc:docMk/>
          <pc:sldMk cId="2677523252" sldId="279"/>
        </pc:sldMkLst>
        <pc:spChg chg="mod">
          <ac:chgData name="Riccardo Berta" userId="c8694f89-bba4-4576-b0a8-456619ca5a8c" providerId="ADAL" clId="{4967B734-A465-2844-BA15-7FBACE49D2F8}" dt="2022-10-04T09:51:16.166" v="2076" actId="20577"/>
          <ac:spMkLst>
            <pc:docMk/>
            <pc:sldMk cId="2677523252" sldId="279"/>
            <ac:spMk id="83" creationId="{00000000-0000-0000-0000-000000000000}"/>
          </ac:spMkLst>
        </pc:spChg>
        <pc:spChg chg="mod">
          <ac:chgData name="Riccardo Berta" userId="c8694f89-bba4-4576-b0a8-456619ca5a8c" providerId="ADAL" clId="{4967B734-A465-2844-BA15-7FBACE49D2F8}" dt="2022-10-04T09:56:29.719" v="2268" actId="404"/>
          <ac:spMkLst>
            <pc:docMk/>
            <pc:sldMk cId="2677523252" sldId="279"/>
            <ac:spMk id="84" creationId="{00000000-0000-0000-0000-000000000000}"/>
          </ac:spMkLst>
        </pc:spChg>
      </pc:sldChg>
      <pc:sldChg chg="addSp delSp modSp add mod">
        <pc:chgData name="Riccardo Berta" userId="c8694f89-bba4-4576-b0a8-456619ca5a8c" providerId="ADAL" clId="{4967B734-A465-2844-BA15-7FBACE49D2F8}" dt="2022-10-10T05:41:52.141" v="2700" actId="1036"/>
        <pc:sldMkLst>
          <pc:docMk/>
          <pc:sldMk cId="635836889" sldId="280"/>
        </pc:sldMkLst>
        <pc:spChg chg="add del mod">
          <ac:chgData name="Riccardo Berta" userId="c8694f89-bba4-4576-b0a8-456619ca5a8c" providerId="ADAL" clId="{4967B734-A465-2844-BA15-7FBACE49D2F8}" dt="2022-10-04T10:06:24.142" v="2388"/>
          <ac:spMkLst>
            <pc:docMk/>
            <pc:sldMk cId="635836889" sldId="280"/>
            <ac:spMk id="4" creationId="{CD5234B4-8570-26AF-D55A-23B29365C2EC}"/>
          </ac:spMkLst>
        </pc:spChg>
        <pc:spChg chg="mod">
          <ac:chgData name="Riccardo Berta" userId="c8694f89-bba4-4576-b0a8-456619ca5a8c" providerId="ADAL" clId="{4967B734-A465-2844-BA15-7FBACE49D2F8}" dt="2022-10-04T10:04:00.493" v="2348" actId="20577"/>
          <ac:spMkLst>
            <pc:docMk/>
            <pc:sldMk cId="635836889" sldId="280"/>
            <ac:spMk id="83" creationId="{00000000-0000-0000-0000-000000000000}"/>
          </ac:spMkLst>
        </pc:spChg>
        <pc:spChg chg="mod">
          <ac:chgData name="Riccardo Berta" userId="c8694f89-bba4-4576-b0a8-456619ca5a8c" providerId="ADAL" clId="{4967B734-A465-2844-BA15-7FBACE49D2F8}" dt="2022-10-10T05:41:42.757" v="2695" actId="20577"/>
          <ac:spMkLst>
            <pc:docMk/>
            <pc:sldMk cId="635836889" sldId="280"/>
            <ac:spMk id="84" creationId="{00000000-0000-0000-0000-000000000000}"/>
          </ac:spMkLst>
        </pc:spChg>
        <pc:picChg chg="add mod">
          <ac:chgData name="Riccardo Berta" userId="c8694f89-bba4-4576-b0a8-456619ca5a8c" providerId="ADAL" clId="{4967B734-A465-2844-BA15-7FBACE49D2F8}" dt="2022-10-10T05:41:52.141" v="2700" actId="1036"/>
          <ac:picMkLst>
            <pc:docMk/>
            <pc:sldMk cId="635836889" sldId="280"/>
            <ac:picMk id="3" creationId="{9D698964-6810-0A38-210E-1AC551FB61ED}"/>
          </ac:picMkLst>
        </pc:picChg>
      </pc:sldChg>
      <pc:sldChg chg="del">
        <pc:chgData name="Riccardo Berta" userId="c8694f89-bba4-4576-b0a8-456619ca5a8c" providerId="ADAL" clId="{4967B734-A465-2844-BA15-7FBACE49D2F8}" dt="2022-10-04T06:54:08.481" v="61" actId="2696"/>
        <pc:sldMkLst>
          <pc:docMk/>
          <pc:sldMk cId="3525330065" sldId="280"/>
        </pc:sldMkLst>
      </pc:sldChg>
      <pc:sldChg chg="del">
        <pc:chgData name="Riccardo Berta" userId="c8694f89-bba4-4576-b0a8-456619ca5a8c" providerId="ADAL" clId="{4967B734-A465-2844-BA15-7FBACE49D2F8}" dt="2022-10-04T06:54:08.911" v="62" actId="2696"/>
        <pc:sldMkLst>
          <pc:docMk/>
          <pc:sldMk cId="349541788" sldId="281"/>
        </pc:sldMkLst>
      </pc:sldChg>
      <pc:sldChg chg="addSp modSp add mod">
        <pc:chgData name="Riccardo Berta" userId="c8694f89-bba4-4576-b0a8-456619ca5a8c" providerId="ADAL" clId="{4967B734-A465-2844-BA15-7FBACE49D2F8}" dt="2022-10-04T10:06:15.809" v="2385" actId="1076"/>
        <pc:sldMkLst>
          <pc:docMk/>
          <pc:sldMk cId="2288803032" sldId="281"/>
        </pc:sldMkLst>
        <pc:spChg chg="mod">
          <ac:chgData name="Riccardo Berta" userId="c8694f89-bba4-4576-b0a8-456619ca5a8c" providerId="ADAL" clId="{4967B734-A465-2844-BA15-7FBACE49D2F8}" dt="2022-10-04T10:04:07.647" v="2351" actId="20577"/>
          <ac:spMkLst>
            <pc:docMk/>
            <pc:sldMk cId="2288803032" sldId="281"/>
            <ac:spMk id="83" creationId="{00000000-0000-0000-0000-000000000000}"/>
          </ac:spMkLst>
        </pc:spChg>
        <pc:spChg chg="mod">
          <ac:chgData name="Riccardo Berta" userId="c8694f89-bba4-4576-b0a8-456619ca5a8c" providerId="ADAL" clId="{4967B734-A465-2844-BA15-7FBACE49D2F8}" dt="2022-10-04T10:06:05.744" v="2382" actId="113"/>
          <ac:spMkLst>
            <pc:docMk/>
            <pc:sldMk cId="2288803032" sldId="281"/>
            <ac:spMk id="84" creationId="{00000000-0000-0000-0000-000000000000}"/>
          </ac:spMkLst>
        </pc:spChg>
        <pc:picChg chg="add mod">
          <ac:chgData name="Riccardo Berta" userId="c8694f89-bba4-4576-b0a8-456619ca5a8c" providerId="ADAL" clId="{4967B734-A465-2844-BA15-7FBACE49D2F8}" dt="2022-10-04T10:06:15.809" v="2385" actId="1076"/>
          <ac:picMkLst>
            <pc:docMk/>
            <pc:sldMk cId="2288803032" sldId="281"/>
            <ac:picMk id="3" creationId="{54E22ADE-C1D5-4C60-42F1-3C4C79C16916}"/>
          </ac:picMkLst>
        </pc:picChg>
      </pc:sldChg>
      <pc:sldChg chg="addSp delSp modSp add mod">
        <pc:chgData name="Riccardo Berta" userId="c8694f89-bba4-4576-b0a8-456619ca5a8c" providerId="ADAL" clId="{4967B734-A465-2844-BA15-7FBACE49D2F8}" dt="2022-10-04T10:16:31.835" v="2463" actId="20577"/>
        <pc:sldMkLst>
          <pc:docMk/>
          <pc:sldMk cId="663506827" sldId="282"/>
        </pc:sldMkLst>
        <pc:spChg chg="mod">
          <ac:chgData name="Riccardo Berta" userId="c8694f89-bba4-4576-b0a8-456619ca5a8c" providerId="ADAL" clId="{4967B734-A465-2844-BA15-7FBACE49D2F8}" dt="2022-10-04T10:16:31.835" v="2463" actId="20577"/>
          <ac:spMkLst>
            <pc:docMk/>
            <pc:sldMk cId="663506827" sldId="282"/>
            <ac:spMk id="83" creationId="{00000000-0000-0000-0000-000000000000}"/>
          </ac:spMkLst>
        </pc:spChg>
        <pc:spChg chg="mod">
          <ac:chgData name="Riccardo Berta" userId="c8694f89-bba4-4576-b0a8-456619ca5a8c" providerId="ADAL" clId="{4967B734-A465-2844-BA15-7FBACE49D2F8}" dt="2022-10-04T10:07:50.041" v="2416" actId="1076"/>
          <ac:spMkLst>
            <pc:docMk/>
            <pc:sldMk cId="663506827" sldId="282"/>
            <ac:spMk id="84" creationId="{00000000-0000-0000-0000-000000000000}"/>
          </ac:spMkLst>
        </pc:spChg>
        <pc:picChg chg="del">
          <ac:chgData name="Riccardo Berta" userId="c8694f89-bba4-4576-b0a8-456619ca5a8c" providerId="ADAL" clId="{4967B734-A465-2844-BA15-7FBACE49D2F8}" dt="2022-10-04T10:06:28.259" v="2391" actId="478"/>
          <ac:picMkLst>
            <pc:docMk/>
            <pc:sldMk cId="663506827" sldId="282"/>
            <ac:picMk id="3" creationId="{54E22ADE-C1D5-4C60-42F1-3C4C79C16916}"/>
          </ac:picMkLst>
        </pc:picChg>
        <pc:picChg chg="add mod">
          <ac:chgData name="Riccardo Berta" userId="c8694f89-bba4-4576-b0a8-456619ca5a8c" providerId="ADAL" clId="{4967B734-A465-2844-BA15-7FBACE49D2F8}" dt="2022-10-04T10:07:56.607" v="2418" actId="1076"/>
          <ac:picMkLst>
            <pc:docMk/>
            <pc:sldMk cId="663506827" sldId="282"/>
            <ac:picMk id="4" creationId="{CB17357D-3BA1-B6CF-F4B0-06F6D3C3026E}"/>
          </ac:picMkLst>
        </pc:picChg>
      </pc:sldChg>
      <pc:sldChg chg="del">
        <pc:chgData name="Riccardo Berta" userId="c8694f89-bba4-4576-b0a8-456619ca5a8c" providerId="ADAL" clId="{4967B734-A465-2844-BA15-7FBACE49D2F8}" dt="2022-10-04T06:54:09.464" v="63" actId="2696"/>
        <pc:sldMkLst>
          <pc:docMk/>
          <pc:sldMk cId="2584172506" sldId="282"/>
        </pc:sldMkLst>
      </pc:sldChg>
      <pc:sldChg chg="addSp delSp modSp add mod">
        <pc:chgData name="Riccardo Berta" userId="c8694f89-bba4-4576-b0a8-456619ca5a8c" providerId="ADAL" clId="{4967B734-A465-2844-BA15-7FBACE49D2F8}" dt="2022-10-04T10:17:39.088" v="2550" actId="20577"/>
        <pc:sldMkLst>
          <pc:docMk/>
          <pc:sldMk cId="2423864326" sldId="283"/>
        </pc:sldMkLst>
        <pc:spChg chg="mod">
          <ac:chgData name="Riccardo Berta" userId="c8694f89-bba4-4576-b0a8-456619ca5a8c" providerId="ADAL" clId="{4967B734-A465-2844-BA15-7FBACE49D2F8}" dt="2022-10-04T10:16:35.426" v="2465" actId="20577"/>
          <ac:spMkLst>
            <pc:docMk/>
            <pc:sldMk cId="2423864326" sldId="283"/>
            <ac:spMk id="83" creationId="{00000000-0000-0000-0000-000000000000}"/>
          </ac:spMkLst>
        </pc:spChg>
        <pc:spChg chg="mod">
          <ac:chgData name="Riccardo Berta" userId="c8694f89-bba4-4576-b0a8-456619ca5a8c" providerId="ADAL" clId="{4967B734-A465-2844-BA15-7FBACE49D2F8}" dt="2022-10-04T10:17:39.088" v="2550" actId="20577"/>
          <ac:spMkLst>
            <pc:docMk/>
            <pc:sldMk cId="2423864326" sldId="283"/>
            <ac:spMk id="84" creationId="{00000000-0000-0000-0000-000000000000}"/>
          </ac:spMkLst>
        </pc:spChg>
        <pc:picChg chg="add mod">
          <ac:chgData name="Riccardo Berta" userId="c8694f89-bba4-4576-b0a8-456619ca5a8c" providerId="ADAL" clId="{4967B734-A465-2844-BA15-7FBACE49D2F8}" dt="2022-10-04T10:16:40.395" v="2467" actId="1076"/>
          <ac:picMkLst>
            <pc:docMk/>
            <pc:sldMk cId="2423864326" sldId="283"/>
            <ac:picMk id="3" creationId="{A9220B9F-26DE-F97C-B182-0C5B8ACF52A6}"/>
          </ac:picMkLst>
        </pc:picChg>
        <pc:picChg chg="del">
          <ac:chgData name="Riccardo Berta" userId="c8694f89-bba4-4576-b0a8-456619ca5a8c" providerId="ADAL" clId="{4967B734-A465-2844-BA15-7FBACE49D2F8}" dt="2022-10-04T10:08:28.635" v="2424" actId="478"/>
          <ac:picMkLst>
            <pc:docMk/>
            <pc:sldMk cId="2423864326" sldId="283"/>
            <ac:picMk id="4" creationId="{CB17357D-3BA1-B6CF-F4B0-06F6D3C3026E}"/>
          </ac:picMkLst>
        </pc:picChg>
        <pc:picChg chg="add del mod">
          <ac:chgData name="Riccardo Berta" userId="c8694f89-bba4-4576-b0a8-456619ca5a8c" providerId="ADAL" clId="{4967B734-A465-2844-BA15-7FBACE49D2F8}" dt="2022-10-04T10:15:22.510" v="2440" actId="21"/>
          <ac:picMkLst>
            <pc:docMk/>
            <pc:sldMk cId="2423864326" sldId="283"/>
            <ac:picMk id="6" creationId="{47EEA959-CD75-423F-FF11-1B537B275B90}"/>
          </ac:picMkLst>
        </pc:picChg>
      </pc:sldChg>
      <pc:sldChg chg="del">
        <pc:chgData name="Riccardo Berta" userId="c8694f89-bba4-4576-b0a8-456619ca5a8c" providerId="ADAL" clId="{4967B734-A465-2844-BA15-7FBACE49D2F8}" dt="2022-10-04T06:54:09.892" v="64" actId="2696"/>
        <pc:sldMkLst>
          <pc:docMk/>
          <pc:sldMk cId="2548826204" sldId="283"/>
        </pc:sldMkLst>
      </pc:sldChg>
      <pc:sldChg chg="add del">
        <pc:chgData name="Riccardo Berta" userId="c8694f89-bba4-4576-b0a8-456619ca5a8c" providerId="ADAL" clId="{4967B734-A465-2844-BA15-7FBACE49D2F8}" dt="2022-10-04T10:14:48.405" v="2429"/>
        <pc:sldMkLst>
          <pc:docMk/>
          <pc:sldMk cId="196183857" sldId="284"/>
        </pc:sldMkLst>
      </pc:sldChg>
      <pc:sldChg chg="addSp delSp modSp add mod">
        <pc:chgData name="Riccardo Berta" userId="c8694f89-bba4-4576-b0a8-456619ca5a8c" providerId="ADAL" clId="{4967B734-A465-2844-BA15-7FBACE49D2F8}" dt="2022-10-04T10:16:23.053" v="2461" actId="1076"/>
        <pc:sldMkLst>
          <pc:docMk/>
          <pc:sldMk cId="852930802" sldId="284"/>
        </pc:sldMkLst>
        <pc:spChg chg="mod">
          <ac:chgData name="Riccardo Berta" userId="c8694f89-bba4-4576-b0a8-456619ca5a8c" providerId="ADAL" clId="{4967B734-A465-2844-BA15-7FBACE49D2F8}" dt="2022-10-04T10:15:10.060" v="2434" actId="20577"/>
          <ac:spMkLst>
            <pc:docMk/>
            <pc:sldMk cId="852930802" sldId="284"/>
            <ac:spMk id="83" creationId="{00000000-0000-0000-0000-000000000000}"/>
          </ac:spMkLst>
        </pc:spChg>
        <pc:spChg chg="mod">
          <ac:chgData name="Riccardo Berta" userId="c8694f89-bba4-4576-b0a8-456619ca5a8c" providerId="ADAL" clId="{4967B734-A465-2844-BA15-7FBACE49D2F8}" dt="2022-10-04T10:16:02.996" v="2458" actId="20577"/>
          <ac:spMkLst>
            <pc:docMk/>
            <pc:sldMk cId="852930802" sldId="284"/>
            <ac:spMk id="84" creationId="{00000000-0000-0000-0000-000000000000}"/>
          </ac:spMkLst>
        </pc:spChg>
        <pc:picChg chg="add mod">
          <ac:chgData name="Riccardo Berta" userId="c8694f89-bba4-4576-b0a8-456619ca5a8c" providerId="ADAL" clId="{4967B734-A465-2844-BA15-7FBACE49D2F8}" dt="2022-10-04T10:16:23.053" v="2461" actId="1076"/>
          <ac:picMkLst>
            <pc:docMk/>
            <pc:sldMk cId="852930802" sldId="284"/>
            <ac:picMk id="2" creationId="{DF568B29-4E99-A3CF-2B9A-96B190172962}"/>
          </ac:picMkLst>
        </pc:picChg>
        <pc:picChg chg="del">
          <ac:chgData name="Riccardo Berta" userId="c8694f89-bba4-4576-b0a8-456619ca5a8c" providerId="ADAL" clId="{4967B734-A465-2844-BA15-7FBACE49D2F8}" dt="2022-10-04T10:15:11.873" v="2435" actId="478"/>
          <ac:picMkLst>
            <pc:docMk/>
            <pc:sldMk cId="852930802" sldId="284"/>
            <ac:picMk id="3" creationId="{54E22ADE-C1D5-4C60-42F1-3C4C79C16916}"/>
          </ac:picMkLst>
        </pc:picChg>
      </pc:sldChg>
      <pc:sldChg chg="del">
        <pc:chgData name="Riccardo Berta" userId="c8694f89-bba4-4576-b0a8-456619ca5a8c" providerId="ADAL" clId="{4967B734-A465-2844-BA15-7FBACE49D2F8}" dt="2022-10-04T06:54:10.321" v="65" actId="2696"/>
        <pc:sldMkLst>
          <pc:docMk/>
          <pc:sldMk cId="3494619461" sldId="284"/>
        </pc:sldMkLst>
      </pc:sldChg>
      <pc:sldChg chg="del">
        <pc:chgData name="Riccardo Berta" userId="c8694f89-bba4-4576-b0a8-456619ca5a8c" providerId="ADAL" clId="{4967B734-A465-2844-BA15-7FBACE49D2F8}" dt="2022-10-04T06:54:10.985" v="66" actId="2696"/>
        <pc:sldMkLst>
          <pc:docMk/>
          <pc:sldMk cId="3458162749" sldId="285"/>
        </pc:sldMkLst>
      </pc:sldChg>
      <pc:sldChg chg="del">
        <pc:chgData name="Riccardo Berta" userId="c8694f89-bba4-4576-b0a8-456619ca5a8c" providerId="ADAL" clId="{4967B734-A465-2844-BA15-7FBACE49D2F8}" dt="2022-10-04T06:54:13.372" v="69" actId="2696"/>
        <pc:sldMkLst>
          <pc:docMk/>
          <pc:sldMk cId="3186725423" sldId="286"/>
        </pc:sldMkLst>
      </pc:sldChg>
      <pc:sldChg chg="del">
        <pc:chgData name="Riccardo Berta" userId="c8694f89-bba4-4576-b0a8-456619ca5a8c" providerId="ADAL" clId="{4967B734-A465-2844-BA15-7FBACE49D2F8}" dt="2022-10-04T06:54:04.705" v="53" actId="2696"/>
        <pc:sldMkLst>
          <pc:docMk/>
          <pc:sldMk cId="1166550415" sldId="288"/>
        </pc:sldMkLst>
      </pc:sldChg>
      <pc:sldChg chg="del">
        <pc:chgData name="Riccardo Berta" userId="c8694f89-bba4-4576-b0a8-456619ca5a8c" providerId="ADAL" clId="{4967B734-A465-2844-BA15-7FBACE49D2F8}" dt="2022-10-04T06:54:12.030" v="67" actId="2696"/>
        <pc:sldMkLst>
          <pc:docMk/>
          <pc:sldMk cId="0" sldId="344"/>
        </pc:sldMkLst>
      </pc:sldChg>
      <pc:sldChg chg="del">
        <pc:chgData name="Riccardo Berta" userId="c8694f89-bba4-4576-b0a8-456619ca5a8c" providerId="ADAL" clId="{4967B734-A465-2844-BA15-7FBACE49D2F8}" dt="2022-10-04T06:54:12.601" v="68" actId="2696"/>
        <pc:sldMkLst>
          <pc:docMk/>
          <pc:sldMk cId="615642029" sldId="403"/>
        </pc:sldMkLst>
      </pc:sldChg>
      <pc:sldMasterChg chg="delSldLayout">
        <pc:chgData name="Riccardo Berta" userId="c8694f89-bba4-4576-b0a8-456619ca5a8c" providerId="ADAL" clId="{4967B734-A465-2844-BA15-7FBACE49D2F8}" dt="2022-10-04T06:54:12.601" v="68" actId="2696"/>
        <pc:sldMasterMkLst>
          <pc:docMk/>
          <pc:sldMasterMk cId="0" sldId="2147483659"/>
        </pc:sldMasterMkLst>
        <pc:sldLayoutChg chg="del">
          <pc:chgData name="Riccardo Berta" userId="c8694f89-bba4-4576-b0a8-456619ca5a8c" providerId="ADAL" clId="{4967B734-A465-2844-BA15-7FBACE49D2F8}" dt="2022-10-04T06:54:12.601" v="68" actId="2696"/>
          <pc:sldLayoutMkLst>
            <pc:docMk/>
            <pc:sldMasterMk cId="0" sldId="2147483659"/>
            <pc:sldLayoutMk cId="2937273629" sldId="2147483660"/>
          </pc:sldLayoutMkLst>
        </pc:sldLayoutChg>
      </pc:sldMasterChg>
    </pc:docChg>
  </pc:docChgLst>
  <pc:docChgLst>
    <pc:chgData name="Riccardo Berta" userId="c8694f89-bba4-4576-b0a8-456619ca5a8c" providerId="ADAL" clId="{F4AAAA8C-1CB2-214C-996A-F15BCA6CB64E}"/>
    <pc:docChg chg="undo custSel addSld delSld modSld">
      <pc:chgData name="Riccardo Berta" userId="c8694f89-bba4-4576-b0a8-456619ca5a8c" providerId="ADAL" clId="{F4AAAA8C-1CB2-214C-996A-F15BCA6CB64E}" dt="2022-07-29T16:21:50.628" v="2975" actId="1076"/>
      <pc:docMkLst>
        <pc:docMk/>
      </pc:docMkLst>
      <pc:sldChg chg="modSp mod">
        <pc:chgData name="Riccardo Berta" userId="c8694f89-bba4-4576-b0a8-456619ca5a8c" providerId="ADAL" clId="{F4AAAA8C-1CB2-214C-996A-F15BCA6CB64E}" dt="2022-07-27T13:37:29.445" v="2" actId="20577"/>
        <pc:sldMkLst>
          <pc:docMk/>
          <pc:sldMk cId="0" sldId="256"/>
        </pc:sldMkLst>
        <pc:spChg chg="mod">
          <ac:chgData name="Riccardo Berta" userId="c8694f89-bba4-4576-b0a8-456619ca5a8c" providerId="ADAL" clId="{F4AAAA8C-1CB2-214C-996A-F15BCA6CB64E}" dt="2022-07-27T13:37:29.445" v="2" actId="20577"/>
          <ac:spMkLst>
            <pc:docMk/>
            <pc:sldMk cId="0" sldId="256"/>
            <ac:spMk id="62" creationId="{00000000-0000-0000-0000-000000000000}"/>
          </ac:spMkLst>
        </pc:spChg>
      </pc:sldChg>
      <pc:sldChg chg="addSp modSp mod">
        <pc:chgData name="Riccardo Berta" userId="c8694f89-bba4-4576-b0a8-456619ca5a8c" providerId="ADAL" clId="{F4AAAA8C-1CB2-214C-996A-F15BCA6CB64E}" dt="2022-07-27T13:43:23.760" v="162" actId="20577"/>
        <pc:sldMkLst>
          <pc:docMk/>
          <pc:sldMk cId="0" sldId="257"/>
        </pc:sldMkLst>
        <pc:spChg chg="mod">
          <ac:chgData name="Riccardo Berta" userId="c8694f89-bba4-4576-b0a8-456619ca5a8c" providerId="ADAL" clId="{F4AAAA8C-1CB2-214C-996A-F15BCA6CB64E}" dt="2022-07-27T13:38:19.538" v="24" actId="20577"/>
          <ac:spMkLst>
            <pc:docMk/>
            <pc:sldMk cId="0" sldId="257"/>
            <ac:spMk id="83" creationId="{00000000-0000-0000-0000-000000000000}"/>
          </ac:spMkLst>
        </pc:spChg>
        <pc:spChg chg="mod">
          <ac:chgData name="Riccardo Berta" userId="c8694f89-bba4-4576-b0a8-456619ca5a8c" providerId="ADAL" clId="{F4AAAA8C-1CB2-214C-996A-F15BCA6CB64E}" dt="2022-07-27T13:43:23.760" v="162" actId="20577"/>
          <ac:spMkLst>
            <pc:docMk/>
            <pc:sldMk cId="0" sldId="257"/>
            <ac:spMk id="84" creationId="{00000000-0000-0000-0000-000000000000}"/>
          </ac:spMkLst>
        </pc:spChg>
        <pc:picChg chg="add mod">
          <ac:chgData name="Riccardo Berta" userId="c8694f89-bba4-4576-b0a8-456619ca5a8c" providerId="ADAL" clId="{F4AAAA8C-1CB2-214C-996A-F15BCA6CB64E}" dt="2022-07-27T13:43:02.813" v="153" actId="1076"/>
          <ac:picMkLst>
            <pc:docMk/>
            <pc:sldMk cId="0" sldId="257"/>
            <ac:picMk id="3" creationId="{E337B85C-FAA8-CC41-92F2-13E0228E3B65}"/>
          </ac:picMkLst>
        </pc:picChg>
      </pc:sldChg>
      <pc:sldChg chg="modSp del">
        <pc:chgData name="Riccardo Berta" userId="c8694f89-bba4-4576-b0a8-456619ca5a8c" providerId="ADAL" clId="{F4AAAA8C-1CB2-214C-996A-F15BCA6CB64E}" dt="2022-07-27T13:43:43.714" v="164" actId="2696"/>
        <pc:sldMkLst>
          <pc:docMk/>
          <pc:sldMk cId="1899110855" sldId="258"/>
        </pc:sldMkLst>
        <pc:spChg chg="mod">
          <ac:chgData name="Riccardo Berta" userId="c8694f89-bba4-4576-b0a8-456619ca5a8c" providerId="ADAL" clId="{F4AAAA8C-1CB2-214C-996A-F15BCA6CB64E}" dt="2022-07-27T13:43:40.189" v="163"/>
          <ac:spMkLst>
            <pc:docMk/>
            <pc:sldMk cId="1899110855" sldId="258"/>
            <ac:spMk id="2" creationId="{9A367158-2E24-E90C-7ECC-502AB323ED05}"/>
          </ac:spMkLst>
        </pc:spChg>
      </pc:sldChg>
      <pc:sldChg chg="addSp delSp modSp mod">
        <pc:chgData name="Riccardo Berta" userId="c8694f89-bba4-4576-b0a8-456619ca5a8c" providerId="ADAL" clId="{F4AAAA8C-1CB2-214C-996A-F15BCA6CB64E}" dt="2022-07-29T16:13:43.411" v="2890" actId="20577"/>
        <pc:sldMkLst>
          <pc:docMk/>
          <pc:sldMk cId="3018556184" sldId="259"/>
        </pc:sldMkLst>
        <pc:spChg chg="mod">
          <ac:chgData name="Riccardo Berta" userId="c8694f89-bba4-4576-b0a8-456619ca5a8c" providerId="ADAL" clId="{F4AAAA8C-1CB2-214C-996A-F15BCA6CB64E}" dt="2022-07-29T16:13:43.411" v="2890" actId="20577"/>
          <ac:spMkLst>
            <pc:docMk/>
            <pc:sldMk cId="3018556184" sldId="259"/>
            <ac:spMk id="3" creationId="{38BFAA1C-1163-169B-2D77-6FEF73CC8512}"/>
          </ac:spMkLst>
        </pc:spChg>
        <pc:picChg chg="add del mod">
          <ac:chgData name="Riccardo Berta" userId="c8694f89-bba4-4576-b0a8-456619ca5a8c" providerId="ADAL" clId="{F4AAAA8C-1CB2-214C-996A-F15BCA6CB64E}" dt="2022-07-29T07:13:37.040" v="2021" actId="21"/>
          <ac:picMkLst>
            <pc:docMk/>
            <pc:sldMk cId="3018556184" sldId="259"/>
            <ac:picMk id="5" creationId="{3D57D188-F23C-A5F1-8770-234AC5C0F8CD}"/>
          </ac:picMkLst>
        </pc:picChg>
      </pc:sldChg>
      <pc:sldChg chg="del">
        <pc:chgData name="Riccardo Berta" userId="c8694f89-bba4-4576-b0a8-456619ca5a8c" providerId="ADAL" clId="{F4AAAA8C-1CB2-214C-996A-F15BCA6CB64E}" dt="2022-07-27T13:43:45.045" v="165" actId="2696"/>
        <pc:sldMkLst>
          <pc:docMk/>
          <pc:sldMk cId="1104208334" sldId="260"/>
        </pc:sldMkLst>
      </pc:sldChg>
      <pc:sldChg chg="addSp delSp modSp add mod">
        <pc:chgData name="Riccardo Berta" userId="c8694f89-bba4-4576-b0a8-456619ca5a8c" providerId="ADAL" clId="{F4AAAA8C-1CB2-214C-996A-F15BCA6CB64E}" dt="2022-07-28T05:47:21.216" v="337" actId="1076"/>
        <pc:sldMkLst>
          <pc:docMk/>
          <pc:sldMk cId="2119751735" sldId="260"/>
        </pc:sldMkLst>
        <pc:spChg chg="mod">
          <ac:chgData name="Riccardo Berta" userId="c8694f89-bba4-4576-b0a8-456619ca5a8c" providerId="ADAL" clId="{F4AAAA8C-1CB2-214C-996A-F15BCA6CB64E}" dt="2022-07-27T13:45:31.917" v="177" actId="20577"/>
          <ac:spMkLst>
            <pc:docMk/>
            <pc:sldMk cId="2119751735" sldId="260"/>
            <ac:spMk id="83" creationId="{00000000-0000-0000-0000-000000000000}"/>
          </ac:spMkLst>
        </pc:spChg>
        <pc:spChg chg="mod">
          <ac:chgData name="Riccardo Berta" userId="c8694f89-bba4-4576-b0a8-456619ca5a8c" providerId="ADAL" clId="{F4AAAA8C-1CB2-214C-996A-F15BCA6CB64E}" dt="2022-07-28T05:46:51.692" v="332" actId="20577"/>
          <ac:spMkLst>
            <pc:docMk/>
            <pc:sldMk cId="2119751735" sldId="260"/>
            <ac:spMk id="84" creationId="{00000000-0000-0000-0000-000000000000}"/>
          </ac:spMkLst>
        </pc:spChg>
        <pc:grpChg chg="add mod">
          <ac:chgData name="Riccardo Berta" userId="c8694f89-bba4-4576-b0a8-456619ca5a8c" providerId="ADAL" clId="{F4AAAA8C-1CB2-214C-996A-F15BCA6CB64E}" dt="2022-07-28T05:47:21.216" v="337" actId="1076"/>
          <ac:grpSpMkLst>
            <pc:docMk/>
            <pc:sldMk cId="2119751735" sldId="260"/>
            <ac:grpSpMk id="7" creationId="{489CA0CE-5F21-4BF4-5B0C-E98A8FC5FDD8}"/>
          </ac:grpSpMkLst>
        </pc:grpChg>
        <pc:picChg chg="del">
          <ac:chgData name="Riccardo Berta" userId="c8694f89-bba4-4576-b0a8-456619ca5a8c" providerId="ADAL" clId="{F4AAAA8C-1CB2-214C-996A-F15BCA6CB64E}" dt="2022-07-27T13:45:46.742" v="181" actId="478"/>
          <ac:picMkLst>
            <pc:docMk/>
            <pc:sldMk cId="2119751735" sldId="260"/>
            <ac:picMk id="3" creationId="{E337B85C-FAA8-CC41-92F2-13E0228E3B65}"/>
          </ac:picMkLst>
        </pc:picChg>
        <pc:picChg chg="add mod">
          <ac:chgData name="Riccardo Berta" userId="c8694f89-bba4-4576-b0a8-456619ca5a8c" providerId="ADAL" clId="{F4AAAA8C-1CB2-214C-996A-F15BCA6CB64E}" dt="2022-07-28T05:45:35.354" v="315" actId="164"/>
          <ac:picMkLst>
            <pc:docMk/>
            <pc:sldMk cId="2119751735" sldId="260"/>
            <ac:picMk id="4" creationId="{BEB555A5-8E8F-EF63-4BD5-BDB8C5B0448C}"/>
          </ac:picMkLst>
        </pc:picChg>
        <pc:picChg chg="add mod">
          <ac:chgData name="Riccardo Berta" userId="c8694f89-bba4-4576-b0a8-456619ca5a8c" providerId="ADAL" clId="{F4AAAA8C-1CB2-214C-996A-F15BCA6CB64E}" dt="2022-07-28T05:45:35.354" v="315" actId="164"/>
          <ac:picMkLst>
            <pc:docMk/>
            <pc:sldMk cId="2119751735" sldId="260"/>
            <ac:picMk id="6" creationId="{177C8D6D-02B1-C754-62AE-4DE123A1F0A3}"/>
          </ac:picMkLst>
        </pc:picChg>
        <pc:picChg chg="add mod">
          <ac:chgData name="Riccardo Berta" userId="c8694f89-bba4-4576-b0a8-456619ca5a8c" providerId="ADAL" clId="{F4AAAA8C-1CB2-214C-996A-F15BCA6CB64E}" dt="2022-07-28T05:47:04.885" v="335" actId="167"/>
          <ac:picMkLst>
            <pc:docMk/>
            <pc:sldMk cId="2119751735" sldId="260"/>
            <ac:picMk id="9" creationId="{B47B7D50-84FB-AA7F-8A99-66D4AF7E0E9D}"/>
          </ac:picMkLst>
        </pc:picChg>
      </pc:sldChg>
      <pc:sldChg chg="del">
        <pc:chgData name="Riccardo Berta" userId="c8694f89-bba4-4576-b0a8-456619ca5a8c" providerId="ADAL" clId="{F4AAAA8C-1CB2-214C-996A-F15BCA6CB64E}" dt="2022-07-27T13:43:46.058" v="166" actId="2696"/>
        <pc:sldMkLst>
          <pc:docMk/>
          <pc:sldMk cId="1290395919" sldId="261"/>
        </pc:sldMkLst>
      </pc:sldChg>
      <pc:sldChg chg="delSp modSp add mod">
        <pc:chgData name="Riccardo Berta" userId="c8694f89-bba4-4576-b0a8-456619ca5a8c" providerId="ADAL" clId="{F4AAAA8C-1CB2-214C-996A-F15BCA6CB64E}" dt="2022-07-28T06:08:36.900" v="979" actId="20577"/>
        <pc:sldMkLst>
          <pc:docMk/>
          <pc:sldMk cId="2389937581" sldId="261"/>
        </pc:sldMkLst>
        <pc:spChg chg="mod">
          <ac:chgData name="Riccardo Berta" userId="c8694f89-bba4-4576-b0a8-456619ca5a8c" providerId="ADAL" clId="{F4AAAA8C-1CB2-214C-996A-F15BCA6CB64E}" dt="2022-07-28T05:48:31.210" v="384" actId="20577"/>
          <ac:spMkLst>
            <pc:docMk/>
            <pc:sldMk cId="2389937581" sldId="261"/>
            <ac:spMk id="83" creationId="{00000000-0000-0000-0000-000000000000}"/>
          </ac:spMkLst>
        </pc:spChg>
        <pc:spChg chg="mod">
          <ac:chgData name="Riccardo Berta" userId="c8694f89-bba4-4576-b0a8-456619ca5a8c" providerId="ADAL" clId="{F4AAAA8C-1CB2-214C-996A-F15BCA6CB64E}" dt="2022-07-28T06:08:36.900" v="979" actId="20577"/>
          <ac:spMkLst>
            <pc:docMk/>
            <pc:sldMk cId="2389937581" sldId="261"/>
            <ac:spMk id="84" creationId="{00000000-0000-0000-0000-000000000000}"/>
          </ac:spMkLst>
        </pc:spChg>
        <pc:picChg chg="del">
          <ac:chgData name="Riccardo Berta" userId="c8694f89-bba4-4576-b0a8-456619ca5a8c" providerId="ADAL" clId="{F4AAAA8C-1CB2-214C-996A-F15BCA6CB64E}" dt="2022-07-28T05:48:38.627" v="386" actId="478"/>
          <ac:picMkLst>
            <pc:docMk/>
            <pc:sldMk cId="2389937581" sldId="261"/>
            <ac:picMk id="3" creationId="{E337B85C-FAA8-CC41-92F2-13E0228E3B65}"/>
          </ac:picMkLst>
        </pc:picChg>
      </pc:sldChg>
      <pc:sldChg chg="addSp delSp modSp add mod">
        <pc:chgData name="Riccardo Berta" userId="c8694f89-bba4-4576-b0a8-456619ca5a8c" providerId="ADAL" clId="{F4AAAA8C-1CB2-214C-996A-F15BCA6CB64E}" dt="2022-07-28T06:20:33.799" v="1324" actId="58"/>
        <pc:sldMkLst>
          <pc:docMk/>
          <pc:sldMk cId="1270389364" sldId="262"/>
        </pc:sldMkLst>
        <pc:spChg chg="mod">
          <ac:chgData name="Riccardo Berta" userId="c8694f89-bba4-4576-b0a8-456619ca5a8c" providerId="ADAL" clId="{F4AAAA8C-1CB2-214C-996A-F15BCA6CB64E}" dt="2022-07-28T06:09:05.210" v="991" actId="20577"/>
          <ac:spMkLst>
            <pc:docMk/>
            <pc:sldMk cId="1270389364" sldId="262"/>
            <ac:spMk id="83" creationId="{00000000-0000-0000-0000-000000000000}"/>
          </ac:spMkLst>
        </pc:spChg>
        <pc:spChg chg="mod">
          <ac:chgData name="Riccardo Berta" userId="c8694f89-bba4-4576-b0a8-456619ca5a8c" providerId="ADAL" clId="{F4AAAA8C-1CB2-214C-996A-F15BCA6CB64E}" dt="2022-07-28T06:20:33.799" v="1324" actId="58"/>
          <ac:spMkLst>
            <pc:docMk/>
            <pc:sldMk cId="1270389364" sldId="262"/>
            <ac:spMk id="84" creationId="{00000000-0000-0000-0000-000000000000}"/>
          </ac:spMkLst>
        </pc:spChg>
        <pc:picChg chg="del">
          <ac:chgData name="Riccardo Berta" userId="c8694f89-bba4-4576-b0a8-456619ca5a8c" providerId="ADAL" clId="{F4AAAA8C-1CB2-214C-996A-F15BCA6CB64E}" dt="2022-07-28T06:09:15.678" v="996" actId="478"/>
          <ac:picMkLst>
            <pc:docMk/>
            <pc:sldMk cId="1270389364" sldId="262"/>
            <ac:picMk id="3" creationId="{E337B85C-FAA8-CC41-92F2-13E0228E3B65}"/>
          </ac:picMkLst>
        </pc:picChg>
        <pc:picChg chg="add mod">
          <ac:chgData name="Riccardo Berta" userId="c8694f89-bba4-4576-b0a8-456619ca5a8c" providerId="ADAL" clId="{F4AAAA8C-1CB2-214C-996A-F15BCA6CB64E}" dt="2022-07-28T06:17:50.208" v="1230" actId="1036"/>
          <ac:picMkLst>
            <pc:docMk/>
            <pc:sldMk cId="1270389364" sldId="262"/>
            <ac:picMk id="4" creationId="{AB9A4B8B-5326-C7E4-06B6-378D995D5B26}"/>
          </ac:picMkLst>
        </pc:picChg>
      </pc:sldChg>
      <pc:sldChg chg="del">
        <pc:chgData name="Riccardo Berta" userId="c8694f89-bba4-4576-b0a8-456619ca5a8c" providerId="ADAL" clId="{F4AAAA8C-1CB2-214C-996A-F15BCA6CB64E}" dt="2022-07-27T13:43:47.251" v="167" actId="2696"/>
        <pc:sldMkLst>
          <pc:docMk/>
          <pc:sldMk cId="4130549615" sldId="262"/>
        </pc:sldMkLst>
      </pc:sldChg>
      <pc:sldChg chg="modSp add mod">
        <pc:chgData name="Riccardo Berta" userId="c8694f89-bba4-4576-b0a8-456619ca5a8c" providerId="ADAL" clId="{F4AAAA8C-1CB2-214C-996A-F15BCA6CB64E}" dt="2022-07-29T07:18:15.970" v="2126" actId="1076"/>
        <pc:sldMkLst>
          <pc:docMk/>
          <pc:sldMk cId="2644872656" sldId="263"/>
        </pc:sldMkLst>
        <pc:spChg chg="mod">
          <ac:chgData name="Riccardo Berta" userId="c8694f89-bba4-4576-b0a8-456619ca5a8c" providerId="ADAL" clId="{F4AAAA8C-1CB2-214C-996A-F15BCA6CB64E}" dt="2022-07-28T13:41:46.191" v="1354" actId="20577"/>
          <ac:spMkLst>
            <pc:docMk/>
            <pc:sldMk cId="2644872656" sldId="263"/>
            <ac:spMk id="83" creationId="{00000000-0000-0000-0000-000000000000}"/>
          </ac:spMkLst>
        </pc:spChg>
        <pc:spChg chg="mod">
          <ac:chgData name="Riccardo Berta" userId="c8694f89-bba4-4576-b0a8-456619ca5a8c" providerId="ADAL" clId="{F4AAAA8C-1CB2-214C-996A-F15BCA6CB64E}" dt="2022-07-29T07:18:15.970" v="2126" actId="1076"/>
          <ac:spMkLst>
            <pc:docMk/>
            <pc:sldMk cId="2644872656" sldId="263"/>
            <ac:spMk id="84" creationId="{00000000-0000-0000-0000-000000000000}"/>
          </ac:spMkLst>
        </pc:spChg>
      </pc:sldChg>
      <pc:sldChg chg="del">
        <pc:chgData name="Riccardo Berta" userId="c8694f89-bba4-4576-b0a8-456619ca5a8c" providerId="ADAL" clId="{F4AAAA8C-1CB2-214C-996A-F15BCA6CB64E}" dt="2022-07-27T13:43:48.139" v="168" actId="2696"/>
        <pc:sldMkLst>
          <pc:docMk/>
          <pc:sldMk cId="3102138681" sldId="263"/>
        </pc:sldMkLst>
      </pc:sldChg>
      <pc:sldChg chg="modSp add mod">
        <pc:chgData name="Riccardo Berta" userId="c8694f89-bba4-4576-b0a8-456619ca5a8c" providerId="ADAL" clId="{F4AAAA8C-1CB2-214C-996A-F15BCA6CB64E}" dt="2022-07-28T13:59:43.403" v="1794" actId="20577"/>
        <pc:sldMkLst>
          <pc:docMk/>
          <pc:sldMk cId="1681389695" sldId="264"/>
        </pc:sldMkLst>
        <pc:spChg chg="mod">
          <ac:chgData name="Riccardo Berta" userId="c8694f89-bba4-4576-b0a8-456619ca5a8c" providerId="ADAL" clId="{F4AAAA8C-1CB2-214C-996A-F15BCA6CB64E}" dt="2022-07-28T13:55:27.771" v="1667" actId="20577"/>
          <ac:spMkLst>
            <pc:docMk/>
            <pc:sldMk cId="1681389695" sldId="264"/>
            <ac:spMk id="83" creationId="{00000000-0000-0000-0000-000000000000}"/>
          </ac:spMkLst>
        </pc:spChg>
        <pc:spChg chg="mod">
          <ac:chgData name="Riccardo Berta" userId="c8694f89-bba4-4576-b0a8-456619ca5a8c" providerId="ADAL" clId="{F4AAAA8C-1CB2-214C-996A-F15BCA6CB64E}" dt="2022-07-28T13:59:43.403" v="1794" actId="20577"/>
          <ac:spMkLst>
            <pc:docMk/>
            <pc:sldMk cId="1681389695" sldId="264"/>
            <ac:spMk id="84" creationId="{00000000-0000-0000-0000-000000000000}"/>
          </ac:spMkLst>
        </pc:spChg>
      </pc:sldChg>
      <pc:sldChg chg="del">
        <pc:chgData name="Riccardo Berta" userId="c8694f89-bba4-4576-b0a8-456619ca5a8c" providerId="ADAL" clId="{F4AAAA8C-1CB2-214C-996A-F15BCA6CB64E}" dt="2022-07-27T13:43:49.652" v="169" actId="2696"/>
        <pc:sldMkLst>
          <pc:docMk/>
          <pc:sldMk cId="2113557187" sldId="264"/>
        </pc:sldMkLst>
      </pc:sldChg>
      <pc:sldChg chg="del">
        <pc:chgData name="Riccardo Berta" userId="c8694f89-bba4-4576-b0a8-456619ca5a8c" providerId="ADAL" clId="{F4AAAA8C-1CB2-214C-996A-F15BCA6CB64E}" dt="2022-07-27T13:43:57.658" v="170" actId="2696"/>
        <pc:sldMkLst>
          <pc:docMk/>
          <pc:sldMk cId="2045385232" sldId="265"/>
        </pc:sldMkLst>
      </pc:sldChg>
      <pc:sldChg chg="addSp modSp add mod">
        <pc:chgData name="Riccardo Berta" userId="c8694f89-bba4-4576-b0a8-456619ca5a8c" providerId="ADAL" clId="{F4AAAA8C-1CB2-214C-996A-F15BCA6CB64E}" dt="2022-07-29T07:15:19.612" v="2059" actId="1037"/>
        <pc:sldMkLst>
          <pc:docMk/>
          <pc:sldMk cId="2862573505" sldId="265"/>
        </pc:sldMkLst>
        <pc:spChg chg="mod">
          <ac:chgData name="Riccardo Berta" userId="c8694f89-bba4-4576-b0a8-456619ca5a8c" providerId="ADAL" clId="{F4AAAA8C-1CB2-214C-996A-F15BCA6CB64E}" dt="2022-07-28T14:01:34.242" v="1824" actId="20577"/>
          <ac:spMkLst>
            <pc:docMk/>
            <pc:sldMk cId="2862573505" sldId="265"/>
            <ac:spMk id="83" creationId="{00000000-0000-0000-0000-000000000000}"/>
          </ac:spMkLst>
        </pc:spChg>
        <pc:spChg chg="mod">
          <ac:chgData name="Riccardo Berta" userId="c8694f89-bba4-4576-b0a8-456619ca5a8c" providerId="ADAL" clId="{F4AAAA8C-1CB2-214C-996A-F15BCA6CB64E}" dt="2022-07-29T07:14:51.920" v="2043" actId="1076"/>
          <ac:spMkLst>
            <pc:docMk/>
            <pc:sldMk cId="2862573505" sldId="265"/>
            <ac:spMk id="84" creationId="{00000000-0000-0000-0000-000000000000}"/>
          </ac:spMkLst>
        </pc:spChg>
        <pc:picChg chg="add mod">
          <ac:chgData name="Riccardo Berta" userId="c8694f89-bba4-4576-b0a8-456619ca5a8c" providerId="ADAL" clId="{F4AAAA8C-1CB2-214C-996A-F15BCA6CB64E}" dt="2022-07-29T07:14:07.899" v="2027" actId="1076"/>
          <ac:picMkLst>
            <pc:docMk/>
            <pc:sldMk cId="2862573505" sldId="265"/>
            <ac:picMk id="3" creationId="{E5BCAA50-F768-A24F-D65F-DC7B97A8A06C}"/>
          </ac:picMkLst>
        </pc:picChg>
        <pc:picChg chg="add mod">
          <ac:chgData name="Riccardo Berta" userId="c8694f89-bba4-4576-b0a8-456619ca5a8c" providerId="ADAL" clId="{F4AAAA8C-1CB2-214C-996A-F15BCA6CB64E}" dt="2022-07-29T07:15:19.612" v="2059" actId="1037"/>
          <ac:picMkLst>
            <pc:docMk/>
            <pc:sldMk cId="2862573505" sldId="265"/>
            <ac:picMk id="5" creationId="{743A1BA3-6E04-AB8A-9650-4CD776CB6A72}"/>
          </ac:picMkLst>
        </pc:picChg>
        <pc:picChg chg="add mod">
          <ac:chgData name="Riccardo Berta" userId="c8694f89-bba4-4576-b0a8-456619ca5a8c" providerId="ADAL" clId="{F4AAAA8C-1CB2-214C-996A-F15BCA6CB64E}" dt="2022-07-29T07:15:08.710" v="2051" actId="1037"/>
          <ac:picMkLst>
            <pc:docMk/>
            <pc:sldMk cId="2862573505" sldId="265"/>
            <ac:picMk id="6" creationId="{9C1ABB64-8085-F0EF-1388-6AF4DB3909BB}"/>
          </ac:picMkLst>
        </pc:picChg>
      </pc:sldChg>
      <pc:sldChg chg="modSp add mod">
        <pc:chgData name="Riccardo Berta" userId="c8694f89-bba4-4576-b0a8-456619ca5a8c" providerId="ADAL" clId="{F4AAAA8C-1CB2-214C-996A-F15BCA6CB64E}" dt="2022-07-29T15:42:16.243" v="2364" actId="404"/>
        <pc:sldMkLst>
          <pc:docMk/>
          <pc:sldMk cId="4181844165" sldId="266"/>
        </pc:sldMkLst>
        <pc:spChg chg="mod">
          <ac:chgData name="Riccardo Berta" userId="c8694f89-bba4-4576-b0a8-456619ca5a8c" providerId="ADAL" clId="{F4AAAA8C-1CB2-214C-996A-F15BCA6CB64E}" dt="2022-07-29T07:11:57.611" v="2016"/>
          <ac:spMkLst>
            <pc:docMk/>
            <pc:sldMk cId="4181844165" sldId="266"/>
            <ac:spMk id="83" creationId="{00000000-0000-0000-0000-000000000000}"/>
          </ac:spMkLst>
        </pc:spChg>
        <pc:spChg chg="mod">
          <ac:chgData name="Riccardo Berta" userId="c8694f89-bba4-4576-b0a8-456619ca5a8c" providerId="ADAL" clId="{F4AAAA8C-1CB2-214C-996A-F15BCA6CB64E}" dt="2022-07-29T15:42:16.243" v="2364" actId="404"/>
          <ac:spMkLst>
            <pc:docMk/>
            <pc:sldMk cId="4181844165" sldId="266"/>
            <ac:spMk id="84" creationId="{00000000-0000-0000-0000-000000000000}"/>
          </ac:spMkLst>
        </pc:spChg>
      </pc:sldChg>
      <pc:sldChg chg="addSp delSp modSp add mod">
        <pc:chgData name="Riccardo Berta" userId="c8694f89-bba4-4576-b0a8-456619ca5a8c" providerId="ADAL" clId="{F4AAAA8C-1CB2-214C-996A-F15BCA6CB64E}" dt="2022-07-29T16:21:50.628" v="2975" actId="1076"/>
        <pc:sldMkLst>
          <pc:docMk/>
          <pc:sldMk cId="216455838" sldId="267"/>
        </pc:sldMkLst>
        <pc:spChg chg="mod">
          <ac:chgData name="Riccardo Berta" userId="c8694f89-bba4-4576-b0a8-456619ca5a8c" providerId="ADAL" clId="{F4AAAA8C-1CB2-214C-996A-F15BCA6CB64E}" dt="2022-07-29T16:21:40.165" v="2974" actId="20577"/>
          <ac:spMkLst>
            <pc:docMk/>
            <pc:sldMk cId="216455838" sldId="267"/>
            <ac:spMk id="83" creationId="{00000000-0000-0000-0000-000000000000}"/>
          </ac:spMkLst>
        </pc:spChg>
        <pc:spChg chg="mod">
          <ac:chgData name="Riccardo Berta" userId="c8694f89-bba4-4576-b0a8-456619ca5a8c" providerId="ADAL" clId="{F4AAAA8C-1CB2-214C-996A-F15BCA6CB64E}" dt="2022-07-29T16:21:04.813" v="2957" actId="20577"/>
          <ac:spMkLst>
            <pc:docMk/>
            <pc:sldMk cId="216455838" sldId="267"/>
            <ac:spMk id="84" creationId="{00000000-0000-0000-0000-000000000000}"/>
          </ac:spMkLst>
        </pc:spChg>
        <pc:picChg chg="add del">
          <ac:chgData name="Riccardo Berta" userId="c8694f89-bba4-4576-b0a8-456619ca5a8c" providerId="ADAL" clId="{F4AAAA8C-1CB2-214C-996A-F15BCA6CB64E}" dt="2022-07-29T15:53:24.645" v="2396" actId="478"/>
          <ac:picMkLst>
            <pc:docMk/>
            <pc:sldMk cId="216455838" sldId="267"/>
            <ac:picMk id="2" creationId="{F4FCEF60-8194-3CD6-BE60-E133D5DF313E}"/>
          </ac:picMkLst>
        </pc:picChg>
        <pc:picChg chg="add mod">
          <ac:chgData name="Riccardo Berta" userId="c8694f89-bba4-4576-b0a8-456619ca5a8c" providerId="ADAL" clId="{F4AAAA8C-1CB2-214C-996A-F15BCA6CB64E}" dt="2022-07-29T16:21:09.630" v="2958" actId="1076"/>
          <ac:picMkLst>
            <pc:docMk/>
            <pc:sldMk cId="216455838" sldId="267"/>
            <ac:picMk id="4" creationId="{E6F64BDC-73CD-7216-BA09-69DDCB93F9D4}"/>
          </ac:picMkLst>
        </pc:picChg>
        <pc:picChg chg="add mod">
          <ac:chgData name="Riccardo Berta" userId="c8694f89-bba4-4576-b0a8-456619ca5a8c" providerId="ADAL" clId="{F4AAAA8C-1CB2-214C-996A-F15BCA6CB64E}" dt="2022-07-29T16:21:50.628" v="2975" actId="1076"/>
          <ac:picMkLst>
            <pc:docMk/>
            <pc:sldMk cId="216455838" sldId="267"/>
            <ac:picMk id="5" creationId="{3ACC4B13-0F8B-1CAD-68C4-DF5DFDB1BD88}"/>
          </ac:picMkLst>
        </pc:picChg>
      </pc:sldChg>
      <pc:sldChg chg="modSp add mod">
        <pc:chgData name="Riccardo Berta" userId="c8694f89-bba4-4576-b0a8-456619ca5a8c" providerId="ADAL" clId="{F4AAAA8C-1CB2-214C-996A-F15BCA6CB64E}" dt="2022-07-29T16:13:07.544" v="2873" actId="20577"/>
        <pc:sldMkLst>
          <pc:docMk/>
          <pc:sldMk cId="925286286" sldId="268"/>
        </pc:sldMkLst>
        <pc:spChg chg="mod">
          <ac:chgData name="Riccardo Berta" userId="c8694f89-bba4-4576-b0a8-456619ca5a8c" providerId="ADAL" clId="{F4AAAA8C-1CB2-214C-996A-F15BCA6CB64E}" dt="2022-07-29T16:00:31.322" v="2504"/>
          <ac:spMkLst>
            <pc:docMk/>
            <pc:sldMk cId="925286286" sldId="268"/>
            <ac:spMk id="83" creationId="{00000000-0000-0000-0000-000000000000}"/>
          </ac:spMkLst>
        </pc:spChg>
        <pc:spChg chg="mod">
          <ac:chgData name="Riccardo Berta" userId="c8694f89-bba4-4576-b0a8-456619ca5a8c" providerId="ADAL" clId="{F4AAAA8C-1CB2-214C-996A-F15BCA6CB64E}" dt="2022-07-29T16:13:07.544" v="2873" actId="20577"/>
          <ac:spMkLst>
            <pc:docMk/>
            <pc:sldMk cId="925286286" sldId="268"/>
            <ac:spMk id="84" creationId="{00000000-0000-0000-0000-000000000000}"/>
          </ac:spMkLst>
        </pc:spChg>
      </pc:sldChg>
      <pc:sldChg chg="addSp modSp add mod">
        <pc:chgData name="Riccardo Berta" userId="c8694f89-bba4-4576-b0a8-456619ca5a8c" providerId="ADAL" clId="{F4AAAA8C-1CB2-214C-996A-F15BCA6CB64E}" dt="2022-07-29T16:20:35.039" v="2951" actId="962"/>
        <pc:sldMkLst>
          <pc:docMk/>
          <pc:sldMk cId="3471997037" sldId="269"/>
        </pc:sldMkLst>
        <pc:spChg chg="mod">
          <ac:chgData name="Riccardo Berta" userId="c8694f89-bba4-4576-b0a8-456619ca5a8c" providerId="ADAL" clId="{F4AAAA8C-1CB2-214C-996A-F15BCA6CB64E}" dt="2022-07-29T16:17:02.750" v="2922" actId="20577"/>
          <ac:spMkLst>
            <pc:docMk/>
            <pc:sldMk cId="3471997037" sldId="269"/>
            <ac:spMk id="83" creationId="{00000000-0000-0000-0000-000000000000}"/>
          </ac:spMkLst>
        </pc:spChg>
        <pc:spChg chg="mod">
          <ac:chgData name="Riccardo Berta" userId="c8694f89-bba4-4576-b0a8-456619ca5a8c" providerId="ADAL" clId="{F4AAAA8C-1CB2-214C-996A-F15BCA6CB64E}" dt="2022-07-29T16:18:45.638" v="2948" actId="20577"/>
          <ac:spMkLst>
            <pc:docMk/>
            <pc:sldMk cId="3471997037" sldId="269"/>
            <ac:spMk id="84" creationId="{00000000-0000-0000-0000-000000000000}"/>
          </ac:spMkLst>
        </pc:spChg>
        <pc:picChg chg="add mod">
          <ac:chgData name="Riccardo Berta" userId="c8694f89-bba4-4576-b0a8-456619ca5a8c" providerId="ADAL" clId="{F4AAAA8C-1CB2-214C-996A-F15BCA6CB64E}" dt="2022-07-29T16:20:35.039" v="2951" actId="962"/>
          <ac:picMkLst>
            <pc:docMk/>
            <pc:sldMk cId="3471997037" sldId="269"/>
            <ac:picMk id="3" creationId="{471AFF0B-7713-10C4-E8A3-3EDBC8FE0FD9}"/>
          </ac:picMkLst>
        </pc:picChg>
      </pc:sldChg>
      <pc:sldChg chg="add">
        <pc:chgData name="Riccardo Berta" userId="c8694f89-bba4-4576-b0a8-456619ca5a8c" providerId="ADAL" clId="{F4AAAA8C-1CB2-214C-996A-F15BCA6CB64E}" dt="2022-07-28T14:01:20.148" v="1808"/>
        <pc:sldMkLst>
          <pc:docMk/>
          <pc:sldMk cId="3130917410" sldId="270"/>
        </pc:sldMkLst>
      </pc:sldChg>
      <pc:sldChg chg="add">
        <pc:chgData name="Riccardo Berta" userId="c8694f89-bba4-4576-b0a8-456619ca5a8c" providerId="ADAL" clId="{F4AAAA8C-1CB2-214C-996A-F15BCA6CB64E}" dt="2022-07-28T14:01:20.483" v="1809"/>
        <pc:sldMkLst>
          <pc:docMk/>
          <pc:sldMk cId="2266699268" sldId="271"/>
        </pc:sldMkLst>
      </pc:sldChg>
    </pc:docChg>
  </pc:docChgLst>
  <pc:docChgLst>
    <pc:chgData name="Riccardo Berta" userId="c8694f89-bba4-4576-b0a8-456619ca5a8c" providerId="ADAL" clId="{89457721-8AF9-BB44-BAF2-46F7B0D7D7E8}"/>
    <pc:docChg chg="custSel addSld delSld modSld">
      <pc:chgData name="Riccardo Berta" userId="c8694f89-bba4-4576-b0a8-456619ca5a8c" providerId="ADAL" clId="{89457721-8AF9-BB44-BAF2-46F7B0D7D7E8}" dt="2022-08-30T09:55:24.863" v="44" actId="20577"/>
      <pc:docMkLst>
        <pc:docMk/>
      </pc:docMkLst>
      <pc:sldChg chg="modSp mod">
        <pc:chgData name="Riccardo Berta" userId="c8694f89-bba4-4576-b0a8-456619ca5a8c" providerId="ADAL" clId="{89457721-8AF9-BB44-BAF2-46F7B0D7D7E8}" dt="2022-08-30T09:54:06.379" v="7" actId="20577"/>
        <pc:sldMkLst>
          <pc:docMk/>
          <pc:sldMk cId="0" sldId="256"/>
        </pc:sldMkLst>
        <pc:spChg chg="mod">
          <ac:chgData name="Riccardo Berta" userId="c8694f89-bba4-4576-b0a8-456619ca5a8c" providerId="ADAL" clId="{89457721-8AF9-BB44-BAF2-46F7B0D7D7E8}" dt="2022-08-30T09:54:06.379" v="7" actId="20577"/>
          <ac:spMkLst>
            <pc:docMk/>
            <pc:sldMk cId="0" sldId="256"/>
            <ac:spMk id="62" creationId="{00000000-0000-0000-0000-000000000000}"/>
          </ac:spMkLst>
        </pc:spChg>
      </pc:sldChg>
      <pc:sldChg chg="delSp modSp mod">
        <pc:chgData name="Riccardo Berta" userId="c8694f89-bba4-4576-b0a8-456619ca5a8c" providerId="ADAL" clId="{89457721-8AF9-BB44-BAF2-46F7B0D7D7E8}" dt="2022-08-30T09:54:23.221" v="18" actId="478"/>
        <pc:sldMkLst>
          <pc:docMk/>
          <pc:sldMk cId="0" sldId="257"/>
        </pc:sldMkLst>
        <pc:spChg chg="mod">
          <ac:chgData name="Riccardo Berta" userId="c8694f89-bba4-4576-b0a8-456619ca5a8c" providerId="ADAL" clId="{89457721-8AF9-BB44-BAF2-46F7B0D7D7E8}" dt="2022-08-30T09:54:14.367" v="13" actId="20577"/>
          <ac:spMkLst>
            <pc:docMk/>
            <pc:sldMk cId="0" sldId="257"/>
            <ac:spMk id="83" creationId="{00000000-0000-0000-0000-000000000000}"/>
          </ac:spMkLst>
        </pc:spChg>
        <pc:spChg chg="mod">
          <ac:chgData name="Riccardo Berta" userId="c8694f89-bba4-4576-b0a8-456619ca5a8c" providerId="ADAL" clId="{89457721-8AF9-BB44-BAF2-46F7B0D7D7E8}" dt="2022-08-30T09:54:19.217" v="17" actId="20577"/>
          <ac:spMkLst>
            <pc:docMk/>
            <pc:sldMk cId="0" sldId="257"/>
            <ac:spMk id="84" creationId="{00000000-0000-0000-0000-000000000000}"/>
          </ac:spMkLst>
        </pc:spChg>
        <pc:picChg chg="del">
          <ac:chgData name="Riccardo Berta" userId="c8694f89-bba4-4576-b0a8-456619ca5a8c" providerId="ADAL" clId="{89457721-8AF9-BB44-BAF2-46F7B0D7D7E8}" dt="2022-08-30T09:54:23.221" v="18" actId="478"/>
          <ac:picMkLst>
            <pc:docMk/>
            <pc:sldMk cId="0" sldId="257"/>
            <ac:picMk id="3" creationId="{EE0D0F3E-A843-92E5-ABBC-F41E3CA3C922}"/>
          </ac:picMkLst>
        </pc:picChg>
        <pc:picChg chg="del">
          <ac:chgData name="Riccardo Berta" userId="c8694f89-bba4-4576-b0a8-456619ca5a8c" providerId="ADAL" clId="{89457721-8AF9-BB44-BAF2-46F7B0D7D7E8}" dt="2022-08-30T09:54:16.325" v="14" actId="478"/>
          <ac:picMkLst>
            <pc:docMk/>
            <pc:sldMk cId="0" sldId="257"/>
            <ac:picMk id="5" creationId="{692F2B73-F6B6-F2AC-BB2A-2B1020944694}"/>
          </ac:picMkLst>
        </pc:picChg>
      </pc:sldChg>
      <pc:sldChg chg="modSp mod">
        <pc:chgData name="Riccardo Berta" userId="c8694f89-bba4-4576-b0a8-456619ca5a8c" providerId="ADAL" clId="{89457721-8AF9-BB44-BAF2-46F7B0D7D7E8}" dt="2022-08-30T09:54:11.362" v="10" actId="20577"/>
        <pc:sldMkLst>
          <pc:docMk/>
          <pc:sldMk cId="3018556184" sldId="259"/>
        </pc:sldMkLst>
        <pc:spChg chg="mod">
          <ac:chgData name="Riccardo Berta" userId="c8694f89-bba4-4576-b0a8-456619ca5a8c" providerId="ADAL" clId="{89457721-8AF9-BB44-BAF2-46F7B0D7D7E8}" dt="2022-08-30T09:54:11.362" v="10" actId="20577"/>
          <ac:spMkLst>
            <pc:docMk/>
            <pc:sldMk cId="3018556184" sldId="259"/>
            <ac:spMk id="3" creationId="{38BFAA1C-1163-169B-2D77-6FEF73CC8512}"/>
          </ac:spMkLst>
        </pc:spChg>
      </pc:sldChg>
      <pc:sldChg chg="add">
        <pc:chgData name="Riccardo Berta" userId="c8694f89-bba4-4576-b0a8-456619ca5a8c" providerId="ADAL" clId="{89457721-8AF9-BB44-BAF2-46F7B0D7D7E8}" dt="2022-08-30T09:54:31.238" v="24"/>
        <pc:sldMkLst>
          <pc:docMk/>
          <pc:sldMk cId="3239712184" sldId="260"/>
        </pc:sldMkLst>
      </pc:sldChg>
      <pc:sldChg chg="del">
        <pc:chgData name="Riccardo Berta" userId="c8694f89-bba4-4576-b0a8-456619ca5a8c" providerId="ADAL" clId="{89457721-8AF9-BB44-BAF2-46F7B0D7D7E8}" dt="2022-08-30T09:54:26.068" v="19" actId="2696"/>
        <pc:sldMkLst>
          <pc:docMk/>
          <pc:sldMk cId="3692252167" sldId="260"/>
        </pc:sldMkLst>
      </pc:sldChg>
      <pc:sldChg chg="add">
        <pc:chgData name="Riccardo Berta" userId="c8694f89-bba4-4576-b0a8-456619ca5a8c" providerId="ADAL" clId="{89457721-8AF9-BB44-BAF2-46F7B0D7D7E8}" dt="2022-08-30T09:54:32.176" v="25"/>
        <pc:sldMkLst>
          <pc:docMk/>
          <pc:sldMk cId="723946338" sldId="261"/>
        </pc:sldMkLst>
      </pc:sldChg>
      <pc:sldChg chg="del">
        <pc:chgData name="Riccardo Berta" userId="c8694f89-bba4-4576-b0a8-456619ca5a8c" providerId="ADAL" clId="{89457721-8AF9-BB44-BAF2-46F7B0D7D7E8}" dt="2022-08-30T09:54:26.532" v="20" actId="2696"/>
        <pc:sldMkLst>
          <pc:docMk/>
          <pc:sldMk cId="846979211" sldId="261"/>
        </pc:sldMkLst>
      </pc:sldChg>
      <pc:sldChg chg="del">
        <pc:chgData name="Riccardo Berta" userId="c8694f89-bba4-4576-b0a8-456619ca5a8c" providerId="ADAL" clId="{89457721-8AF9-BB44-BAF2-46F7B0D7D7E8}" dt="2022-08-30T09:54:26.938" v="21" actId="2696"/>
        <pc:sldMkLst>
          <pc:docMk/>
          <pc:sldMk cId="447929702" sldId="262"/>
        </pc:sldMkLst>
      </pc:sldChg>
      <pc:sldChg chg="add">
        <pc:chgData name="Riccardo Berta" userId="c8694f89-bba4-4576-b0a8-456619ca5a8c" providerId="ADAL" clId="{89457721-8AF9-BB44-BAF2-46F7B0D7D7E8}" dt="2022-08-30T09:54:33.167" v="26"/>
        <pc:sldMkLst>
          <pc:docMk/>
          <pc:sldMk cId="1167696200" sldId="262"/>
        </pc:sldMkLst>
      </pc:sldChg>
      <pc:sldChg chg="del">
        <pc:chgData name="Riccardo Berta" userId="c8694f89-bba4-4576-b0a8-456619ca5a8c" providerId="ADAL" clId="{89457721-8AF9-BB44-BAF2-46F7B0D7D7E8}" dt="2022-08-30T09:54:27.400" v="22" actId="2696"/>
        <pc:sldMkLst>
          <pc:docMk/>
          <pc:sldMk cId="11402927" sldId="263"/>
        </pc:sldMkLst>
      </pc:sldChg>
      <pc:sldChg chg="modSp add mod">
        <pc:chgData name="Riccardo Berta" userId="c8694f89-bba4-4576-b0a8-456619ca5a8c" providerId="ADAL" clId="{89457721-8AF9-BB44-BAF2-46F7B0D7D7E8}" dt="2022-08-30T09:55:24.863" v="44" actId="20577"/>
        <pc:sldMkLst>
          <pc:docMk/>
          <pc:sldMk cId="1817587258" sldId="263"/>
        </pc:sldMkLst>
        <pc:spChg chg="mod">
          <ac:chgData name="Riccardo Berta" userId="c8694f89-bba4-4576-b0a8-456619ca5a8c" providerId="ADAL" clId="{89457721-8AF9-BB44-BAF2-46F7B0D7D7E8}" dt="2022-08-30T09:54:51.021" v="28"/>
          <ac:spMkLst>
            <pc:docMk/>
            <pc:sldMk cId="1817587258" sldId="263"/>
            <ac:spMk id="83" creationId="{00000000-0000-0000-0000-000000000000}"/>
          </ac:spMkLst>
        </pc:spChg>
        <pc:spChg chg="mod">
          <ac:chgData name="Riccardo Berta" userId="c8694f89-bba4-4576-b0a8-456619ca5a8c" providerId="ADAL" clId="{89457721-8AF9-BB44-BAF2-46F7B0D7D7E8}" dt="2022-08-30T09:55:24.863" v="44" actId="20577"/>
          <ac:spMkLst>
            <pc:docMk/>
            <pc:sldMk cId="1817587258" sldId="263"/>
            <ac:spMk id="84" creationId="{00000000-0000-0000-0000-000000000000}"/>
          </ac:spMkLst>
        </pc:spChg>
      </pc:sldChg>
      <pc:sldChg chg="del">
        <pc:chgData name="Riccardo Berta" userId="c8694f89-bba4-4576-b0a8-456619ca5a8c" providerId="ADAL" clId="{89457721-8AF9-BB44-BAF2-46F7B0D7D7E8}" dt="2022-08-30T09:54:27.959" v="23" actId="2696"/>
        <pc:sldMkLst>
          <pc:docMk/>
          <pc:sldMk cId="2794482370" sldId="264"/>
        </pc:sldMkLst>
      </pc:sldChg>
    </pc:docChg>
  </pc:docChgLst>
  <pc:docChgLst>
    <pc:chgData name="Riccardo Berta" userId="c8694f89-bba4-4576-b0a8-456619ca5a8c" providerId="ADAL" clId="{A8290FA7-622A-D149-8650-9DF3F18680D5}"/>
    <pc:docChg chg="undo redo custSel addSld delSld modSld sldOrd modMainMaster">
      <pc:chgData name="Riccardo Berta" userId="c8694f89-bba4-4576-b0a8-456619ca5a8c" providerId="ADAL" clId="{A8290FA7-622A-D149-8650-9DF3F18680D5}" dt="2022-07-27T13:36:04.688" v="2998"/>
      <pc:docMkLst>
        <pc:docMk/>
      </pc:docMkLst>
      <pc:sldChg chg="delSp modSp mod">
        <pc:chgData name="Riccardo Berta" userId="c8694f89-bba4-4576-b0a8-456619ca5a8c" providerId="ADAL" clId="{A8290FA7-622A-D149-8650-9DF3F18680D5}" dt="2022-07-27T13:35:14.530" v="2993" actId="20577"/>
        <pc:sldMkLst>
          <pc:docMk/>
          <pc:sldMk cId="0" sldId="256"/>
        </pc:sldMkLst>
        <pc:spChg chg="mod">
          <ac:chgData name="Riccardo Berta" userId="c8694f89-bba4-4576-b0a8-456619ca5a8c" providerId="ADAL" clId="{A8290FA7-622A-D149-8650-9DF3F18680D5}" dt="2022-07-27T13:35:14.530" v="2993" actId="20577"/>
          <ac:spMkLst>
            <pc:docMk/>
            <pc:sldMk cId="0" sldId="256"/>
            <ac:spMk id="62" creationId="{00000000-0000-0000-0000-000000000000}"/>
          </ac:spMkLst>
        </pc:spChg>
        <pc:spChg chg="del">
          <ac:chgData name="Riccardo Berta" userId="c8694f89-bba4-4576-b0a8-456619ca5a8c" providerId="ADAL" clId="{A8290FA7-622A-D149-8650-9DF3F18680D5}" dt="2022-07-18T11:40:08.016" v="50" actId="478"/>
          <ac:spMkLst>
            <pc:docMk/>
            <pc:sldMk cId="0" sldId="256"/>
            <ac:spMk id="78" creationId="{00000000-0000-0000-0000-000000000000}"/>
          </ac:spMkLst>
        </pc:spChg>
        <pc:grpChg chg="del">
          <ac:chgData name="Riccardo Berta" userId="c8694f89-bba4-4576-b0a8-456619ca5a8c" providerId="ADAL" clId="{A8290FA7-622A-D149-8650-9DF3F18680D5}" dt="2022-07-18T11:40:10.605" v="51" actId="478"/>
          <ac:grpSpMkLst>
            <pc:docMk/>
            <pc:sldMk cId="0" sldId="256"/>
            <ac:grpSpMk id="63" creationId="{00000000-0000-0000-0000-000000000000}"/>
          </ac:grpSpMkLst>
        </pc:grpChg>
        <pc:cxnChg chg="mod">
          <ac:chgData name="Riccardo Berta" userId="c8694f89-bba4-4576-b0a8-456619ca5a8c" providerId="ADAL" clId="{A8290FA7-622A-D149-8650-9DF3F18680D5}" dt="2022-07-18T11:40:10.605" v="51" actId="478"/>
          <ac:cxnSpMkLst>
            <pc:docMk/>
            <pc:sldMk cId="0" sldId="256"/>
            <ac:cxnSpMk id="66" creationId="{00000000-0000-0000-0000-000000000000}"/>
          </ac:cxnSpMkLst>
        </pc:cxnChg>
        <pc:cxnChg chg="mod">
          <ac:chgData name="Riccardo Berta" userId="c8694f89-bba4-4576-b0a8-456619ca5a8c" providerId="ADAL" clId="{A8290FA7-622A-D149-8650-9DF3F18680D5}" dt="2022-07-18T11:40:10.605" v="51" actId="478"/>
          <ac:cxnSpMkLst>
            <pc:docMk/>
            <pc:sldMk cId="0" sldId="256"/>
            <ac:cxnSpMk id="69" creationId="{00000000-0000-0000-0000-000000000000}"/>
          </ac:cxnSpMkLst>
        </pc:cxnChg>
        <pc:cxnChg chg="mod">
          <ac:chgData name="Riccardo Berta" userId="c8694f89-bba4-4576-b0a8-456619ca5a8c" providerId="ADAL" clId="{A8290FA7-622A-D149-8650-9DF3F18680D5}" dt="2022-07-18T11:40:10.605" v="51" actId="478"/>
          <ac:cxnSpMkLst>
            <pc:docMk/>
            <pc:sldMk cId="0" sldId="256"/>
            <ac:cxnSpMk id="74" creationId="{00000000-0000-0000-0000-000000000000}"/>
          </ac:cxnSpMkLst>
        </pc:cxnChg>
        <pc:cxnChg chg="mod">
          <ac:chgData name="Riccardo Berta" userId="c8694f89-bba4-4576-b0a8-456619ca5a8c" providerId="ADAL" clId="{A8290FA7-622A-D149-8650-9DF3F18680D5}" dt="2022-07-18T11:40:10.605" v="51" actId="478"/>
          <ac:cxnSpMkLst>
            <pc:docMk/>
            <pc:sldMk cId="0" sldId="256"/>
            <ac:cxnSpMk id="75" creationId="{00000000-0000-0000-0000-000000000000}"/>
          </ac:cxnSpMkLst>
        </pc:cxnChg>
      </pc:sldChg>
      <pc:sldChg chg="delSp modSp mod">
        <pc:chgData name="Riccardo Berta" userId="c8694f89-bba4-4576-b0a8-456619ca5a8c" providerId="ADAL" clId="{A8290FA7-622A-D149-8650-9DF3F18680D5}" dt="2022-07-27T08:46:23.569" v="1166" actId="948"/>
        <pc:sldMkLst>
          <pc:docMk/>
          <pc:sldMk cId="0" sldId="257"/>
        </pc:sldMkLst>
        <pc:spChg chg="mod">
          <ac:chgData name="Riccardo Berta" userId="c8694f89-bba4-4576-b0a8-456619ca5a8c" providerId="ADAL" clId="{A8290FA7-622A-D149-8650-9DF3F18680D5}" dt="2022-07-27T07:46:33.325" v="171" actId="20577"/>
          <ac:spMkLst>
            <pc:docMk/>
            <pc:sldMk cId="0" sldId="257"/>
            <ac:spMk id="83" creationId="{00000000-0000-0000-0000-000000000000}"/>
          </ac:spMkLst>
        </pc:spChg>
        <pc:spChg chg="mod">
          <ac:chgData name="Riccardo Berta" userId="c8694f89-bba4-4576-b0a8-456619ca5a8c" providerId="ADAL" clId="{A8290FA7-622A-D149-8650-9DF3F18680D5}" dt="2022-07-27T08:46:23.569" v="1166" actId="948"/>
          <ac:spMkLst>
            <pc:docMk/>
            <pc:sldMk cId="0" sldId="257"/>
            <ac:spMk id="84" creationId="{00000000-0000-0000-0000-000000000000}"/>
          </ac:spMkLst>
        </pc:spChg>
        <pc:picChg chg="del">
          <ac:chgData name="Riccardo Berta" userId="c8694f89-bba4-4576-b0a8-456619ca5a8c" providerId="ADAL" clId="{A8290FA7-622A-D149-8650-9DF3F18680D5}" dt="2022-07-18T11:39:52.245" v="18" actId="478"/>
          <ac:picMkLst>
            <pc:docMk/>
            <pc:sldMk cId="0" sldId="257"/>
            <ac:picMk id="85" creationId="{00000000-0000-0000-0000-000000000000}"/>
          </ac:picMkLst>
        </pc:picChg>
      </pc:sldChg>
      <pc:sldChg chg="addSp modSp new mod modNotes">
        <pc:chgData name="Riccardo Berta" userId="c8694f89-bba4-4576-b0a8-456619ca5a8c" providerId="ADAL" clId="{A8290FA7-622A-D149-8650-9DF3F18680D5}" dt="2022-07-27T08:52:46.755" v="1313" actId="113"/>
        <pc:sldMkLst>
          <pc:docMk/>
          <pc:sldMk cId="1899110855" sldId="258"/>
        </pc:sldMkLst>
        <pc:spChg chg="mod">
          <ac:chgData name="Riccardo Berta" userId="c8694f89-bba4-4576-b0a8-456619ca5a8c" providerId="ADAL" clId="{A8290FA7-622A-D149-8650-9DF3F18680D5}" dt="2022-07-27T08:44:23.725" v="1124"/>
          <ac:spMkLst>
            <pc:docMk/>
            <pc:sldMk cId="1899110855" sldId="258"/>
            <ac:spMk id="2" creationId="{9A367158-2E24-E90C-7ECC-502AB323ED05}"/>
          </ac:spMkLst>
        </pc:spChg>
        <pc:spChg chg="mod">
          <ac:chgData name="Riccardo Berta" userId="c8694f89-bba4-4576-b0a8-456619ca5a8c" providerId="ADAL" clId="{A8290FA7-622A-D149-8650-9DF3F18680D5}" dt="2022-07-27T08:52:46.755" v="1313" actId="113"/>
          <ac:spMkLst>
            <pc:docMk/>
            <pc:sldMk cId="1899110855" sldId="258"/>
            <ac:spMk id="3" creationId="{3F2C94B7-5C82-7750-8B45-751562B2B6D0}"/>
          </ac:spMkLst>
        </pc:spChg>
        <pc:picChg chg="add mod">
          <ac:chgData name="Riccardo Berta" userId="c8694f89-bba4-4576-b0a8-456619ca5a8c" providerId="ADAL" clId="{A8290FA7-622A-D149-8650-9DF3F18680D5}" dt="2022-07-27T08:50:59.788" v="1228" actId="1076"/>
          <ac:picMkLst>
            <pc:docMk/>
            <pc:sldMk cId="1899110855" sldId="258"/>
            <ac:picMk id="4" creationId="{1FB36129-1438-3CA3-2875-A711720E74DA}"/>
          </ac:picMkLst>
        </pc:picChg>
      </pc:sldChg>
      <pc:sldChg chg="new del">
        <pc:chgData name="Riccardo Berta" userId="c8694f89-bba4-4576-b0a8-456619ca5a8c" providerId="ADAL" clId="{A8290FA7-622A-D149-8650-9DF3F18680D5}" dt="2022-07-27T07:48:28.832" v="223" actId="2696"/>
        <pc:sldMkLst>
          <pc:docMk/>
          <pc:sldMk cId="182339981" sldId="259"/>
        </pc:sldMkLst>
      </pc:sldChg>
      <pc:sldChg chg="del">
        <pc:chgData name="Riccardo Berta" userId="c8694f89-bba4-4576-b0a8-456619ca5a8c" providerId="ADAL" clId="{A8290FA7-622A-D149-8650-9DF3F18680D5}" dt="2022-07-18T11:39:57.790" v="23" actId="2696"/>
        <pc:sldMkLst>
          <pc:docMk/>
          <pc:sldMk cId="3018556184" sldId="259"/>
        </pc:sldMkLst>
        <pc:spChg chg="mod">
          <ac:chgData name="Riccardo Berta" userId="c8694f89-bba4-4576-b0a8-456619ca5a8c" providerId="ADAL" clId="{A8290FA7-622A-D149-8650-9DF3F18680D5}" dt="2022-07-27T08:44:23.725" v="1124"/>
          <ac:spMkLst>
            <pc:docMk/>
            <pc:sldMk cId="3018556184" sldId="259"/>
            <ac:spMk id="2" creationId="{41268BF7-2F3B-A5C4-4F7E-1982399FCE62}"/>
          </ac:spMkLst>
        </pc:spChg>
        <pc:spChg chg="mod">
          <ac:chgData name="Riccardo Berta" userId="c8694f89-bba4-4576-b0a8-456619ca5a8c" providerId="ADAL" clId="{A8290FA7-622A-D149-8650-9DF3F18680D5}" dt="2022-07-27T13:36:04.688" v="2998"/>
          <ac:spMkLst>
            <pc:docMk/>
            <pc:sldMk cId="3018556184" sldId="259"/>
            <ac:spMk id="3" creationId="{38BFAA1C-1163-169B-2D77-6FEF73CC8512}"/>
          </ac:spMkLst>
        </pc:spChg>
      </pc:sldChg>
      <pc:sldChg chg="addSp modSp new mod">
        <pc:chgData name="Riccardo Berta" userId="c8694f89-bba4-4576-b0a8-456619ca5a8c" providerId="ADAL" clId="{A8290FA7-622A-D149-8650-9DF3F18680D5}" dt="2022-07-27T08:48:59.292" v="1210" actId="1076"/>
        <pc:sldMkLst>
          <pc:docMk/>
          <pc:sldMk cId="1104208334" sldId="260"/>
        </pc:sldMkLst>
        <pc:spChg chg="mod">
          <ac:chgData name="Riccardo Berta" userId="c8694f89-bba4-4576-b0a8-456619ca5a8c" providerId="ADAL" clId="{A8290FA7-622A-D149-8650-9DF3F18680D5}" dt="2022-07-27T08:44:23.725" v="1124"/>
          <ac:spMkLst>
            <pc:docMk/>
            <pc:sldMk cId="1104208334" sldId="260"/>
            <ac:spMk id="2" creationId="{BCB44347-B705-702C-8C13-25742F95F00E}"/>
          </ac:spMkLst>
        </pc:spChg>
        <pc:spChg chg="mod">
          <ac:chgData name="Riccardo Berta" userId="c8694f89-bba4-4576-b0a8-456619ca5a8c" providerId="ADAL" clId="{A8290FA7-622A-D149-8650-9DF3F18680D5}" dt="2022-07-27T08:48:34.600" v="1207" actId="20577"/>
          <ac:spMkLst>
            <pc:docMk/>
            <pc:sldMk cId="1104208334" sldId="260"/>
            <ac:spMk id="3" creationId="{1C462C8B-759C-C2C7-EA44-1505F85DD073}"/>
          </ac:spMkLst>
        </pc:spChg>
        <pc:picChg chg="add mod">
          <ac:chgData name="Riccardo Berta" userId="c8694f89-bba4-4576-b0a8-456619ca5a8c" providerId="ADAL" clId="{A8290FA7-622A-D149-8650-9DF3F18680D5}" dt="2022-07-27T08:48:59.292" v="1210" actId="1076"/>
          <ac:picMkLst>
            <pc:docMk/>
            <pc:sldMk cId="1104208334" sldId="260"/>
            <ac:picMk id="1026" creationId="{B4CA9CEF-2B94-4431-1046-06B5B4A61164}"/>
          </ac:picMkLst>
        </pc:picChg>
      </pc:sldChg>
      <pc:sldChg chg="del">
        <pc:chgData name="Riccardo Berta" userId="c8694f89-bba4-4576-b0a8-456619ca5a8c" providerId="ADAL" clId="{A8290FA7-622A-D149-8650-9DF3F18680D5}" dt="2022-07-18T11:39:58.142" v="25" actId="2696"/>
        <pc:sldMkLst>
          <pc:docMk/>
          <pc:sldMk cId="1290395919" sldId="261"/>
        </pc:sldMkLst>
        <pc:spChg chg="mod">
          <ac:chgData name="Riccardo Berta" userId="c8694f89-bba4-4576-b0a8-456619ca5a8c" providerId="ADAL" clId="{A8290FA7-622A-D149-8650-9DF3F18680D5}" dt="2022-07-27T09:02:55.174" v="1405" actId="313"/>
          <ac:spMkLst>
            <pc:docMk/>
            <pc:sldMk cId="1290395919" sldId="261"/>
            <ac:spMk id="2" creationId="{7ACF5050-2FE7-D51A-3B42-49745B74F8BD}"/>
          </ac:spMkLst>
        </pc:spChg>
        <pc:spChg chg="mod">
          <ac:chgData name="Riccardo Berta" userId="c8694f89-bba4-4576-b0a8-456619ca5a8c" providerId="ADAL" clId="{A8290FA7-622A-D149-8650-9DF3F18680D5}" dt="2022-07-27T10:13:59.822" v="1768" actId="20577"/>
          <ac:spMkLst>
            <pc:docMk/>
            <pc:sldMk cId="1290395919" sldId="261"/>
            <ac:spMk id="3" creationId="{443CA410-E246-EACE-351E-80C846A06F66}"/>
          </ac:spMkLst>
        </pc:spChg>
      </pc:sldChg>
      <pc:sldChg chg="new del">
        <pc:chgData name="Riccardo Berta" userId="c8694f89-bba4-4576-b0a8-456619ca5a8c" providerId="ADAL" clId="{A8290FA7-622A-D149-8650-9DF3F18680D5}" dt="2022-07-27T10:14:34.151" v="1776" actId="2696"/>
        <pc:sldMkLst>
          <pc:docMk/>
          <pc:sldMk cId="1228403239" sldId="262"/>
        </pc:sldMkLst>
      </pc:sldChg>
      <pc:sldChg chg="addSp modSp add mod">
        <pc:chgData name="Riccardo Berta" userId="c8694f89-bba4-4576-b0a8-456619ca5a8c" providerId="ADAL" clId="{A8290FA7-622A-D149-8650-9DF3F18680D5}" dt="2022-07-27T10:42:13.820" v="2230" actId="113"/>
        <pc:sldMkLst>
          <pc:docMk/>
          <pc:sldMk cId="4130549615" sldId="262"/>
        </pc:sldMkLst>
        <pc:spChg chg="mod">
          <ac:chgData name="Riccardo Berta" userId="c8694f89-bba4-4576-b0a8-456619ca5a8c" providerId="ADAL" clId="{A8290FA7-622A-D149-8650-9DF3F18680D5}" dt="2022-07-27T10:14:47.805" v="1801" actId="20577"/>
          <ac:spMkLst>
            <pc:docMk/>
            <pc:sldMk cId="4130549615" sldId="262"/>
            <ac:spMk id="83" creationId="{00000000-0000-0000-0000-000000000000}"/>
          </ac:spMkLst>
        </pc:spChg>
        <pc:spChg chg="mod">
          <ac:chgData name="Riccardo Berta" userId="c8694f89-bba4-4576-b0a8-456619ca5a8c" providerId="ADAL" clId="{A8290FA7-622A-D149-8650-9DF3F18680D5}" dt="2022-07-27T10:42:13.820" v="2230" actId="113"/>
          <ac:spMkLst>
            <pc:docMk/>
            <pc:sldMk cId="4130549615" sldId="262"/>
            <ac:spMk id="84" creationId="{00000000-0000-0000-0000-000000000000}"/>
          </ac:spMkLst>
        </pc:spChg>
        <pc:picChg chg="add mod">
          <ac:chgData name="Riccardo Berta" userId="c8694f89-bba4-4576-b0a8-456619ca5a8c" providerId="ADAL" clId="{A8290FA7-622A-D149-8650-9DF3F18680D5}" dt="2022-07-27T10:41:57.614" v="2224" actId="1076"/>
          <ac:picMkLst>
            <pc:docMk/>
            <pc:sldMk cId="4130549615" sldId="262"/>
            <ac:picMk id="2" creationId="{DE7BB65F-08A4-B6D2-CED9-F0FFBD5CDBF9}"/>
          </ac:picMkLst>
        </pc:picChg>
        <pc:picChg chg="add mod">
          <ac:chgData name="Riccardo Berta" userId="c8694f89-bba4-4576-b0a8-456619ca5a8c" providerId="ADAL" clId="{A8290FA7-622A-D149-8650-9DF3F18680D5}" dt="2022-07-27T10:42:07.380" v="2229" actId="1076"/>
          <ac:picMkLst>
            <pc:docMk/>
            <pc:sldMk cId="4130549615" sldId="262"/>
            <ac:picMk id="3" creationId="{8F10188F-1192-CC5C-9229-6680F9B1F8A4}"/>
          </ac:picMkLst>
        </pc:picChg>
      </pc:sldChg>
      <pc:sldChg chg="new del">
        <pc:chgData name="Riccardo Berta" userId="c8694f89-bba4-4576-b0a8-456619ca5a8c" providerId="ADAL" clId="{A8290FA7-622A-D149-8650-9DF3F18680D5}" dt="2022-07-27T10:14:17.648" v="1770" actId="2696"/>
        <pc:sldMkLst>
          <pc:docMk/>
          <pc:sldMk cId="4179454221" sldId="262"/>
        </pc:sldMkLst>
      </pc:sldChg>
      <pc:sldChg chg="addSp delSp modSp new del mod">
        <pc:chgData name="Riccardo Berta" userId="c8694f89-bba4-4576-b0a8-456619ca5a8c" providerId="ADAL" clId="{A8290FA7-622A-D149-8650-9DF3F18680D5}" dt="2022-07-27T10:14:36.007" v="1777" actId="2696"/>
        <pc:sldMkLst>
          <pc:docMk/>
          <pc:sldMk cId="2702540954" sldId="263"/>
        </pc:sldMkLst>
        <pc:spChg chg="add del mod">
          <ac:chgData name="Riccardo Berta" userId="c8694f89-bba4-4576-b0a8-456619ca5a8c" providerId="ADAL" clId="{A8290FA7-622A-D149-8650-9DF3F18680D5}" dt="2022-07-27T10:14:34.058" v="1775"/>
          <ac:spMkLst>
            <pc:docMk/>
            <pc:sldMk cId="2702540954" sldId="263"/>
            <ac:spMk id="3" creationId="{3202F38C-70E9-B11B-4CF4-DD7C2BF1118A}"/>
          </ac:spMkLst>
        </pc:spChg>
      </pc:sldChg>
      <pc:sldChg chg="del">
        <pc:chgData name="Riccardo Berta" userId="c8694f89-bba4-4576-b0a8-456619ca5a8c" providerId="ADAL" clId="{A8290FA7-622A-D149-8650-9DF3F18680D5}" dt="2022-07-18T11:39:58.451" v="27" actId="2696"/>
        <pc:sldMkLst>
          <pc:docMk/>
          <pc:sldMk cId="3102138681" sldId="263"/>
        </pc:sldMkLst>
        <pc:spChg chg="add mod">
          <ac:chgData name="Riccardo Berta" userId="c8694f89-bba4-4576-b0a8-456619ca5a8c" providerId="ADAL" clId="{A8290FA7-622A-D149-8650-9DF3F18680D5}" dt="2022-07-27T13:25:04.866" v="2759" actId="113"/>
          <ac:spMkLst>
            <pc:docMk/>
            <pc:sldMk cId="3102138681" sldId="263"/>
            <ac:spMk id="4" creationId="{F4D09BBD-B357-6547-1869-C5A2382FCC8B}"/>
          </ac:spMkLst>
        </pc:spChg>
        <pc:spChg chg="add del mod">
          <ac:chgData name="Riccardo Berta" userId="c8694f89-bba4-4576-b0a8-456619ca5a8c" providerId="ADAL" clId="{A8290FA7-622A-D149-8650-9DF3F18680D5}" dt="2022-07-27T11:15:39.262" v="2505" actId="478"/>
          <ac:spMkLst>
            <pc:docMk/>
            <pc:sldMk cId="3102138681" sldId="263"/>
            <ac:spMk id="5" creationId="{23AC3424-715D-3F08-932D-C2CF108A7059}"/>
          </ac:spMkLst>
        </pc:spChg>
        <pc:spChg chg="add mod">
          <ac:chgData name="Riccardo Berta" userId="c8694f89-bba4-4576-b0a8-456619ca5a8c" providerId="ADAL" clId="{A8290FA7-622A-D149-8650-9DF3F18680D5}" dt="2022-07-27T11:16:53.879" v="2519" actId="1076"/>
          <ac:spMkLst>
            <pc:docMk/>
            <pc:sldMk cId="3102138681" sldId="263"/>
            <ac:spMk id="6" creationId="{E6A53417-994D-A7A5-6B3C-BE4F99893522}"/>
          </ac:spMkLst>
        </pc:spChg>
        <pc:spChg chg="add mod">
          <ac:chgData name="Riccardo Berta" userId="c8694f89-bba4-4576-b0a8-456619ca5a8c" providerId="ADAL" clId="{A8290FA7-622A-D149-8650-9DF3F18680D5}" dt="2022-07-27T11:16:53.879" v="2519" actId="1076"/>
          <ac:spMkLst>
            <pc:docMk/>
            <pc:sldMk cId="3102138681" sldId="263"/>
            <ac:spMk id="7" creationId="{A40D36EA-EE11-0232-DF5A-70C2463FA6D7}"/>
          </ac:spMkLst>
        </pc:spChg>
        <pc:spChg chg="mod">
          <ac:chgData name="Riccardo Berta" userId="c8694f89-bba4-4576-b0a8-456619ca5a8c" providerId="ADAL" clId="{A8290FA7-622A-D149-8650-9DF3F18680D5}" dt="2022-07-27T10:48:03.941" v="2323" actId="20577"/>
          <ac:spMkLst>
            <pc:docMk/>
            <pc:sldMk cId="3102138681" sldId="263"/>
            <ac:spMk id="83" creationId="{00000000-0000-0000-0000-000000000000}"/>
          </ac:spMkLst>
        </pc:spChg>
        <pc:spChg chg="mod">
          <ac:chgData name="Riccardo Berta" userId="c8694f89-bba4-4576-b0a8-456619ca5a8c" providerId="ADAL" clId="{A8290FA7-622A-D149-8650-9DF3F18680D5}" dt="2022-07-27T10:48:06.788" v="2324" actId="20577"/>
          <ac:spMkLst>
            <pc:docMk/>
            <pc:sldMk cId="3102138681" sldId="263"/>
            <ac:spMk id="84" creationId="{00000000-0000-0000-0000-000000000000}"/>
          </ac:spMkLst>
        </pc:spChg>
        <pc:grpChg chg="add del mod">
          <ac:chgData name="Riccardo Berta" userId="c8694f89-bba4-4576-b0a8-456619ca5a8c" providerId="ADAL" clId="{A8290FA7-622A-D149-8650-9DF3F18680D5}" dt="2022-07-27T11:18:00.757" v="2523" actId="478"/>
          <ac:grpSpMkLst>
            <pc:docMk/>
            <pc:sldMk cId="3102138681" sldId="263"/>
            <ac:grpSpMk id="8" creationId="{197E1684-FF9E-2244-C365-B25FF288C192}"/>
          </ac:grpSpMkLst>
        </pc:grpChg>
        <pc:picChg chg="del">
          <ac:chgData name="Riccardo Berta" userId="c8694f89-bba4-4576-b0a8-456619ca5a8c" providerId="ADAL" clId="{A8290FA7-622A-D149-8650-9DF3F18680D5}" dt="2022-07-27T10:43:13.465" v="2245" actId="478"/>
          <ac:picMkLst>
            <pc:docMk/>
            <pc:sldMk cId="3102138681" sldId="263"/>
            <ac:picMk id="2" creationId="{DE7BB65F-08A4-B6D2-CED9-F0FFBD5CDBF9}"/>
          </ac:picMkLst>
        </pc:picChg>
        <pc:picChg chg="del">
          <ac:chgData name="Riccardo Berta" userId="c8694f89-bba4-4576-b0a8-456619ca5a8c" providerId="ADAL" clId="{A8290FA7-622A-D149-8650-9DF3F18680D5}" dt="2022-07-27T10:43:13.005" v="2244" actId="478"/>
          <ac:picMkLst>
            <pc:docMk/>
            <pc:sldMk cId="3102138681" sldId="263"/>
            <ac:picMk id="3" creationId="{8F10188F-1192-CC5C-9229-6680F9B1F8A4}"/>
          </ac:picMkLst>
        </pc:picChg>
        <pc:picChg chg="add mod">
          <ac:chgData name="Riccardo Berta" userId="c8694f89-bba4-4576-b0a8-456619ca5a8c" providerId="ADAL" clId="{A8290FA7-622A-D149-8650-9DF3F18680D5}" dt="2022-07-27T13:24:53.552" v="2751" actId="1076"/>
          <ac:picMkLst>
            <pc:docMk/>
            <pc:sldMk cId="3102138681" sldId="263"/>
            <ac:picMk id="10" creationId="{0E81828B-E89F-25E9-3F87-0F05B85C6E21}"/>
          </ac:picMkLst>
        </pc:picChg>
        <pc:picChg chg="add mod">
          <ac:chgData name="Riccardo Berta" userId="c8694f89-bba4-4576-b0a8-456619ca5a8c" providerId="ADAL" clId="{A8290FA7-622A-D149-8650-9DF3F18680D5}" dt="2022-07-27T11:16:53.879" v="2519" actId="1076"/>
          <ac:picMkLst>
            <pc:docMk/>
            <pc:sldMk cId="3102138681" sldId="263"/>
            <ac:picMk id="2050" creationId="{A53CAF74-1BDF-FAC7-6840-B2596884FF7F}"/>
          </ac:picMkLst>
        </pc:picChg>
      </pc:sldChg>
      <pc:sldChg chg="addSp modSp add del mod">
        <pc:chgData name="Riccardo Berta" userId="c8694f89-bba4-4576-b0a8-456619ca5a8c" providerId="ADAL" clId="{A8290FA7-622A-D149-8650-9DF3F18680D5}" dt="2022-07-27T10:42:20.886" v="2231" actId="2696"/>
        <pc:sldMkLst>
          <pc:docMk/>
          <pc:sldMk cId="3911169705" sldId="263"/>
        </pc:sldMkLst>
        <pc:spChg chg="mod">
          <ac:chgData name="Riccardo Berta" userId="c8694f89-bba4-4576-b0a8-456619ca5a8c" providerId="ADAL" clId="{A8290FA7-622A-D149-8650-9DF3F18680D5}" dt="2022-07-27T10:33:15.496" v="2048" actId="20577"/>
          <ac:spMkLst>
            <pc:docMk/>
            <pc:sldMk cId="3911169705" sldId="263"/>
            <ac:spMk id="83" creationId="{00000000-0000-0000-0000-000000000000}"/>
          </ac:spMkLst>
        </pc:spChg>
        <pc:spChg chg="mod">
          <ac:chgData name="Riccardo Berta" userId="c8694f89-bba4-4576-b0a8-456619ca5a8c" providerId="ADAL" clId="{A8290FA7-622A-D149-8650-9DF3F18680D5}" dt="2022-07-27T10:34:05.441" v="2067" actId="20577"/>
          <ac:spMkLst>
            <pc:docMk/>
            <pc:sldMk cId="3911169705" sldId="263"/>
            <ac:spMk id="84" creationId="{00000000-0000-0000-0000-000000000000}"/>
          </ac:spMkLst>
        </pc:spChg>
        <pc:picChg chg="add mod">
          <ac:chgData name="Riccardo Berta" userId="c8694f89-bba4-4576-b0a8-456619ca5a8c" providerId="ADAL" clId="{A8290FA7-622A-D149-8650-9DF3F18680D5}" dt="2022-07-27T10:33:53.682" v="2062" actId="14100"/>
          <ac:picMkLst>
            <pc:docMk/>
            <pc:sldMk cId="3911169705" sldId="263"/>
            <ac:picMk id="2" creationId="{D4B2A0E7-4B4D-E6BD-CA2B-E156742EB348}"/>
          </ac:picMkLst>
        </pc:picChg>
        <pc:picChg chg="add mod">
          <ac:chgData name="Riccardo Berta" userId="c8694f89-bba4-4576-b0a8-456619ca5a8c" providerId="ADAL" clId="{A8290FA7-622A-D149-8650-9DF3F18680D5}" dt="2022-07-27T10:34:01.183" v="2064" actId="1076"/>
          <ac:picMkLst>
            <pc:docMk/>
            <pc:sldMk cId="3911169705" sldId="263"/>
            <ac:picMk id="3" creationId="{DB1314C3-2E54-D0A9-2C2E-0B14369A70D5}"/>
          </ac:picMkLst>
        </pc:picChg>
      </pc:sldChg>
      <pc:sldChg chg="del">
        <pc:chgData name="Riccardo Berta" userId="c8694f89-bba4-4576-b0a8-456619ca5a8c" providerId="ADAL" clId="{A8290FA7-622A-D149-8650-9DF3F18680D5}" dt="2022-07-18T11:39:58.616" v="28" actId="2696"/>
        <pc:sldMkLst>
          <pc:docMk/>
          <pc:sldMk cId="2113557187" sldId="264"/>
        </pc:sldMkLst>
        <pc:spChg chg="add del">
          <ac:chgData name="Riccardo Berta" userId="c8694f89-bba4-4576-b0a8-456619ca5a8c" providerId="ADAL" clId="{A8290FA7-622A-D149-8650-9DF3F18680D5}" dt="2022-07-27T11:59:11.727" v="2638" actId="478"/>
          <ac:spMkLst>
            <pc:docMk/>
            <pc:sldMk cId="2113557187" sldId="264"/>
            <ac:spMk id="3" creationId="{BC1FDF23-921F-5E18-9CFF-ACCFCF450821}"/>
          </ac:spMkLst>
        </pc:spChg>
        <pc:spChg chg="mod">
          <ac:chgData name="Riccardo Berta" userId="c8694f89-bba4-4576-b0a8-456619ca5a8c" providerId="ADAL" clId="{A8290FA7-622A-D149-8650-9DF3F18680D5}" dt="2022-07-27T11:59:29.324" v="2645" actId="5793"/>
          <ac:spMkLst>
            <pc:docMk/>
            <pc:sldMk cId="2113557187" sldId="264"/>
            <ac:spMk id="4" creationId="{F4D09BBD-B357-6547-1869-C5A2382FCC8B}"/>
          </ac:spMkLst>
        </pc:spChg>
        <pc:spChg chg="add del">
          <ac:chgData name="Riccardo Berta" userId="c8694f89-bba4-4576-b0a8-456619ca5a8c" providerId="ADAL" clId="{A8290FA7-622A-D149-8650-9DF3F18680D5}" dt="2022-07-27T11:59:15.052" v="2640" actId="478"/>
          <ac:spMkLst>
            <pc:docMk/>
            <pc:sldMk cId="2113557187" sldId="264"/>
            <ac:spMk id="6" creationId="{2CCFB366-8A7D-5E7E-B99E-3A97CFF1730F}"/>
          </ac:spMkLst>
        </pc:spChg>
        <pc:picChg chg="del">
          <ac:chgData name="Riccardo Berta" userId="c8694f89-bba4-4576-b0a8-456619ca5a8c" providerId="ADAL" clId="{A8290FA7-622A-D149-8650-9DF3F18680D5}" dt="2022-07-27T11:59:09.596" v="2636" actId="478"/>
          <ac:picMkLst>
            <pc:docMk/>
            <pc:sldMk cId="2113557187" sldId="264"/>
            <ac:picMk id="10" creationId="{0E81828B-E89F-25E9-3F87-0F05B85C6E21}"/>
          </ac:picMkLst>
        </pc:picChg>
        <pc:picChg chg="add mod">
          <ac:chgData name="Riccardo Berta" userId="c8694f89-bba4-4576-b0a8-456619ca5a8c" providerId="ADAL" clId="{A8290FA7-622A-D149-8650-9DF3F18680D5}" dt="2022-07-27T13:22:18.527" v="2647" actId="14100"/>
          <ac:picMkLst>
            <pc:docMk/>
            <pc:sldMk cId="2113557187" sldId="264"/>
            <ac:picMk id="3074" creationId="{9CA02893-40B1-CBA3-7B52-7B9773D440DD}"/>
          </ac:picMkLst>
        </pc:picChg>
      </pc:sldChg>
      <pc:sldChg chg="del">
        <pc:chgData name="Riccardo Berta" userId="c8694f89-bba4-4576-b0a8-456619ca5a8c" providerId="ADAL" clId="{A8290FA7-622A-D149-8650-9DF3F18680D5}" dt="2022-07-18T11:39:58.749" v="29" actId="2696"/>
        <pc:sldMkLst>
          <pc:docMk/>
          <pc:sldMk cId="2045385232" sldId="265"/>
        </pc:sldMkLst>
        <pc:spChg chg="mod">
          <ac:chgData name="Riccardo Berta" userId="c8694f89-bba4-4576-b0a8-456619ca5a8c" providerId="ADAL" clId="{A8290FA7-622A-D149-8650-9DF3F18680D5}" dt="2022-07-27T13:28:40.287" v="2835" actId="20577"/>
          <ac:spMkLst>
            <pc:docMk/>
            <pc:sldMk cId="2045385232" sldId="265"/>
            <ac:spMk id="2" creationId="{7ACF5050-2FE7-D51A-3B42-49745B74F8BD}"/>
          </ac:spMkLst>
        </pc:spChg>
        <pc:spChg chg="mod">
          <ac:chgData name="Riccardo Berta" userId="c8694f89-bba4-4576-b0a8-456619ca5a8c" providerId="ADAL" clId="{A8290FA7-622A-D149-8650-9DF3F18680D5}" dt="2022-07-27T13:34:43.252" v="2978" actId="20577"/>
          <ac:spMkLst>
            <pc:docMk/>
            <pc:sldMk cId="2045385232" sldId="265"/>
            <ac:spMk id="3" creationId="{443CA410-E246-EACE-351E-80C846A06F66}"/>
          </ac:spMkLst>
        </pc:spChg>
        <pc:picChg chg="add mod">
          <ac:chgData name="Riccardo Berta" userId="c8694f89-bba4-4576-b0a8-456619ca5a8c" providerId="ADAL" clId="{A8290FA7-622A-D149-8650-9DF3F18680D5}" dt="2022-07-27T13:29:04.301" v="2839" actId="1076"/>
          <ac:picMkLst>
            <pc:docMk/>
            <pc:sldMk cId="2045385232" sldId="265"/>
            <ac:picMk id="5" creationId="{6F2A372C-E4F3-6EB3-7011-0A41077F7959}"/>
          </ac:picMkLst>
        </pc:picChg>
      </pc:sldChg>
      <pc:sldChg chg="del">
        <pc:chgData name="Riccardo Berta" userId="c8694f89-bba4-4576-b0a8-456619ca5a8c" providerId="ADAL" clId="{A8290FA7-622A-D149-8650-9DF3F18680D5}" dt="2022-07-18T11:39:58.869" v="30" actId="2696"/>
        <pc:sldMkLst>
          <pc:docMk/>
          <pc:sldMk cId="4181844165" sldId="266"/>
        </pc:sldMkLst>
      </pc:sldChg>
      <pc:sldChg chg="del">
        <pc:chgData name="Riccardo Berta" userId="c8694f89-bba4-4576-b0a8-456619ca5a8c" providerId="ADAL" clId="{A8290FA7-622A-D149-8650-9DF3F18680D5}" dt="2022-07-18T11:39:59.035" v="31" actId="2696"/>
        <pc:sldMkLst>
          <pc:docMk/>
          <pc:sldMk cId="216455838" sldId="267"/>
        </pc:sldMkLst>
      </pc:sldChg>
      <pc:sldChg chg="del">
        <pc:chgData name="Riccardo Berta" userId="c8694f89-bba4-4576-b0a8-456619ca5a8c" providerId="ADAL" clId="{A8290FA7-622A-D149-8650-9DF3F18680D5}" dt="2022-07-18T11:39:59.202" v="32" actId="2696"/>
        <pc:sldMkLst>
          <pc:docMk/>
          <pc:sldMk cId="3471997037" sldId="269"/>
        </pc:sldMkLst>
      </pc:sldChg>
      <pc:sldChg chg="del">
        <pc:chgData name="Riccardo Berta" userId="c8694f89-bba4-4576-b0a8-456619ca5a8c" providerId="ADAL" clId="{A8290FA7-622A-D149-8650-9DF3F18680D5}" dt="2022-07-18T11:39:59.363" v="33" actId="2696"/>
        <pc:sldMkLst>
          <pc:docMk/>
          <pc:sldMk cId="3130917410" sldId="270"/>
        </pc:sldMkLst>
      </pc:sldChg>
      <pc:sldChg chg="del">
        <pc:chgData name="Riccardo Berta" userId="c8694f89-bba4-4576-b0a8-456619ca5a8c" providerId="ADAL" clId="{A8290FA7-622A-D149-8650-9DF3F18680D5}" dt="2022-07-18T11:39:59.502" v="34" actId="2696"/>
        <pc:sldMkLst>
          <pc:docMk/>
          <pc:sldMk cId="2266699268" sldId="271"/>
        </pc:sldMkLst>
      </pc:sldChg>
      <pc:sldChg chg="del">
        <pc:chgData name="Riccardo Berta" userId="c8694f89-bba4-4576-b0a8-456619ca5a8c" providerId="ADAL" clId="{A8290FA7-622A-D149-8650-9DF3F18680D5}" dt="2022-07-18T11:40:00.091" v="38" actId="2696"/>
        <pc:sldMkLst>
          <pc:docMk/>
          <pc:sldMk cId="993270251" sldId="272"/>
        </pc:sldMkLst>
      </pc:sldChg>
      <pc:sldChg chg="del">
        <pc:chgData name="Riccardo Berta" userId="c8694f89-bba4-4576-b0a8-456619ca5a8c" providerId="ADAL" clId="{A8290FA7-622A-D149-8650-9DF3F18680D5}" dt="2022-07-18T11:39:59.623" v="35" actId="2696"/>
        <pc:sldMkLst>
          <pc:docMk/>
          <pc:sldMk cId="3843819371" sldId="273"/>
        </pc:sldMkLst>
      </pc:sldChg>
      <pc:sldChg chg="del">
        <pc:chgData name="Riccardo Berta" userId="c8694f89-bba4-4576-b0a8-456619ca5a8c" providerId="ADAL" clId="{A8290FA7-622A-D149-8650-9DF3F18680D5}" dt="2022-07-18T11:39:59.806" v="36" actId="2696"/>
        <pc:sldMkLst>
          <pc:docMk/>
          <pc:sldMk cId="3084049364" sldId="274"/>
        </pc:sldMkLst>
      </pc:sldChg>
      <pc:sldChg chg="del">
        <pc:chgData name="Riccardo Berta" userId="c8694f89-bba4-4576-b0a8-456619ca5a8c" providerId="ADAL" clId="{A8290FA7-622A-D149-8650-9DF3F18680D5}" dt="2022-07-18T11:39:59.937" v="37" actId="2696"/>
        <pc:sldMkLst>
          <pc:docMk/>
          <pc:sldMk cId="284781631" sldId="275"/>
        </pc:sldMkLst>
      </pc:sldChg>
      <pc:sldMasterChg chg="modSp mod delSldLayout modSldLayout">
        <pc:chgData name="Riccardo Berta" userId="c8694f89-bba4-4576-b0a8-456619ca5a8c" providerId="ADAL" clId="{A8290FA7-622A-D149-8650-9DF3F18680D5}" dt="2022-07-27T08:45:00.853" v="1135" actId="20577"/>
        <pc:sldMasterMkLst>
          <pc:docMk/>
          <pc:sldMasterMk cId="0" sldId="2147483659"/>
        </pc:sldMasterMkLst>
        <pc:spChg chg="mod">
          <ac:chgData name="Riccardo Berta" userId="c8694f89-bba4-4576-b0a8-456619ca5a8c" providerId="ADAL" clId="{A8290FA7-622A-D149-8650-9DF3F18680D5}" dt="2022-07-27T08:45:00.853" v="1135" actId="20577"/>
          <ac:spMkLst>
            <pc:docMk/>
            <pc:sldMasterMk cId="0" sldId="2147483659"/>
            <ac:spMk id="7" creationId="{00000000-0000-0000-0000-000000000000}"/>
          </ac:spMkLst>
        </pc:spChg>
        <pc:sldLayoutChg chg="del">
          <pc:chgData name="Riccardo Berta" userId="c8694f89-bba4-4576-b0a8-456619ca5a8c" providerId="ADAL" clId="{A8290FA7-622A-D149-8650-9DF3F18680D5}" dt="2022-07-27T07:48:28.832" v="223" actId="2696"/>
          <pc:sldLayoutMkLst>
            <pc:docMk/>
            <pc:sldMasterMk cId="0" sldId="2147483659"/>
            <pc:sldLayoutMk cId="0" sldId="2147483649"/>
          </pc:sldLayoutMkLst>
        </pc:sldLayoutChg>
        <pc:sldLayoutChg chg="delSp">
          <pc:chgData name="Riccardo Berta" userId="c8694f89-bba4-4576-b0a8-456619ca5a8c" providerId="ADAL" clId="{A8290FA7-622A-D149-8650-9DF3F18680D5}" dt="2022-07-27T08:44:23.725" v="1124"/>
          <pc:sldLayoutMkLst>
            <pc:docMk/>
            <pc:sldMasterMk cId="0" sldId="2147483659"/>
            <pc:sldLayoutMk cId="0" sldId="2147483650"/>
          </pc:sldLayoutMkLst>
          <pc:spChg chg="del">
            <ac:chgData name="Riccardo Berta" userId="c8694f89-bba4-4576-b0a8-456619ca5a8c" providerId="ADAL" clId="{A8290FA7-622A-D149-8650-9DF3F18680D5}" dt="2022-07-27T08:44:23.725" v="1124"/>
            <ac:spMkLst>
              <pc:docMk/>
              <pc:sldMasterMk cId="0" sldId="2147483659"/>
              <pc:sldLayoutMk cId="0" sldId="2147483650"/>
              <ac:spMk id="22" creationId="{00000000-0000-0000-0000-000000000000}"/>
            </ac:spMkLst>
          </pc:spChg>
        </pc:sldLayoutChg>
      </pc:sldMasterChg>
    </pc:docChg>
  </pc:docChgLst>
  <pc:docChgLst>
    <pc:chgData name="Riccardo Berta" userId="c8694f89-bba4-4576-b0a8-456619ca5a8c" providerId="ADAL" clId="{58424B7E-67A2-E24B-9516-C248AFA19009}"/>
    <pc:docChg chg="undo custSel addSld delSld modSld sldOrd modMainMaster">
      <pc:chgData name="Riccardo Berta" userId="c8694f89-bba4-4576-b0a8-456619ca5a8c" providerId="ADAL" clId="{58424B7E-67A2-E24B-9516-C248AFA19009}" dt="2022-08-30T09:41:00.751" v="1457" actId="20577"/>
      <pc:docMkLst>
        <pc:docMk/>
      </pc:docMkLst>
      <pc:sldChg chg="modSp mod">
        <pc:chgData name="Riccardo Berta" userId="c8694f89-bba4-4576-b0a8-456619ca5a8c" providerId="ADAL" clId="{58424B7E-67A2-E24B-9516-C248AFA19009}" dt="2022-08-30T09:38:38.114" v="1432" actId="790"/>
        <pc:sldMkLst>
          <pc:docMk/>
          <pc:sldMk cId="0" sldId="256"/>
        </pc:sldMkLst>
        <pc:spChg chg="mod">
          <ac:chgData name="Riccardo Berta" userId="c8694f89-bba4-4576-b0a8-456619ca5a8c" providerId="ADAL" clId="{58424B7E-67A2-E24B-9516-C248AFA19009}" dt="2022-08-30T09:38:38.114" v="1432" actId="790"/>
          <ac:spMkLst>
            <pc:docMk/>
            <pc:sldMk cId="0" sldId="256"/>
            <ac:spMk id="62" creationId="{00000000-0000-0000-0000-000000000000}"/>
          </ac:spMkLst>
        </pc:spChg>
      </pc:sldChg>
      <pc:sldChg chg="addSp modSp mod">
        <pc:chgData name="Riccardo Berta" userId="c8694f89-bba4-4576-b0a8-456619ca5a8c" providerId="ADAL" clId="{58424B7E-67A2-E24B-9516-C248AFA19009}" dt="2022-08-30T09:37:52.468" v="1397" actId="20577"/>
        <pc:sldMkLst>
          <pc:docMk/>
          <pc:sldMk cId="0" sldId="257"/>
        </pc:sldMkLst>
        <pc:spChg chg="mod">
          <ac:chgData name="Riccardo Berta" userId="c8694f89-bba4-4576-b0a8-456619ca5a8c" providerId="ADAL" clId="{58424B7E-67A2-E24B-9516-C248AFA19009}" dt="2022-08-30T09:37:52.468" v="1397" actId="20577"/>
          <ac:spMkLst>
            <pc:docMk/>
            <pc:sldMk cId="0" sldId="257"/>
            <ac:spMk id="83" creationId="{00000000-0000-0000-0000-000000000000}"/>
          </ac:spMkLst>
        </pc:spChg>
        <pc:spChg chg="mod">
          <ac:chgData name="Riccardo Berta" userId="c8694f89-bba4-4576-b0a8-456619ca5a8c" providerId="ADAL" clId="{58424B7E-67A2-E24B-9516-C248AFA19009}" dt="2022-08-30T08:54:17.949" v="242" actId="20577"/>
          <ac:spMkLst>
            <pc:docMk/>
            <pc:sldMk cId="0" sldId="257"/>
            <ac:spMk id="84" creationId="{00000000-0000-0000-0000-000000000000}"/>
          </ac:spMkLst>
        </pc:spChg>
        <pc:picChg chg="add mod">
          <ac:chgData name="Riccardo Berta" userId="c8694f89-bba4-4576-b0a8-456619ca5a8c" providerId="ADAL" clId="{58424B7E-67A2-E24B-9516-C248AFA19009}" dt="2022-08-30T08:54:52.448" v="247" actId="1076"/>
          <ac:picMkLst>
            <pc:docMk/>
            <pc:sldMk cId="0" sldId="257"/>
            <ac:picMk id="3" creationId="{EE0D0F3E-A843-92E5-ABBC-F41E3CA3C922}"/>
          </ac:picMkLst>
        </pc:picChg>
        <pc:picChg chg="add mod">
          <ac:chgData name="Riccardo Berta" userId="c8694f89-bba4-4576-b0a8-456619ca5a8c" providerId="ADAL" clId="{58424B7E-67A2-E24B-9516-C248AFA19009}" dt="2022-08-30T08:54:40.649" v="245" actId="1076"/>
          <ac:picMkLst>
            <pc:docMk/>
            <pc:sldMk cId="0" sldId="257"/>
            <ac:picMk id="5" creationId="{692F2B73-F6B6-F2AC-BB2A-2B1020944694}"/>
          </ac:picMkLst>
        </pc:picChg>
      </pc:sldChg>
      <pc:sldChg chg="modSp mod">
        <pc:chgData name="Riccardo Berta" userId="c8694f89-bba4-4576-b0a8-456619ca5a8c" providerId="ADAL" clId="{58424B7E-67A2-E24B-9516-C248AFA19009}" dt="2022-08-30T09:41:00.751" v="1457" actId="20577"/>
        <pc:sldMkLst>
          <pc:docMk/>
          <pc:sldMk cId="3018556184" sldId="259"/>
        </pc:sldMkLst>
        <pc:spChg chg="mod">
          <ac:chgData name="Riccardo Berta" userId="c8694f89-bba4-4576-b0a8-456619ca5a8c" providerId="ADAL" clId="{58424B7E-67A2-E24B-9516-C248AFA19009}" dt="2022-08-30T09:40:55.801" v="1443" actId="20577"/>
          <ac:spMkLst>
            <pc:docMk/>
            <pc:sldMk cId="3018556184" sldId="259"/>
            <ac:spMk id="2" creationId="{41268BF7-2F3B-A5C4-4F7E-1982399FCE62}"/>
          </ac:spMkLst>
        </pc:spChg>
        <pc:spChg chg="mod">
          <ac:chgData name="Riccardo Berta" userId="c8694f89-bba4-4576-b0a8-456619ca5a8c" providerId="ADAL" clId="{58424B7E-67A2-E24B-9516-C248AFA19009}" dt="2022-08-30T09:41:00.751" v="1457" actId="20577"/>
          <ac:spMkLst>
            <pc:docMk/>
            <pc:sldMk cId="3018556184" sldId="259"/>
            <ac:spMk id="3" creationId="{38BFAA1C-1163-169B-2D77-6FEF73CC8512}"/>
          </ac:spMkLst>
        </pc:spChg>
      </pc:sldChg>
      <pc:sldChg chg="del">
        <pc:chgData name="Riccardo Berta" userId="c8694f89-bba4-4576-b0a8-456619ca5a8c" providerId="ADAL" clId="{58424B7E-67A2-E24B-9516-C248AFA19009}" dt="2022-08-30T08:44:09.932" v="12" actId="2696"/>
        <pc:sldMkLst>
          <pc:docMk/>
          <pc:sldMk cId="1066709261" sldId="260"/>
        </pc:sldMkLst>
      </pc:sldChg>
      <pc:sldChg chg="addSp modSp add mod">
        <pc:chgData name="Riccardo Berta" userId="c8694f89-bba4-4576-b0a8-456619ca5a8c" providerId="ADAL" clId="{58424B7E-67A2-E24B-9516-C248AFA19009}" dt="2022-08-30T09:38:04.406" v="1411" actId="20577"/>
        <pc:sldMkLst>
          <pc:docMk/>
          <pc:sldMk cId="3692252167" sldId="260"/>
        </pc:sldMkLst>
        <pc:spChg chg="mod">
          <ac:chgData name="Riccardo Berta" userId="c8694f89-bba4-4576-b0a8-456619ca5a8c" providerId="ADAL" clId="{58424B7E-67A2-E24B-9516-C248AFA19009}" dt="2022-08-30T09:38:04.406" v="1411" actId="20577"/>
          <ac:spMkLst>
            <pc:docMk/>
            <pc:sldMk cId="3692252167" sldId="260"/>
            <ac:spMk id="83" creationId="{00000000-0000-0000-0000-000000000000}"/>
          </ac:spMkLst>
        </pc:spChg>
        <pc:spChg chg="mod">
          <ac:chgData name="Riccardo Berta" userId="c8694f89-bba4-4576-b0a8-456619ca5a8c" providerId="ADAL" clId="{58424B7E-67A2-E24B-9516-C248AFA19009}" dt="2022-08-30T09:04:35.320" v="520" actId="20577"/>
          <ac:spMkLst>
            <pc:docMk/>
            <pc:sldMk cId="3692252167" sldId="260"/>
            <ac:spMk id="84" creationId="{00000000-0000-0000-0000-000000000000}"/>
          </ac:spMkLst>
        </pc:spChg>
        <pc:picChg chg="add mod">
          <ac:chgData name="Riccardo Berta" userId="c8694f89-bba4-4576-b0a8-456619ca5a8c" providerId="ADAL" clId="{58424B7E-67A2-E24B-9516-C248AFA19009}" dt="2022-08-30T09:05:43.669" v="528" actId="1076"/>
          <ac:picMkLst>
            <pc:docMk/>
            <pc:sldMk cId="3692252167" sldId="260"/>
            <ac:picMk id="3" creationId="{26020D26-A3D1-87FF-6D23-30510A8347CA}"/>
          </ac:picMkLst>
        </pc:picChg>
        <pc:picChg chg="add mod">
          <ac:chgData name="Riccardo Berta" userId="c8694f89-bba4-4576-b0a8-456619ca5a8c" providerId="ADAL" clId="{58424B7E-67A2-E24B-9516-C248AFA19009}" dt="2022-08-30T09:05:45.736" v="529" actId="1076"/>
          <ac:picMkLst>
            <pc:docMk/>
            <pc:sldMk cId="3692252167" sldId="260"/>
            <ac:picMk id="5" creationId="{9FA419C2-E609-741E-D65C-C1D117A7308B}"/>
          </ac:picMkLst>
        </pc:picChg>
        <pc:picChg chg="add mod">
          <ac:chgData name="Riccardo Berta" userId="c8694f89-bba4-4576-b0a8-456619ca5a8c" providerId="ADAL" clId="{58424B7E-67A2-E24B-9516-C248AFA19009}" dt="2022-08-30T09:05:50.436" v="530" actId="1076"/>
          <ac:picMkLst>
            <pc:docMk/>
            <pc:sldMk cId="3692252167" sldId="260"/>
            <ac:picMk id="7" creationId="{3ECFDE7C-5996-8F77-AAD8-C21E11379B42}"/>
          </ac:picMkLst>
        </pc:picChg>
      </pc:sldChg>
      <pc:sldChg chg="addSp modSp add mod">
        <pc:chgData name="Riccardo Berta" userId="c8694f89-bba4-4576-b0a8-456619ca5a8c" providerId="ADAL" clId="{58424B7E-67A2-E24B-9516-C248AFA19009}" dt="2022-08-30T09:35:29.211" v="1307" actId="21"/>
        <pc:sldMkLst>
          <pc:docMk/>
          <pc:sldMk cId="846979211" sldId="261"/>
        </pc:sldMkLst>
        <pc:spChg chg="mod">
          <ac:chgData name="Riccardo Berta" userId="c8694f89-bba4-4576-b0a8-456619ca5a8c" providerId="ADAL" clId="{58424B7E-67A2-E24B-9516-C248AFA19009}" dt="2022-08-30T09:06:58.258" v="533" actId="20577"/>
          <ac:spMkLst>
            <pc:docMk/>
            <pc:sldMk cId="846979211" sldId="261"/>
            <ac:spMk id="83" creationId="{00000000-0000-0000-0000-000000000000}"/>
          </ac:spMkLst>
        </pc:spChg>
        <pc:spChg chg="mod">
          <ac:chgData name="Riccardo Berta" userId="c8694f89-bba4-4576-b0a8-456619ca5a8c" providerId="ADAL" clId="{58424B7E-67A2-E24B-9516-C248AFA19009}" dt="2022-08-30T09:35:29.211" v="1307" actId="21"/>
          <ac:spMkLst>
            <pc:docMk/>
            <pc:sldMk cId="846979211" sldId="261"/>
            <ac:spMk id="84" creationId="{00000000-0000-0000-0000-000000000000}"/>
          </ac:spMkLst>
        </pc:spChg>
        <pc:picChg chg="add mod">
          <ac:chgData name="Riccardo Berta" userId="c8694f89-bba4-4576-b0a8-456619ca5a8c" providerId="ADAL" clId="{58424B7E-67A2-E24B-9516-C248AFA19009}" dt="2022-08-30T09:08:52.432" v="561" actId="1076"/>
          <ac:picMkLst>
            <pc:docMk/>
            <pc:sldMk cId="846979211" sldId="261"/>
            <ac:picMk id="3" creationId="{ABE3CA87-0B25-2C79-A596-21112343DAEC}"/>
          </ac:picMkLst>
        </pc:picChg>
      </pc:sldChg>
      <pc:sldChg chg="modSp add mod">
        <pc:chgData name="Riccardo Berta" userId="c8694f89-bba4-4576-b0a8-456619ca5a8c" providerId="ADAL" clId="{58424B7E-67A2-E24B-9516-C248AFA19009}" dt="2022-08-30T09:19:27.119" v="830" actId="20577"/>
        <pc:sldMkLst>
          <pc:docMk/>
          <pc:sldMk cId="447929702" sldId="262"/>
        </pc:sldMkLst>
        <pc:spChg chg="mod">
          <ac:chgData name="Riccardo Berta" userId="c8694f89-bba4-4576-b0a8-456619ca5a8c" providerId="ADAL" clId="{58424B7E-67A2-E24B-9516-C248AFA19009}" dt="2022-08-30T09:09:40.371" v="566" actId="20577"/>
          <ac:spMkLst>
            <pc:docMk/>
            <pc:sldMk cId="447929702" sldId="262"/>
            <ac:spMk id="83" creationId="{00000000-0000-0000-0000-000000000000}"/>
          </ac:spMkLst>
        </pc:spChg>
        <pc:spChg chg="mod">
          <ac:chgData name="Riccardo Berta" userId="c8694f89-bba4-4576-b0a8-456619ca5a8c" providerId="ADAL" clId="{58424B7E-67A2-E24B-9516-C248AFA19009}" dt="2022-08-30T09:19:27.119" v="830" actId="20577"/>
          <ac:spMkLst>
            <pc:docMk/>
            <pc:sldMk cId="447929702" sldId="262"/>
            <ac:spMk id="84" creationId="{00000000-0000-0000-0000-000000000000}"/>
          </ac:spMkLst>
        </pc:spChg>
      </pc:sldChg>
      <pc:sldChg chg="addSp modSp add mod ord">
        <pc:chgData name="Riccardo Berta" userId="c8694f89-bba4-4576-b0a8-456619ca5a8c" providerId="ADAL" clId="{58424B7E-67A2-E24B-9516-C248AFA19009}" dt="2022-08-30T09:40:40.663" v="1434" actId="20578"/>
        <pc:sldMkLst>
          <pc:docMk/>
          <pc:sldMk cId="11402927" sldId="263"/>
        </pc:sldMkLst>
        <pc:spChg chg="mod">
          <ac:chgData name="Riccardo Berta" userId="c8694f89-bba4-4576-b0a8-456619ca5a8c" providerId="ADAL" clId="{58424B7E-67A2-E24B-9516-C248AFA19009}" dt="2022-08-30T09:26:18.243" v="1009" actId="20577"/>
          <ac:spMkLst>
            <pc:docMk/>
            <pc:sldMk cId="11402927" sldId="263"/>
            <ac:spMk id="83" creationId="{00000000-0000-0000-0000-000000000000}"/>
          </ac:spMkLst>
        </pc:spChg>
        <pc:spChg chg="mod">
          <ac:chgData name="Riccardo Berta" userId="c8694f89-bba4-4576-b0a8-456619ca5a8c" providerId="ADAL" clId="{58424B7E-67A2-E24B-9516-C248AFA19009}" dt="2022-08-30T09:32:06.516" v="1199" actId="404"/>
          <ac:spMkLst>
            <pc:docMk/>
            <pc:sldMk cId="11402927" sldId="263"/>
            <ac:spMk id="84" creationId="{00000000-0000-0000-0000-000000000000}"/>
          </ac:spMkLst>
        </pc:spChg>
        <pc:picChg chg="add mod">
          <ac:chgData name="Riccardo Berta" userId="c8694f89-bba4-4576-b0a8-456619ca5a8c" providerId="ADAL" clId="{58424B7E-67A2-E24B-9516-C248AFA19009}" dt="2022-08-30T09:29:03.309" v="1117" actId="1076"/>
          <ac:picMkLst>
            <pc:docMk/>
            <pc:sldMk cId="11402927" sldId="263"/>
            <ac:picMk id="3" creationId="{F3D401DB-61B8-1C3E-9105-7EC9ACE0FC92}"/>
          </ac:picMkLst>
        </pc:picChg>
        <pc:picChg chg="add mod">
          <ac:chgData name="Riccardo Berta" userId="c8694f89-bba4-4576-b0a8-456619ca5a8c" providerId="ADAL" clId="{58424B7E-67A2-E24B-9516-C248AFA19009}" dt="2022-08-30T09:32:36.205" v="1204" actId="1076"/>
          <ac:picMkLst>
            <pc:docMk/>
            <pc:sldMk cId="11402927" sldId="263"/>
            <ac:picMk id="5" creationId="{5D828C5A-E211-5917-F0A3-478949F392AF}"/>
          </ac:picMkLst>
        </pc:picChg>
        <pc:picChg chg="add mod">
          <ac:chgData name="Riccardo Berta" userId="c8694f89-bba4-4576-b0a8-456619ca5a8c" providerId="ADAL" clId="{58424B7E-67A2-E24B-9516-C248AFA19009}" dt="2022-08-30T09:32:25.306" v="1202" actId="1076"/>
          <ac:picMkLst>
            <pc:docMk/>
            <pc:sldMk cId="11402927" sldId="263"/>
            <ac:picMk id="7" creationId="{0C7BE3E7-6868-19EE-3253-53A71F868074}"/>
          </ac:picMkLst>
        </pc:picChg>
        <pc:picChg chg="add mod">
          <ac:chgData name="Riccardo Berta" userId="c8694f89-bba4-4576-b0a8-456619ca5a8c" providerId="ADAL" clId="{58424B7E-67A2-E24B-9516-C248AFA19009}" dt="2022-08-30T09:32:20.372" v="1201" actId="1076"/>
          <ac:picMkLst>
            <pc:docMk/>
            <pc:sldMk cId="11402927" sldId="263"/>
            <ac:picMk id="9" creationId="{4FF45D8D-E910-4192-97BD-DEBE87AA0D7F}"/>
          </ac:picMkLst>
        </pc:picChg>
        <pc:picChg chg="add mod">
          <ac:chgData name="Riccardo Berta" userId="c8694f89-bba4-4576-b0a8-456619ca5a8c" providerId="ADAL" clId="{58424B7E-67A2-E24B-9516-C248AFA19009}" dt="2022-08-30T09:32:16.472" v="1200" actId="1076"/>
          <ac:picMkLst>
            <pc:docMk/>
            <pc:sldMk cId="11402927" sldId="263"/>
            <ac:picMk id="11" creationId="{85A08A20-9095-CFB9-3040-825FE39CFB8A}"/>
          </ac:picMkLst>
        </pc:picChg>
      </pc:sldChg>
      <pc:sldChg chg="del">
        <pc:chgData name="Riccardo Berta" userId="c8694f89-bba4-4576-b0a8-456619ca5a8c" providerId="ADAL" clId="{58424B7E-67A2-E24B-9516-C248AFA19009}" dt="2022-08-30T08:44:10.781" v="14" actId="2696"/>
        <pc:sldMkLst>
          <pc:docMk/>
          <pc:sldMk cId="2190566097" sldId="263"/>
        </pc:sldMkLst>
      </pc:sldChg>
      <pc:sldChg chg="modSp add mod ord">
        <pc:chgData name="Riccardo Berta" userId="c8694f89-bba4-4576-b0a8-456619ca5a8c" providerId="ADAL" clId="{58424B7E-67A2-E24B-9516-C248AFA19009}" dt="2022-08-30T09:40:38.066" v="1433" actId="20578"/>
        <pc:sldMkLst>
          <pc:docMk/>
          <pc:sldMk cId="2794482370" sldId="264"/>
        </pc:sldMkLst>
        <pc:spChg chg="mod">
          <ac:chgData name="Riccardo Berta" userId="c8694f89-bba4-4576-b0a8-456619ca5a8c" providerId="ADAL" clId="{58424B7E-67A2-E24B-9516-C248AFA19009}" dt="2022-08-30T09:35:37.505" v="1317" actId="20577"/>
          <ac:spMkLst>
            <pc:docMk/>
            <pc:sldMk cId="2794482370" sldId="264"/>
            <ac:spMk id="83" creationId="{00000000-0000-0000-0000-000000000000}"/>
          </ac:spMkLst>
        </pc:spChg>
        <pc:spChg chg="mod">
          <ac:chgData name="Riccardo Berta" userId="c8694f89-bba4-4576-b0a8-456619ca5a8c" providerId="ADAL" clId="{58424B7E-67A2-E24B-9516-C248AFA19009}" dt="2022-08-30T09:37:23.887" v="1369" actId="20577"/>
          <ac:spMkLst>
            <pc:docMk/>
            <pc:sldMk cId="2794482370" sldId="264"/>
            <ac:spMk id="84" creationId="{00000000-0000-0000-0000-000000000000}"/>
          </ac:spMkLst>
        </pc:spChg>
      </pc:sldChg>
      <pc:sldChg chg="del">
        <pc:chgData name="Riccardo Berta" userId="c8694f89-bba4-4576-b0a8-456619ca5a8c" providerId="ADAL" clId="{58424B7E-67A2-E24B-9516-C248AFA19009}" dt="2022-08-30T08:44:11.185" v="15" actId="2696"/>
        <pc:sldMkLst>
          <pc:docMk/>
          <pc:sldMk cId="3888810046" sldId="264"/>
        </pc:sldMkLst>
      </pc:sldChg>
      <pc:sldChg chg="add del">
        <pc:chgData name="Riccardo Berta" userId="c8694f89-bba4-4576-b0a8-456619ca5a8c" providerId="ADAL" clId="{58424B7E-67A2-E24B-9516-C248AFA19009}" dt="2022-08-30T09:40:43.113" v="1435" actId="2696"/>
        <pc:sldMkLst>
          <pc:docMk/>
          <pc:sldMk cId="1840044115" sldId="265"/>
        </pc:sldMkLst>
      </pc:sldChg>
      <pc:sldChg chg="del">
        <pc:chgData name="Riccardo Berta" userId="c8694f89-bba4-4576-b0a8-456619ca5a8c" providerId="ADAL" clId="{58424B7E-67A2-E24B-9516-C248AFA19009}" dt="2022-08-30T08:44:10.392" v="13" actId="2696"/>
        <pc:sldMkLst>
          <pc:docMk/>
          <pc:sldMk cId="2733657070" sldId="265"/>
        </pc:sldMkLst>
      </pc:sldChg>
      <pc:sldChg chg="del">
        <pc:chgData name="Riccardo Berta" userId="c8694f89-bba4-4576-b0a8-456619ca5a8c" providerId="ADAL" clId="{58424B7E-67A2-E24B-9516-C248AFA19009}" dt="2022-08-30T08:44:11.546" v="16" actId="2696"/>
        <pc:sldMkLst>
          <pc:docMk/>
          <pc:sldMk cId="2836957529" sldId="266"/>
        </pc:sldMkLst>
      </pc:sldChg>
      <pc:sldChg chg="add del">
        <pc:chgData name="Riccardo Berta" userId="c8694f89-bba4-4576-b0a8-456619ca5a8c" providerId="ADAL" clId="{58424B7E-67A2-E24B-9516-C248AFA19009}" dt="2022-08-30T09:40:44.686" v="1436" actId="2696"/>
        <pc:sldMkLst>
          <pc:docMk/>
          <pc:sldMk cId="3173063083" sldId="266"/>
        </pc:sldMkLst>
      </pc:sldChg>
      <pc:sldChg chg="del">
        <pc:chgData name="Riccardo Berta" userId="c8694f89-bba4-4576-b0a8-456619ca5a8c" providerId="ADAL" clId="{58424B7E-67A2-E24B-9516-C248AFA19009}" dt="2022-08-30T08:44:11.879" v="17" actId="2696"/>
        <pc:sldMkLst>
          <pc:docMk/>
          <pc:sldMk cId="3519359877" sldId="267"/>
        </pc:sldMkLst>
      </pc:sldChg>
      <pc:sldChg chg="add del">
        <pc:chgData name="Riccardo Berta" userId="c8694f89-bba4-4576-b0a8-456619ca5a8c" providerId="ADAL" clId="{58424B7E-67A2-E24B-9516-C248AFA19009}" dt="2022-08-30T09:40:45.351" v="1437" actId="2696"/>
        <pc:sldMkLst>
          <pc:docMk/>
          <pc:sldMk cId="4284808824" sldId="267"/>
        </pc:sldMkLst>
      </pc:sldChg>
      <pc:sldChg chg="add del">
        <pc:chgData name="Riccardo Berta" userId="c8694f89-bba4-4576-b0a8-456619ca5a8c" providerId="ADAL" clId="{58424B7E-67A2-E24B-9516-C248AFA19009}" dt="2022-08-30T09:40:46.386" v="1438" actId="2696"/>
        <pc:sldMkLst>
          <pc:docMk/>
          <pc:sldMk cId="2262434218" sldId="268"/>
        </pc:sldMkLst>
      </pc:sldChg>
      <pc:sldChg chg="del">
        <pc:chgData name="Riccardo Berta" userId="c8694f89-bba4-4576-b0a8-456619ca5a8c" providerId="ADAL" clId="{58424B7E-67A2-E24B-9516-C248AFA19009}" dt="2022-08-30T08:44:12.296" v="18" actId="2696"/>
        <pc:sldMkLst>
          <pc:docMk/>
          <pc:sldMk cId="3883776362" sldId="268"/>
        </pc:sldMkLst>
      </pc:sldChg>
      <pc:sldChg chg="del">
        <pc:chgData name="Riccardo Berta" userId="c8694f89-bba4-4576-b0a8-456619ca5a8c" providerId="ADAL" clId="{58424B7E-67A2-E24B-9516-C248AFA19009}" dt="2022-08-30T08:44:12.734" v="19" actId="2696"/>
        <pc:sldMkLst>
          <pc:docMk/>
          <pc:sldMk cId="482081013" sldId="269"/>
        </pc:sldMkLst>
      </pc:sldChg>
      <pc:sldChg chg="del">
        <pc:chgData name="Riccardo Berta" userId="c8694f89-bba4-4576-b0a8-456619ca5a8c" providerId="ADAL" clId="{58424B7E-67A2-E24B-9516-C248AFA19009}" dt="2022-08-30T08:44:13.162" v="20" actId="2696"/>
        <pc:sldMkLst>
          <pc:docMk/>
          <pc:sldMk cId="761532774" sldId="270"/>
        </pc:sldMkLst>
      </pc:sldChg>
      <pc:sldChg chg="del">
        <pc:chgData name="Riccardo Berta" userId="c8694f89-bba4-4576-b0a8-456619ca5a8c" providerId="ADAL" clId="{58424B7E-67A2-E24B-9516-C248AFA19009}" dt="2022-08-30T08:44:13.596" v="21" actId="2696"/>
        <pc:sldMkLst>
          <pc:docMk/>
          <pc:sldMk cId="3967202540" sldId="271"/>
        </pc:sldMkLst>
      </pc:sldChg>
      <pc:sldChg chg="del">
        <pc:chgData name="Riccardo Berta" userId="c8694f89-bba4-4576-b0a8-456619ca5a8c" providerId="ADAL" clId="{58424B7E-67A2-E24B-9516-C248AFA19009}" dt="2022-08-30T08:44:14.037" v="22" actId="2696"/>
        <pc:sldMkLst>
          <pc:docMk/>
          <pc:sldMk cId="2355894371" sldId="272"/>
        </pc:sldMkLst>
      </pc:sldChg>
      <pc:sldChg chg="del">
        <pc:chgData name="Riccardo Berta" userId="c8694f89-bba4-4576-b0a8-456619ca5a8c" providerId="ADAL" clId="{58424B7E-67A2-E24B-9516-C248AFA19009}" dt="2022-08-30T08:44:14.570" v="23" actId="2696"/>
        <pc:sldMkLst>
          <pc:docMk/>
          <pc:sldMk cId="3843819371" sldId="273"/>
        </pc:sldMkLst>
      </pc:sldChg>
      <pc:sldChg chg="del">
        <pc:chgData name="Riccardo Berta" userId="c8694f89-bba4-4576-b0a8-456619ca5a8c" providerId="ADAL" clId="{58424B7E-67A2-E24B-9516-C248AFA19009}" dt="2022-08-30T08:44:15.613" v="24" actId="2696"/>
        <pc:sldMkLst>
          <pc:docMk/>
          <pc:sldMk cId="806177680" sldId="274"/>
        </pc:sldMkLst>
      </pc:sldChg>
      <pc:sldChg chg="del">
        <pc:chgData name="Riccardo Berta" userId="c8694f89-bba4-4576-b0a8-456619ca5a8c" providerId="ADAL" clId="{58424B7E-67A2-E24B-9516-C248AFA19009}" dt="2022-08-30T08:44:16.250" v="25" actId="2696"/>
        <pc:sldMkLst>
          <pc:docMk/>
          <pc:sldMk cId="284781631" sldId="275"/>
        </pc:sldMkLst>
      </pc:sldChg>
      <pc:sldChg chg="del">
        <pc:chgData name="Riccardo Berta" userId="c8694f89-bba4-4576-b0a8-456619ca5a8c" providerId="ADAL" clId="{58424B7E-67A2-E24B-9516-C248AFA19009}" dt="2022-08-30T08:44:17.013" v="26" actId="2696"/>
        <pc:sldMkLst>
          <pc:docMk/>
          <pc:sldMk cId="4125292156" sldId="276"/>
        </pc:sldMkLst>
      </pc:sldChg>
      <pc:sldChg chg="del">
        <pc:chgData name="Riccardo Berta" userId="c8694f89-bba4-4576-b0a8-456619ca5a8c" providerId="ADAL" clId="{58424B7E-67A2-E24B-9516-C248AFA19009}" dt="2022-08-30T08:44:17.602" v="27" actId="2696"/>
        <pc:sldMkLst>
          <pc:docMk/>
          <pc:sldMk cId="1388305878" sldId="277"/>
        </pc:sldMkLst>
      </pc:sldChg>
      <pc:sldChg chg="del">
        <pc:chgData name="Riccardo Berta" userId="c8694f89-bba4-4576-b0a8-456619ca5a8c" providerId="ADAL" clId="{58424B7E-67A2-E24B-9516-C248AFA19009}" dt="2022-08-30T08:44:18.091" v="28" actId="2696"/>
        <pc:sldMkLst>
          <pc:docMk/>
          <pc:sldMk cId="2276488042" sldId="278"/>
        </pc:sldMkLst>
      </pc:sldChg>
      <pc:sldMasterChg chg="modSldLayout">
        <pc:chgData name="Riccardo Berta" userId="c8694f89-bba4-4576-b0a8-456619ca5a8c" providerId="ADAL" clId="{58424B7E-67A2-E24B-9516-C248AFA19009}" dt="2022-08-30T08:51:17.059" v="152" actId="948"/>
        <pc:sldMasterMkLst>
          <pc:docMk/>
          <pc:sldMasterMk cId="0" sldId="2147483659"/>
        </pc:sldMasterMkLst>
        <pc:sldLayoutChg chg="modSp mod">
          <pc:chgData name="Riccardo Berta" userId="c8694f89-bba4-4576-b0a8-456619ca5a8c" providerId="ADAL" clId="{58424B7E-67A2-E24B-9516-C248AFA19009}" dt="2022-08-30T08:51:17.059" v="152" actId="948"/>
          <pc:sldLayoutMkLst>
            <pc:docMk/>
            <pc:sldMasterMk cId="0" sldId="2147483659"/>
            <pc:sldLayoutMk cId="0" sldId="2147483650"/>
          </pc:sldLayoutMkLst>
          <pc:spChg chg="mod">
            <ac:chgData name="Riccardo Berta" userId="c8694f89-bba4-4576-b0a8-456619ca5a8c" providerId="ADAL" clId="{58424B7E-67A2-E24B-9516-C248AFA19009}" dt="2022-08-30T08:51:17.059" v="152" actId="948"/>
            <ac:spMkLst>
              <pc:docMk/>
              <pc:sldMasterMk cId="0" sldId="2147483659"/>
              <pc:sldLayoutMk cId="0" sldId="2147483650"/>
              <ac:spMk id="23" creationId="{00000000-0000-0000-0000-000000000000}"/>
            </ac:spMkLst>
          </pc:spChg>
        </pc:sldLayoutChg>
      </pc:sldMasterChg>
    </pc:docChg>
  </pc:docChgLst>
  <pc:docChgLst>
    <pc:chgData name="Riccardo Berta" userId="c8694f89-bba4-4576-b0a8-456619ca5a8c" providerId="ADAL" clId="{35C5D11B-424E-5B41-A9C4-509DD0A59BFD}"/>
    <pc:docChg chg="custSel delSld modSld sldOrd">
      <pc:chgData name="Riccardo Berta" userId="c8694f89-bba4-4576-b0a8-456619ca5a8c" providerId="ADAL" clId="{35C5D11B-424E-5B41-A9C4-509DD0A59BFD}" dt="2022-04-01T12:12:56.906" v="135" actId="20577"/>
      <pc:docMkLst>
        <pc:docMk/>
      </pc:docMkLst>
      <pc:sldChg chg="modSp">
        <pc:chgData name="Riccardo Berta" userId="c8694f89-bba4-4576-b0a8-456619ca5a8c" providerId="ADAL" clId="{35C5D11B-424E-5B41-A9C4-509DD0A59BFD}" dt="2022-03-22T07:34:03.014" v="5"/>
        <pc:sldMkLst>
          <pc:docMk/>
          <pc:sldMk cId="0" sldId="257"/>
        </pc:sldMkLst>
        <pc:picChg chg="mod">
          <ac:chgData name="Riccardo Berta" userId="c8694f89-bba4-4576-b0a8-456619ca5a8c" providerId="ADAL" clId="{35C5D11B-424E-5B41-A9C4-509DD0A59BFD}" dt="2022-03-22T07:34:03.014" v="5"/>
          <ac:picMkLst>
            <pc:docMk/>
            <pc:sldMk cId="0" sldId="257"/>
            <ac:picMk id="85" creationId="{00000000-0000-0000-0000-000000000000}"/>
          </ac:picMkLst>
        </pc:picChg>
      </pc:sldChg>
      <pc:sldChg chg="modSp">
        <pc:chgData name="Riccardo Berta" userId="c8694f89-bba4-4576-b0a8-456619ca5a8c" providerId="ADAL" clId="{35C5D11B-424E-5B41-A9C4-509DD0A59BFD}" dt="2022-03-22T07:34:23.187" v="6"/>
        <pc:sldMkLst>
          <pc:docMk/>
          <pc:sldMk cId="1899110855" sldId="258"/>
        </pc:sldMkLst>
        <pc:picChg chg="mod">
          <ac:chgData name="Riccardo Berta" userId="c8694f89-bba4-4576-b0a8-456619ca5a8c" providerId="ADAL" clId="{35C5D11B-424E-5B41-A9C4-509DD0A59BFD}" dt="2022-03-22T07:34:23.187" v="6"/>
          <ac:picMkLst>
            <pc:docMk/>
            <pc:sldMk cId="1899110855" sldId="258"/>
            <ac:picMk id="92" creationId="{00000000-0000-0000-0000-000000000000}"/>
          </ac:picMkLst>
        </pc:picChg>
      </pc:sldChg>
      <pc:sldChg chg="modSp">
        <pc:chgData name="Riccardo Berta" userId="c8694f89-bba4-4576-b0a8-456619ca5a8c" providerId="ADAL" clId="{35C5D11B-424E-5B41-A9C4-509DD0A59BFD}" dt="2022-03-22T07:39:20.191" v="16"/>
        <pc:sldMkLst>
          <pc:docMk/>
          <pc:sldMk cId="3018556184" sldId="259"/>
        </pc:sldMkLst>
        <pc:picChg chg="mod">
          <ac:chgData name="Riccardo Berta" userId="c8694f89-bba4-4576-b0a8-456619ca5a8c" providerId="ADAL" clId="{35C5D11B-424E-5B41-A9C4-509DD0A59BFD}" dt="2022-03-22T07:38:22.524" v="12"/>
          <ac:picMkLst>
            <pc:docMk/>
            <pc:sldMk cId="3018556184" sldId="259"/>
            <ac:picMk id="99" creationId="{00000000-0000-0000-0000-000000000000}"/>
          </ac:picMkLst>
        </pc:picChg>
        <pc:picChg chg="mod">
          <ac:chgData name="Riccardo Berta" userId="c8694f89-bba4-4576-b0a8-456619ca5a8c" providerId="ADAL" clId="{35C5D11B-424E-5B41-A9C4-509DD0A59BFD}" dt="2022-03-22T07:38:34.539" v="13"/>
          <ac:picMkLst>
            <pc:docMk/>
            <pc:sldMk cId="3018556184" sldId="259"/>
            <ac:picMk id="100" creationId="{00000000-0000-0000-0000-000000000000}"/>
          </ac:picMkLst>
        </pc:picChg>
        <pc:picChg chg="mod">
          <ac:chgData name="Riccardo Berta" userId="c8694f89-bba4-4576-b0a8-456619ca5a8c" providerId="ADAL" clId="{35C5D11B-424E-5B41-A9C4-509DD0A59BFD}" dt="2022-03-22T07:38:47.480" v="14"/>
          <ac:picMkLst>
            <pc:docMk/>
            <pc:sldMk cId="3018556184" sldId="259"/>
            <ac:picMk id="101" creationId="{00000000-0000-0000-0000-000000000000}"/>
          </ac:picMkLst>
        </pc:picChg>
        <pc:picChg chg="mod">
          <ac:chgData name="Riccardo Berta" userId="c8694f89-bba4-4576-b0a8-456619ca5a8c" providerId="ADAL" clId="{35C5D11B-424E-5B41-A9C4-509DD0A59BFD}" dt="2022-03-22T07:38:59.538" v="15"/>
          <ac:picMkLst>
            <pc:docMk/>
            <pc:sldMk cId="3018556184" sldId="259"/>
            <ac:picMk id="102" creationId="{00000000-0000-0000-0000-000000000000}"/>
          </ac:picMkLst>
        </pc:picChg>
        <pc:picChg chg="mod">
          <ac:chgData name="Riccardo Berta" userId="c8694f89-bba4-4576-b0a8-456619ca5a8c" providerId="ADAL" clId="{35C5D11B-424E-5B41-A9C4-509DD0A59BFD}" dt="2022-03-22T07:39:20.191" v="16"/>
          <ac:picMkLst>
            <pc:docMk/>
            <pc:sldMk cId="3018556184" sldId="259"/>
            <ac:picMk id="103" creationId="{00000000-0000-0000-0000-000000000000}"/>
          </ac:picMkLst>
        </pc:picChg>
      </pc:sldChg>
      <pc:sldChg chg="modSp mod">
        <pc:chgData name="Riccardo Berta" userId="c8694f89-bba4-4576-b0a8-456619ca5a8c" providerId="ADAL" clId="{35C5D11B-424E-5B41-A9C4-509DD0A59BFD}" dt="2022-03-23T07:58:19.601" v="41" actId="20577"/>
        <pc:sldMkLst>
          <pc:docMk/>
          <pc:sldMk cId="1104208334" sldId="260"/>
        </pc:sldMkLst>
        <pc:spChg chg="mod">
          <ac:chgData name="Riccardo Berta" userId="c8694f89-bba4-4576-b0a8-456619ca5a8c" providerId="ADAL" clId="{35C5D11B-424E-5B41-A9C4-509DD0A59BFD}" dt="2022-03-23T07:58:19.601" v="41" actId="20577"/>
          <ac:spMkLst>
            <pc:docMk/>
            <pc:sldMk cId="1104208334" sldId="260"/>
            <ac:spMk id="109" creationId="{00000000-0000-0000-0000-000000000000}"/>
          </ac:spMkLst>
        </pc:spChg>
        <pc:picChg chg="mod">
          <ac:chgData name="Riccardo Berta" userId="c8694f89-bba4-4576-b0a8-456619ca5a8c" providerId="ADAL" clId="{35C5D11B-424E-5B41-A9C4-509DD0A59BFD}" dt="2022-03-22T07:40:02.780" v="18"/>
          <ac:picMkLst>
            <pc:docMk/>
            <pc:sldMk cId="1104208334" sldId="260"/>
            <ac:picMk id="110" creationId="{00000000-0000-0000-0000-000000000000}"/>
          </ac:picMkLst>
        </pc:picChg>
        <pc:picChg chg="mod">
          <ac:chgData name="Riccardo Berta" userId="c8694f89-bba4-4576-b0a8-456619ca5a8c" providerId="ADAL" clId="{35C5D11B-424E-5B41-A9C4-509DD0A59BFD}" dt="2022-03-22T07:39:46.143" v="17"/>
          <ac:picMkLst>
            <pc:docMk/>
            <pc:sldMk cId="1104208334" sldId="260"/>
            <ac:picMk id="111" creationId="{00000000-0000-0000-0000-000000000000}"/>
          </ac:picMkLst>
        </pc:picChg>
      </pc:sldChg>
      <pc:sldChg chg="modSp">
        <pc:chgData name="Riccardo Berta" userId="c8694f89-bba4-4576-b0a8-456619ca5a8c" providerId="ADAL" clId="{35C5D11B-424E-5B41-A9C4-509DD0A59BFD}" dt="2022-03-22T07:42:45.729" v="19"/>
        <pc:sldMkLst>
          <pc:docMk/>
          <pc:sldMk cId="1290395919" sldId="261"/>
        </pc:sldMkLst>
        <pc:picChg chg="mod">
          <ac:chgData name="Riccardo Berta" userId="c8694f89-bba4-4576-b0a8-456619ca5a8c" providerId="ADAL" clId="{35C5D11B-424E-5B41-A9C4-509DD0A59BFD}" dt="2022-03-22T07:42:45.729" v="19"/>
          <ac:picMkLst>
            <pc:docMk/>
            <pc:sldMk cId="1290395919" sldId="261"/>
            <ac:picMk id="119" creationId="{00000000-0000-0000-0000-000000000000}"/>
          </ac:picMkLst>
        </pc:picChg>
      </pc:sldChg>
      <pc:sldChg chg="modSp mod modNotes">
        <pc:chgData name="Riccardo Berta" userId="c8694f89-bba4-4576-b0a8-456619ca5a8c" providerId="ADAL" clId="{35C5D11B-424E-5B41-A9C4-509DD0A59BFD}" dt="2022-03-25T14:38:53.205" v="88" actId="20577"/>
        <pc:sldMkLst>
          <pc:docMk/>
          <pc:sldMk cId="4130549615" sldId="262"/>
        </pc:sldMkLst>
        <pc:spChg chg="mod">
          <ac:chgData name="Riccardo Berta" userId="c8694f89-bba4-4576-b0a8-456619ca5a8c" providerId="ADAL" clId="{35C5D11B-424E-5B41-A9C4-509DD0A59BFD}" dt="2022-03-25T14:38:53.205" v="88" actId="20577"/>
          <ac:spMkLst>
            <pc:docMk/>
            <pc:sldMk cId="4130549615" sldId="262"/>
            <ac:spMk id="125" creationId="{00000000-0000-0000-0000-000000000000}"/>
          </ac:spMkLst>
        </pc:spChg>
        <pc:picChg chg="mod">
          <ac:chgData name="Riccardo Berta" userId="c8694f89-bba4-4576-b0a8-456619ca5a8c" providerId="ADAL" clId="{35C5D11B-424E-5B41-A9C4-509DD0A59BFD}" dt="2022-03-22T07:43:02.767" v="20"/>
          <ac:picMkLst>
            <pc:docMk/>
            <pc:sldMk cId="4130549615" sldId="262"/>
            <ac:picMk id="126" creationId="{00000000-0000-0000-0000-000000000000}"/>
          </ac:picMkLst>
        </pc:picChg>
      </pc:sldChg>
      <pc:sldChg chg="modSp">
        <pc:chgData name="Riccardo Berta" userId="c8694f89-bba4-4576-b0a8-456619ca5a8c" providerId="ADAL" clId="{35C5D11B-424E-5B41-A9C4-509DD0A59BFD}" dt="2022-03-22T07:43:16.691" v="21"/>
        <pc:sldMkLst>
          <pc:docMk/>
          <pc:sldMk cId="3102138681" sldId="263"/>
        </pc:sldMkLst>
        <pc:picChg chg="mod">
          <ac:chgData name="Riccardo Berta" userId="c8694f89-bba4-4576-b0a8-456619ca5a8c" providerId="ADAL" clId="{35C5D11B-424E-5B41-A9C4-509DD0A59BFD}" dt="2022-03-22T07:43:16.691" v="21"/>
          <ac:picMkLst>
            <pc:docMk/>
            <pc:sldMk cId="3102138681" sldId="263"/>
            <ac:picMk id="133" creationId="{00000000-0000-0000-0000-000000000000}"/>
          </ac:picMkLst>
        </pc:picChg>
      </pc:sldChg>
      <pc:sldChg chg="modSp mod">
        <pc:chgData name="Riccardo Berta" userId="c8694f89-bba4-4576-b0a8-456619ca5a8c" providerId="ADAL" clId="{35C5D11B-424E-5B41-A9C4-509DD0A59BFD}" dt="2022-03-25T15:16:54.434" v="126" actId="20577"/>
        <pc:sldMkLst>
          <pc:docMk/>
          <pc:sldMk cId="2113557187" sldId="264"/>
        </pc:sldMkLst>
        <pc:spChg chg="mod">
          <ac:chgData name="Riccardo Berta" userId="c8694f89-bba4-4576-b0a8-456619ca5a8c" providerId="ADAL" clId="{35C5D11B-424E-5B41-A9C4-509DD0A59BFD}" dt="2022-03-25T15:16:54.434" v="126" actId="20577"/>
          <ac:spMkLst>
            <pc:docMk/>
            <pc:sldMk cId="2113557187" sldId="264"/>
            <ac:spMk id="139" creationId="{00000000-0000-0000-0000-000000000000}"/>
          </ac:spMkLst>
        </pc:spChg>
        <pc:picChg chg="mod">
          <ac:chgData name="Riccardo Berta" userId="c8694f89-bba4-4576-b0a8-456619ca5a8c" providerId="ADAL" clId="{35C5D11B-424E-5B41-A9C4-509DD0A59BFD}" dt="2022-03-22T07:43:33.267" v="22"/>
          <ac:picMkLst>
            <pc:docMk/>
            <pc:sldMk cId="2113557187" sldId="264"/>
            <ac:picMk id="141" creationId="{00000000-0000-0000-0000-000000000000}"/>
          </ac:picMkLst>
        </pc:picChg>
        <pc:picChg chg="mod">
          <ac:chgData name="Riccardo Berta" userId="c8694f89-bba4-4576-b0a8-456619ca5a8c" providerId="ADAL" clId="{35C5D11B-424E-5B41-A9C4-509DD0A59BFD}" dt="2022-03-22T07:43:50.362" v="23"/>
          <ac:picMkLst>
            <pc:docMk/>
            <pc:sldMk cId="2113557187" sldId="264"/>
            <ac:picMk id="142" creationId="{00000000-0000-0000-0000-000000000000}"/>
          </ac:picMkLst>
        </pc:picChg>
      </pc:sldChg>
      <pc:sldChg chg="modSp">
        <pc:chgData name="Riccardo Berta" userId="c8694f89-bba4-4576-b0a8-456619ca5a8c" providerId="ADAL" clId="{35C5D11B-424E-5B41-A9C4-509DD0A59BFD}" dt="2022-03-22T07:44:03.240" v="24"/>
        <pc:sldMkLst>
          <pc:docMk/>
          <pc:sldMk cId="2045385232" sldId="265"/>
        </pc:sldMkLst>
        <pc:picChg chg="mod">
          <ac:chgData name="Riccardo Berta" userId="c8694f89-bba4-4576-b0a8-456619ca5a8c" providerId="ADAL" clId="{35C5D11B-424E-5B41-A9C4-509DD0A59BFD}" dt="2022-03-22T07:44:03.240" v="24"/>
          <ac:picMkLst>
            <pc:docMk/>
            <pc:sldMk cId="2045385232" sldId="265"/>
            <ac:picMk id="149" creationId="{00000000-0000-0000-0000-000000000000}"/>
          </ac:picMkLst>
        </pc:picChg>
      </pc:sldChg>
      <pc:sldChg chg="modSp">
        <pc:chgData name="Riccardo Berta" userId="c8694f89-bba4-4576-b0a8-456619ca5a8c" providerId="ADAL" clId="{35C5D11B-424E-5B41-A9C4-509DD0A59BFD}" dt="2022-03-22T07:44:22.734" v="25"/>
        <pc:sldMkLst>
          <pc:docMk/>
          <pc:sldMk cId="4181844165" sldId="266"/>
        </pc:sldMkLst>
        <pc:picChg chg="mod">
          <ac:chgData name="Riccardo Berta" userId="c8694f89-bba4-4576-b0a8-456619ca5a8c" providerId="ADAL" clId="{35C5D11B-424E-5B41-A9C4-509DD0A59BFD}" dt="2022-03-22T07:44:22.734" v="25"/>
          <ac:picMkLst>
            <pc:docMk/>
            <pc:sldMk cId="4181844165" sldId="266"/>
            <ac:picMk id="156" creationId="{00000000-0000-0000-0000-000000000000}"/>
          </ac:picMkLst>
        </pc:picChg>
      </pc:sldChg>
      <pc:sldChg chg="modSp mod">
        <pc:chgData name="Riccardo Berta" userId="c8694f89-bba4-4576-b0a8-456619ca5a8c" providerId="ADAL" clId="{35C5D11B-424E-5B41-A9C4-509DD0A59BFD}" dt="2022-04-01T12:12:56.906" v="135" actId="20577"/>
        <pc:sldMkLst>
          <pc:docMk/>
          <pc:sldMk cId="216455838" sldId="267"/>
        </pc:sldMkLst>
        <pc:spChg chg="mod">
          <ac:chgData name="Riccardo Berta" userId="c8694f89-bba4-4576-b0a8-456619ca5a8c" providerId="ADAL" clId="{35C5D11B-424E-5B41-A9C4-509DD0A59BFD}" dt="2022-04-01T12:12:56.906" v="135" actId="20577"/>
          <ac:spMkLst>
            <pc:docMk/>
            <pc:sldMk cId="216455838" sldId="267"/>
            <ac:spMk id="162" creationId="{00000000-0000-0000-0000-000000000000}"/>
          </ac:spMkLst>
        </pc:spChg>
        <pc:picChg chg="mod">
          <ac:chgData name="Riccardo Berta" userId="c8694f89-bba4-4576-b0a8-456619ca5a8c" providerId="ADAL" clId="{35C5D11B-424E-5B41-A9C4-509DD0A59BFD}" dt="2022-03-22T07:44:34.392" v="26"/>
          <ac:picMkLst>
            <pc:docMk/>
            <pc:sldMk cId="216455838" sldId="267"/>
            <ac:picMk id="163" creationId="{00000000-0000-0000-0000-000000000000}"/>
          </ac:picMkLst>
        </pc:picChg>
      </pc:sldChg>
      <pc:sldChg chg="del">
        <pc:chgData name="Riccardo Berta" userId="c8694f89-bba4-4576-b0a8-456619ca5a8c" providerId="ADAL" clId="{35C5D11B-424E-5B41-A9C4-509DD0A59BFD}" dt="2022-03-22T07:29:13.529" v="3" actId="2696"/>
        <pc:sldMkLst>
          <pc:docMk/>
          <pc:sldMk cId="925286286" sldId="268"/>
        </pc:sldMkLst>
      </pc:sldChg>
      <pc:sldChg chg="modSp">
        <pc:chgData name="Riccardo Berta" userId="c8694f89-bba4-4576-b0a8-456619ca5a8c" providerId="ADAL" clId="{35C5D11B-424E-5B41-A9C4-509DD0A59BFD}" dt="2022-03-22T07:44:59.403" v="28"/>
        <pc:sldMkLst>
          <pc:docMk/>
          <pc:sldMk cId="3471997037" sldId="269"/>
        </pc:sldMkLst>
        <pc:picChg chg="mod">
          <ac:chgData name="Riccardo Berta" userId="c8694f89-bba4-4576-b0a8-456619ca5a8c" providerId="ADAL" clId="{35C5D11B-424E-5B41-A9C4-509DD0A59BFD}" dt="2022-03-22T07:44:47.754" v="27"/>
          <ac:picMkLst>
            <pc:docMk/>
            <pc:sldMk cId="3471997037" sldId="269"/>
            <ac:picMk id="176" creationId="{00000000-0000-0000-0000-000000000000}"/>
          </ac:picMkLst>
        </pc:picChg>
        <pc:picChg chg="mod">
          <ac:chgData name="Riccardo Berta" userId="c8694f89-bba4-4576-b0a8-456619ca5a8c" providerId="ADAL" clId="{35C5D11B-424E-5B41-A9C4-509DD0A59BFD}" dt="2022-03-22T07:44:59.403" v="28"/>
          <ac:picMkLst>
            <pc:docMk/>
            <pc:sldMk cId="3471997037" sldId="269"/>
            <ac:picMk id="177" creationId="{00000000-0000-0000-0000-000000000000}"/>
          </ac:picMkLst>
        </pc:picChg>
      </pc:sldChg>
      <pc:sldChg chg="modSp mod">
        <pc:chgData name="Riccardo Berta" userId="c8694f89-bba4-4576-b0a8-456619ca5a8c" providerId="ADAL" clId="{35C5D11B-424E-5B41-A9C4-509DD0A59BFD}" dt="2022-03-22T07:47:03.443" v="33"/>
        <pc:sldMkLst>
          <pc:docMk/>
          <pc:sldMk cId="3130917410" sldId="270"/>
        </pc:sldMkLst>
        <pc:picChg chg="mod">
          <ac:chgData name="Riccardo Berta" userId="c8694f89-bba4-4576-b0a8-456619ca5a8c" providerId="ADAL" clId="{35C5D11B-424E-5B41-A9C4-509DD0A59BFD}" dt="2022-03-22T07:46:52.226" v="32"/>
          <ac:picMkLst>
            <pc:docMk/>
            <pc:sldMk cId="3130917410" sldId="270"/>
            <ac:picMk id="184" creationId="{00000000-0000-0000-0000-000000000000}"/>
          </ac:picMkLst>
        </pc:picChg>
        <pc:picChg chg="mod">
          <ac:chgData name="Riccardo Berta" userId="c8694f89-bba4-4576-b0a8-456619ca5a8c" providerId="ADAL" clId="{35C5D11B-424E-5B41-A9C4-509DD0A59BFD}" dt="2022-03-22T07:47:03.443" v="33"/>
          <ac:picMkLst>
            <pc:docMk/>
            <pc:sldMk cId="3130917410" sldId="270"/>
            <ac:picMk id="185" creationId="{00000000-0000-0000-0000-000000000000}"/>
          </ac:picMkLst>
        </pc:picChg>
      </pc:sldChg>
      <pc:sldChg chg="modSp mod">
        <pc:chgData name="Riccardo Berta" userId="c8694f89-bba4-4576-b0a8-456619ca5a8c" providerId="ADAL" clId="{35C5D11B-424E-5B41-A9C4-509DD0A59BFD}" dt="2022-03-22T07:47:51.976" v="38"/>
        <pc:sldMkLst>
          <pc:docMk/>
          <pc:sldMk cId="2266699268" sldId="271"/>
        </pc:sldMkLst>
        <pc:picChg chg="mod">
          <ac:chgData name="Riccardo Berta" userId="c8694f89-bba4-4576-b0a8-456619ca5a8c" providerId="ADAL" clId="{35C5D11B-424E-5B41-A9C4-509DD0A59BFD}" dt="2022-03-22T07:47:14.728" v="34"/>
          <ac:picMkLst>
            <pc:docMk/>
            <pc:sldMk cId="2266699268" sldId="271"/>
            <ac:picMk id="193" creationId="{00000000-0000-0000-0000-000000000000}"/>
          </ac:picMkLst>
        </pc:picChg>
        <pc:picChg chg="mod">
          <ac:chgData name="Riccardo Berta" userId="c8694f89-bba4-4576-b0a8-456619ca5a8c" providerId="ADAL" clId="{35C5D11B-424E-5B41-A9C4-509DD0A59BFD}" dt="2022-03-22T07:47:31.485" v="36"/>
          <ac:picMkLst>
            <pc:docMk/>
            <pc:sldMk cId="2266699268" sldId="271"/>
            <ac:picMk id="194" creationId="{00000000-0000-0000-0000-000000000000}"/>
          </ac:picMkLst>
        </pc:picChg>
        <pc:picChg chg="mod">
          <ac:chgData name="Riccardo Berta" userId="c8694f89-bba4-4576-b0a8-456619ca5a8c" providerId="ADAL" clId="{35C5D11B-424E-5B41-A9C4-509DD0A59BFD}" dt="2022-03-22T07:47:51.976" v="38"/>
          <ac:picMkLst>
            <pc:docMk/>
            <pc:sldMk cId="2266699268" sldId="271"/>
            <ac:picMk id="195" creationId="{00000000-0000-0000-0000-000000000000}"/>
          </ac:picMkLst>
        </pc:picChg>
      </pc:sldChg>
      <pc:sldChg chg="modSp mod ord">
        <pc:chgData name="Riccardo Berta" userId="c8694f89-bba4-4576-b0a8-456619ca5a8c" providerId="ADAL" clId="{35C5D11B-424E-5B41-A9C4-509DD0A59BFD}" dt="2022-03-22T07:29:04.952" v="2"/>
        <pc:sldMkLst>
          <pc:docMk/>
          <pc:sldMk cId="993270251" sldId="272"/>
        </pc:sldMkLst>
        <pc:spChg chg="mod">
          <ac:chgData name="Riccardo Berta" userId="c8694f89-bba4-4576-b0a8-456619ca5a8c" providerId="ADAL" clId="{35C5D11B-424E-5B41-A9C4-509DD0A59BFD}" dt="2022-03-22T07:29:04.952" v="2"/>
          <ac:spMkLst>
            <pc:docMk/>
            <pc:sldMk cId="993270251" sldId="272"/>
            <ac:spMk id="201" creationId="{00000000-0000-0000-0000-000000000000}"/>
          </ac:spMkLst>
        </pc:spChg>
      </pc:sldChg>
      <pc:sldChg chg="modSp">
        <pc:chgData name="Riccardo Berta" userId="c8694f89-bba4-4576-b0a8-456619ca5a8c" providerId="ADAL" clId="{35C5D11B-424E-5B41-A9C4-509DD0A59BFD}" dt="2022-03-22T07:48:04.230" v="39"/>
        <pc:sldMkLst>
          <pc:docMk/>
          <pc:sldMk cId="3843819371" sldId="273"/>
        </pc:sldMkLst>
        <pc:picChg chg="mod">
          <ac:chgData name="Riccardo Berta" userId="c8694f89-bba4-4576-b0a8-456619ca5a8c" providerId="ADAL" clId="{35C5D11B-424E-5B41-A9C4-509DD0A59BFD}" dt="2022-03-22T07:48:04.230" v="39"/>
          <ac:picMkLst>
            <pc:docMk/>
            <pc:sldMk cId="3843819371" sldId="273"/>
            <ac:picMk id="210" creationId="{00000000-0000-0000-0000-000000000000}"/>
          </ac:picMkLst>
        </pc:picChg>
      </pc:sldChg>
      <pc:sldChg chg="modSp">
        <pc:chgData name="Riccardo Berta" userId="c8694f89-bba4-4576-b0a8-456619ca5a8c" providerId="ADAL" clId="{35C5D11B-424E-5B41-A9C4-509DD0A59BFD}" dt="2022-03-22T07:48:21.111" v="40"/>
        <pc:sldMkLst>
          <pc:docMk/>
          <pc:sldMk cId="284781631" sldId="275"/>
        </pc:sldMkLst>
        <pc:picChg chg="mod">
          <ac:chgData name="Riccardo Berta" userId="c8694f89-bba4-4576-b0a8-456619ca5a8c" providerId="ADAL" clId="{35C5D11B-424E-5B41-A9C4-509DD0A59BFD}" dt="2022-03-22T07:48:21.111" v="40"/>
          <ac:picMkLst>
            <pc:docMk/>
            <pc:sldMk cId="284781631" sldId="275"/>
            <ac:picMk id="224"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538664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34491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834708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35943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260529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839047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593137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750664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624906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14372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46069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446319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164141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935391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734202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000997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609924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057329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76448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1008933"/>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1" name="Google Shape;11;p2"/>
          <p:cNvSpPr/>
          <p:nvPr/>
        </p:nvSpPr>
        <p:spPr>
          <a:xfrm rot="10800000">
            <a:off x="5318350" y="4355671"/>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2" name="Google Shape;12;p2"/>
          <p:cNvSpPr txBox="1">
            <a:spLocks noGrp="1"/>
          </p:cNvSpPr>
          <p:nvPr>
            <p:ph type="ctrTitle"/>
          </p:nvPr>
        </p:nvSpPr>
        <p:spPr>
          <a:xfrm>
            <a:off x="3044700" y="1925674"/>
            <a:ext cx="3054600" cy="2049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4155440"/>
            <a:ext cx="3054600" cy="9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RicTheme" userDrawn="1">
  <p:cSld name="TITLE_AND_BODY">
    <p:spTree>
      <p:nvGrpSpPr>
        <p:cNvPr id="1" name="Shape 20"/>
        <p:cNvGrpSpPr/>
        <p:nvPr/>
      </p:nvGrpSpPr>
      <p:grpSpPr>
        <a:xfrm>
          <a:off x="0" y="0"/>
          <a:ext cx="0" cy="0"/>
          <a:chOff x="0" y="0"/>
          <a:chExt cx="0" cy="0"/>
        </a:xfrm>
      </p:grpSpPr>
      <p:sp>
        <p:nvSpPr>
          <p:cNvPr id="21" name="Google Shape;21;p4"/>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4"/>
          <p:cNvSpPr txBox="1">
            <a:spLocks noGrp="1"/>
          </p:cNvSpPr>
          <p:nvPr>
            <p:ph type="body" idx="1"/>
          </p:nvPr>
        </p:nvSpPr>
        <p:spPr>
          <a:xfrm>
            <a:off x="202700" y="1104350"/>
            <a:ext cx="8818500" cy="5113200"/>
          </a:xfrm>
          <a:prstGeom prst="rect">
            <a:avLst/>
          </a:prstGeom>
        </p:spPr>
        <p:txBody>
          <a:bodyPr spcFirstLastPara="1" wrap="square" lIns="91425" tIns="91425" rIns="91425" bIns="91425" anchor="t" anchorCtr="0">
            <a:noAutofit/>
          </a:bodyPr>
          <a:lstStyle>
            <a:lvl1pPr marL="457200" lvl="0" indent="-336550">
              <a:spcBef>
                <a:spcPts val="0"/>
              </a:spcBef>
              <a:spcAft>
                <a:spcPts val="0"/>
              </a:spcAft>
              <a:buSzPts val="1700"/>
              <a:buChar char="●"/>
              <a:defRPr sz="1700"/>
            </a:lvl1pPr>
            <a:lvl2pPr marL="914400" lvl="1" indent="-323850">
              <a:lnSpc>
                <a:spcPct val="100000"/>
              </a:lnSpc>
              <a:spcBef>
                <a:spcPts val="600"/>
              </a:spcBef>
              <a:spcAft>
                <a:spcPts val="600"/>
              </a:spcAft>
              <a:buSzPts val="1500"/>
              <a:buChar char="○"/>
              <a:defRPr sz="1500"/>
            </a:lvl2pPr>
            <a:lvl3pPr marL="1371600" lvl="2" indent="-317500">
              <a:lnSpc>
                <a:spcPct val="100000"/>
              </a:lnSpc>
              <a:spcBef>
                <a:spcPts val="600"/>
              </a:spcBef>
              <a:spcAft>
                <a:spcPts val="600"/>
              </a:spcAft>
              <a:buSzPts val="1400"/>
              <a:buChar char="■"/>
              <a:defRPr/>
            </a:lvl3pPr>
            <a:lvl4pPr marL="1828800" lvl="3" indent="-304800">
              <a:spcBef>
                <a:spcPts val="1600"/>
              </a:spcBef>
              <a:spcAft>
                <a:spcPts val="0"/>
              </a:spcAft>
              <a:buSzPts val="1200"/>
              <a:buChar char="●"/>
              <a:defRPr sz="1200"/>
            </a:lvl4pPr>
            <a:lvl5pPr marL="2286000" lvl="4" indent="-292100">
              <a:spcBef>
                <a:spcPts val="1600"/>
              </a:spcBef>
              <a:spcAft>
                <a:spcPts val="0"/>
              </a:spcAft>
              <a:buSzPts val="1000"/>
              <a:buChar char="○"/>
              <a:defRPr sz="1000"/>
            </a:lvl5pPr>
            <a:lvl6pPr marL="2743200" lvl="5" indent="-292100">
              <a:spcBef>
                <a:spcPts val="1600"/>
              </a:spcBef>
              <a:spcAft>
                <a:spcPts val="0"/>
              </a:spcAft>
              <a:buSzPts val="1000"/>
              <a:buChar char="■"/>
              <a:defRPr sz="1000"/>
            </a:lvl6pPr>
            <a:lvl7pPr marL="3200400" lvl="6" indent="-292100">
              <a:spcBef>
                <a:spcPts val="1600"/>
              </a:spcBef>
              <a:spcAft>
                <a:spcPts val="0"/>
              </a:spcAft>
              <a:buSzPts val="1000"/>
              <a:buChar char="●"/>
              <a:defRPr sz="1000"/>
            </a:lvl7pPr>
            <a:lvl8pPr marL="3657600" lvl="7" indent="-292100">
              <a:spcBef>
                <a:spcPts val="1600"/>
              </a:spcBef>
              <a:spcAft>
                <a:spcPts val="0"/>
              </a:spcAft>
              <a:buSzPts val="1000"/>
              <a:buChar char="○"/>
              <a:defRPr sz="1000"/>
            </a:lvl8pPr>
            <a:lvl9pPr marL="4114800" lvl="8" indent="-292100">
              <a:spcBef>
                <a:spcPts val="1600"/>
              </a:spcBef>
              <a:spcAft>
                <a:spcPts val="1600"/>
              </a:spcAft>
              <a:buSzPts val="1000"/>
              <a:buChar char="■"/>
              <a:defRPr sz="1000"/>
            </a:lvl9pPr>
          </a:lstStyle>
          <a:p>
            <a:endParaRPr lang="it-IT" dirty="0"/>
          </a:p>
          <a:p>
            <a:pPr lvl="2"/>
            <a:endParaRPr dirty="0"/>
          </a:p>
        </p:txBody>
      </p:sp>
      <p:sp>
        <p:nvSpPr>
          <p:cNvPr id="24" name="Google Shape;24;p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633633"/>
            <a:ext cx="3999900" cy="44721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body" idx="2"/>
          </p:nvPr>
        </p:nvSpPr>
        <p:spPr>
          <a:xfrm>
            <a:off x="4832400" y="1633633"/>
            <a:ext cx="3999900" cy="44721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865867"/>
            <a:ext cx="2808000" cy="3713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6" name="Google Shape;36;p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600200"/>
            <a:ext cx="5878800" cy="54543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33"/>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59940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1239033"/>
            <a:ext cx="4045200" cy="2381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endParaRPr/>
          </a:p>
        </p:txBody>
      </p:sp>
      <p:sp>
        <p:nvSpPr>
          <p:cNvPr id="45" name="Google Shape;45;p9"/>
          <p:cNvSpPr txBox="1">
            <a:spLocks noGrp="1"/>
          </p:cNvSpPr>
          <p:nvPr>
            <p:ph type="subTitle" idx="1"/>
          </p:nvPr>
        </p:nvSpPr>
        <p:spPr>
          <a:xfrm>
            <a:off x="265500" y="3692001"/>
            <a:ext cx="4045200" cy="2098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46" name="Google Shape;46;p9"/>
          <p:cNvSpPr txBox="1">
            <a:spLocks noGrp="1"/>
          </p:cNvSpPr>
          <p:nvPr>
            <p:ph type="body" idx="2"/>
          </p:nvPr>
        </p:nvSpPr>
        <p:spPr>
          <a:xfrm>
            <a:off x="4939500" y="965600"/>
            <a:ext cx="3837000" cy="49269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47" name="Google Shape;47;p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5625233"/>
            <a:ext cx="5998800" cy="7983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1276167"/>
            <a:ext cx="8520600" cy="28383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4216000"/>
            <a:ext cx="8520600" cy="14289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5" name="Google Shape;55;p1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21233"/>
            <a:ext cx="8520600" cy="6225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dirty="0"/>
          </a:p>
        </p:txBody>
      </p:sp>
      <p:sp>
        <p:nvSpPr>
          <p:cNvPr id="8" name="Google Shape;8;p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GB"/>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60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2888012" y="1937550"/>
            <a:ext cx="3367975" cy="2049600"/>
          </a:xfrm>
          <a:prstGeom prst="rect">
            <a:avLst/>
          </a:prstGeom>
        </p:spPr>
        <p:txBody>
          <a:bodyPr spcFirstLastPara="1" wrap="square" lIns="91425" tIns="91425" rIns="91425" bIns="91425" anchor="b" anchorCtr="0">
            <a:noAutofit/>
          </a:bodyPr>
          <a:lstStyle/>
          <a:p>
            <a:pPr lvl="0"/>
            <a:r>
              <a:rPr lang="en-GB" dirty="0"/>
              <a:t>Ensemble Learning</a:t>
            </a:r>
          </a:p>
        </p:txBody>
      </p:sp>
      <p:sp>
        <p:nvSpPr>
          <p:cNvPr id="2" name="CasellaDiTesto 1">
            <a:extLst>
              <a:ext uri="{FF2B5EF4-FFF2-40B4-BE49-F238E27FC236}">
                <a16:creationId xmlns:a16="http://schemas.microsoft.com/office/drawing/2014/main" id="{15B4D833-F59D-26E4-3DCB-AF8E72E5F3AE}"/>
              </a:ext>
            </a:extLst>
          </p:cNvPr>
          <p:cNvSpPr txBox="1"/>
          <p:nvPr/>
        </p:nvSpPr>
        <p:spPr>
          <a:xfrm>
            <a:off x="10456606" y="8377084"/>
            <a:ext cx="184731" cy="307777"/>
          </a:xfrm>
          <a:prstGeom prst="rect">
            <a:avLst/>
          </a:prstGeom>
          <a:noFill/>
        </p:spPr>
        <p:txBody>
          <a:bodyPr wrap="none" rtlCol="0">
            <a:spAutoFit/>
          </a:bodyPr>
          <a:lstStyle/>
          <a:p>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a:t>Topics</a:t>
            </a:r>
            <a:endParaRPr dirty="0"/>
          </a:p>
        </p:txBody>
      </p:sp>
      <p:sp>
        <p:nvSpPr>
          <p:cNvPr id="84" name="Google Shape;84;p14"/>
          <p:cNvSpPr txBox="1">
            <a:spLocks noGrp="1"/>
          </p:cNvSpPr>
          <p:nvPr>
            <p:ph type="body" idx="1"/>
          </p:nvPr>
        </p:nvSpPr>
        <p:spPr>
          <a:xfrm>
            <a:off x="311700" y="1234697"/>
            <a:ext cx="8520600" cy="5202070"/>
          </a:xfrm>
          <a:prstGeom prst="rect">
            <a:avLst/>
          </a:prstGeom>
        </p:spPr>
        <p:txBody>
          <a:bodyPr spcFirstLastPara="1" wrap="square" lIns="91425" tIns="91425" rIns="91425" bIns="91425" anchor="t" anchorCtr="0">
            <a:noAutofit/>
          </a:bodyPr>
          <a:lstStyle/>
          <a:p>
            <a:pPr lvl="0"/>
            <a:r>
              <a:rPr lang="en-GB" sz="1800" dirty="0"/>
              <a:t>Wisdom of the crowd</a:t>
            </a:r>
          </a:p>
          <a:p>
            <a:pPr lvl="0"/>
            <a:r>
              <a:rPr lang="en-GB" sz="1800" dirty="0"/>
              <a:t>Majority vote</a:t>
            </a:r>
          </a:p>
          <a:p>
            <a:pPr lvl="0"/>
            <a:r>
              <a:rPr lang="en-GB" sz="1800" dirty="0"/>
              <a:t>Voting Classifier</a:t>
            </a:r>
          </a:p>
          <a:p>
            <a:pPr lvl="0"/>
            <a:r>
              <a:rPr lang="en-GB" sz="1800" dirty="0"/>
              <a:t>Soft Voting</a:t>
            </a:r>
          </a:p>
          <a:p>
            <a:pPr lvl="0"/>
            <a:r>
              <a:rPr lang="en-GB" sz="1800" dirty="0"/>
              <a:t>Bootstrapping</a:t>
            </a:r>
          </a:p>
          <a:p>
            <a:pPr lvl="0"/>
            <a:r>
              <a:rPr lang="en-GB" sz="1800" dirty="0"/>
              <a:t>Bagging</a:t>
            </a:r>
          </a:p>
          <a:p>
            <a:pPr lvl="0"/>
            <a:r>
              <a:rPr lang="en-GB" sz="1800" dirty="0"/>
              <a:t>Random Subspaces and Random Patches </a:t>
            </a:r>
          </a:p>
          <a:p>
            <a:pPr lvl="0"/>
            <a:r>
              <a:rPr lang="en-GB" sz="1800" dirty="0"/>
              <a:t>Out-of-bag </a:t>
            </a:r>
          </a:p>
          <a:p>
            <a:pPr lvl="0"/>
            <a:r>
              <a:rPr lang="en-GB" sz="1800" dirty="0"/>
              <a:t>Random Forests</a:t>
            </a:r>
          </a:p>
          <a:p>
            <a:pPr lvl="0"/>
            <a:r>
              <a:rPr lang="en-GB" sz="1800" dirty="0"/>
              <a:t>Feature importance</a:t>
            </a:r>
          </a:p>
          <a:p>
            <a:pPr lvl="0"/>
            <a:r>
              <a:rPr lang="en-GB" sz="1800" dirty="0"/>
              <a:t>Adaptive Boosting</a:t>
            </a:r>
          </a:p>
          <a:p>
            <a:pPr lvl="0"/>
            <a:r>
              <a:rPr lang="en-GB" sz="1800" dirty="0"/>
              <a:t>Gradient Boosting</a:t>
            </a:r>
          </a:p>
          <a:p>
            <a:pPr lvl="0"/>
            <a:r>
              <a:rPr lang="en-GB" sz="1800" dirty="0"/>
              <a:t>Shrinkage</a:t>
            </a:r>
          </a:p>
          <a:p>
            <a:pPr lvl="0"/>
            <a:r>
              <a:rPr lang="en-GB" sz="1800" dirty="0"/>
              <a:t>Stacking</a:t>
            </a:r>
          </a:p>
          <a:p>
            <a:pPr lvl="0"/>
            <a:endParaRPr lang="en-GB" sz="1800" dirty="0"/>
          </a:p>
          <a:p>
            <a:pPr lvl="0"/>
            <a:endParaRPr lang="en-GB" sz="1800" dirty="0"/>
          </a:p>
          <a:p>
            <a:pPr lvl="0"/>
            <a:endParaRPr lang="en-GB" sz="1800" dirty="0"/>
          </a:p>
          <a:p>
            <a:pPr lvl="0"/>
            <a:endParaRPr lang="en-GB" sz="1800" dirty="0"/>
          </a:p>
          <a:p>
            <a:pPr lvl="0"/>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Wisdom of the crowd</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Suppose we pose </a:t>
            </a:r>
            <a:r>
              <a:rPr lang="en-GB" b="1" dirty="0"/>
              <a:t>a question to thousands of random people</a:t>
            </a:r>
          </a:p>
          <a:p>
            <a:pPr lvl="1"/>
            <a:r>
              <a:rPr lang="en-GB" dirty="0"/>
              <a:t>in many cases, we find that the </a:t>
            </a:r>
            <a:r>
              <a:rPr lang="en-GB" b="1" dirty="0"/>
              <a:t>aggregated answer </a:t>
            </a:r>
            <a:r>
              <a:rPr lang="en-GB" dirty="0"/>
              <a:t>is better than an expert’s answer</a:t>
            </a:r>
          </a:p>
          <a:p>
            <a:pPr lvl="1"/>
            <a:endParaRPr lang="en-GB" dirty="0"/>
          </a:p>
          <a:p>
            <a:r>
              <a:rPr lang="en-GB" dirty="0"/>
              <a:t>Similarly, if we </a:t>
            </a:r>
            <a:r>
              <a:rPr lang="en-GB" b="1" dirty="0"/>
              <a:t>aggregate the predictions of a group of predictors: </a:t>
            </a:r>
            <a:r>
              <a:rPr lang="en-GB" dirty="0"/>
              <a:t>we often get better predictions than with the best individual predictor</a:t>
            </a:r>
          </a:p>
          <a:p>
            <a:pPr lvl="1"/>
            <a:r>
              <a:rPr lang="en-GB" dirty="0"/>
              <a:t>a group of predictors is called an </a:t>
            </a:r>
            <a:r>
              <a:rPr lang="en-GB" b="1" dirty="0"/>
              <a:t>ensemble</a:t>
            </a:r>
            <a:r>
              <a:rPr lang="en-GB" dirty="0"/>
              <a:t> </a:t>
            </a:r>
          </a:p>
          <a:p>
            <a:pPr lvl="1"/>
            <a:r>
              <a:rPr lang="en-GB" dirty="0"/>
              <a:t>the technique </a:t>
            </a:r>
            <a:r>
              <a:rPr lang="en-GB" b="1" dirty="0"/>
              <a:t>Ensemble Learning</a:t>
            </a:r>
          </a:p>
          <a:p>
            <a:endParaRPr lang="en-GB" dirty="0"/>
          </a:p>
          <a:p>
            <a:r>
              <a:rPr lang="en-GB" dirty="0"/>
              <a:t>We can train a group of Decision Tree classifiers</a:t>
            </a:r>
          </a:p>
          <a:p>
            <a:pPr lvl="1"/>
            <a:r>
              <a:rPr lang="en-GB" dirty="0"/>
              <a:t>each on a different random subset of the training set </a:t>
            </a:r>
          </a:p>
          <a:p>
            <a:pPr lvl="1"/>
            <a:r>
              <a:rPr lang="en-GB" dirty="0"/>
              <a:t>we obtain the predictions of all the individual trees</a:t>
            </a:r>
          </a:p>
          <a:p>
            <a:pPr lvl="1"/>
            <a:r>
              <a:rPr lang="en-GB" dirty="0"/>
              <a:t>then predict the class that gets the most votes</a:t>
            </a:r>
          </a:p>
          <a:p>
            <a:pPr lvl="0"/>
            <a:endParaRPr lang="en-GB" dirty="0"/>
          </a:p>
          <a:p>
            <a:pPr lvl="0"/>
            <a:r>
              <a:rPr lang="en-GB" dirty="0"/>
              <a:t>Despite its simplicity, this is one of the most powerful ML algorithms available today</a:t>
            </a:r>
            <a:endParaRPr lang="en-GB" b="1" dirty="0"/>
          </a:p>
          <a:p>
            <a:pPr marL="590550" lvl="1" indent="0">
              <a:buNone/>
            </a:pPr>
            <a:endParaRPr lang="en-GB" dirty="0"/>
          </a:p>
          <a:p>
            <a:pPr lvl="1"/>
            <a:endParaRPr lang="en-GB" dirty="0"/>
          </a:p>
        </p:txBody>
      </p:sp>
    </p:spTree>
    <p:extLst>
      <p:ext uri="{BB962C8B-B14F-4D97-AF65-F5344CB8AC3E}">
        <p14:creationId xmlns:p14="http://schemas.microsoft.com/office/powerpoint/2010/main" val="2056707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pic>
        <p:nvPicPr>
          <p:cNvPr id="3" name="Immagine 2">
            <a:extLst>
              <a:ext uri="{FF2B5EF4-FFF2-40B4-BE49-F238E27FC236}">
                <a16:creationId xmlns:a16="http://schemas.microsoft.com/office/drawing/2014/main" id="{F6A6B538-AF42-44E6-AA2D-5A50643C9044}"/>
              </a:ext>
            </a:extLst>
          </p:cNvPr>
          <p:cNvPicPr>
            <a:picLocks noChangeAspect="1"/>
          </p:cNvPicPr>
          <p:nvPr/>
        </p:nvPicPr>
        <p:blipFill>
          <a:blip r:embed="rId3"/>
          <a:stretch>
            <a:fillRect/>
          </a:stretch>
        </p:blipFill>
        <p:spPr>
          <a:xfrm>
            <a:off x="5188935" y="1957907"/>
            <a:ext cx="3871338" cy="3417398"/>
          </a:xfrm>
          <a:prstGeom prst="rect">
            <a:avLst/>
          </a:prstGeom>
        </p:spPr>
      </p:pic>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Majority vote</a:t>
            </a:r>
            <a:endParaRPr sz="4000" dirty="0"/>
          </a:p>
        </p:txBody>
      </p:sp>
      <p:sp>
        <p:nvSpPr>
          <p:cNvPr id="84" name="Google Shape;84;p14"/>
          <p:cNvSpPr txBox="1">
            <a:spLocks noGrp="1"/>
          </p:cNvSpPr>
          <p:nvPr>
            <p:ph type="body" idx="1"/>
          </p:nvPr>
        </p:nvSpPr>
        <p:spPr>
          <a:xfrm>
            <a:off x="162750" y="1122224"/>
            <a:ext cx="8818500" cy="5447907"/>
          </a:xfrm>
          <a:prstGeom prst="rect">
            <a:avLst/>
          </a:prstGeom>
        </p:spPr>
        <p:txBody>
          <a:bodyPr spcFirstLastPara="1" wrap="square" lIns="91425" tIns="91425" rIns="91425" bIns="91425" anchor="t" anchorCtr="0">
            <a:noAutofit/>
          </a:bodyPr>
          <a:lstStyle/>
          <a:p>
            <a:pPr lvl="0"/>
            <a:r>
              <a:rPr lang="en-GB" dirty="0"/>
              <a:t>A simple way to create an ensemble is to </a:t>
            </a:r>
            <a:r>
              <a:rPr lang="en-GB" b="1" dirty="0"/>
              <a:t>aggregate the predictions </a:t>
            </a:r>
            <a:r>
              <a:rPr lang="en-GB" dirty="0"/>
              <a:t>of each classifier and predict the class that gets the </a:t>
            </a:r>
            <a:r>
              <a:rPr lang="en-GB" b="1" dirty="0"/>
              <a:t>most votes</a:t>
            </a:r>
            <a:endParaRPr lang="en-GB" dirty="0"/>
          </a:p>
          <a:p>
            <a:pPr lvl="0"/>
            <a:endParaRPr lang="en-GB" sz="700" dirty="0"/>
          </a:p>
          <a:p>
            <a:r>
              <a:rPr lang="en-GB" b="1" dirty="0"/>
              <a:t>Law of large numbers</a:t>
            </a:r>
          </a:p>
          <a:p>
            <a:pPr lvl="1"/>
            <a:r>
              <a:rPr lang="en-GB" dirty="0"/>
              <a:t>suppose we try our best to train a </a:t>
            </a:r>
            <a:br>
              <a:rPr lang="en-GB" dirty="0"/>
            </a:br>
            <a:r>
              <a:rPr lang="en-GB" dirty="0"/>
              <a:t>model and the best we get is 51% accuracy</a:t>
            </a:r>
          </a:p>
          <a:p>
            <a:pPr lvl="1"/>
            <a:r>
              <a:rPr lang="en-GB" dirty="0"/>
              <a:t>if we could duplicate it into 1k models, then </a:t>
            </a:r>
            <a:br>
              <a:rPr lang="en-GB" dirty="0"/>
            </a:br>
            <a:r>
              <a:rPr lang="en-GB" dirty="0"/>
              <a:t>aggregate their individual answers, the </a:t>
            </a:r>
            <a:br>
              <a:rPr lang="en-GB" dirty="0"/>
            </a:br>
            <a:r>
              <a:rPr lang="en-GB" dirty="0"/>
              <a:t>majority would be correct 73% of the time</a:t>
            </a:r>
          </a:p>
          <a:p>
            <a:pPr lvl="1"/>
            <a:r>
              <a:rPr lang="en-GB" dirty="0"/>
              <a:t>with 10k of these models, the answer </a:t>
            </a:r>
            <a:br>
              <a:rPr lang="en-GB" dirty="0"/>
            </a:br>
            <a:r>
              <a:rPr lang="en-GB" dirty="0"/>
              <a:t>would be correct 97% of the time</a:t>
            </a:r>
          </a:p>
          <a:p>
            <a:pPr lvl="1"/>
            <a:r>
              <a:rPr lang="en-GB" dirty="0"/>
              <a:t>probability of getting a majority of good </a:t>
            </a:r>
            <a:br>
              <a:rPr lang="en-GB" dirty="0"/>
            </a:br>
            <a:r>
              <a:rPr lang="en-GB" dirty="0"/>
              <a:t>answers increases with the number of </a:t>
            </a:r>
            <a:br>
              <a:rPr lang="en-GB" dirty="0"/>
            </a:br>
            <a:r>
              <a:rPr lang="en-GB" dirty="0"/>
              <a:t>models</a:t>
            </a:r>
          </a:p>
          <a:p>
            <a:r>
              <a:rPr lang="en-GB" dirty="0">
                <a:highlight>
                  <a:srgbClr val="FFFF00"/>
                </a:highlight>
              </a:rPr>
              <a:t>See “majority-</a:t>
            </a:r>
            <a:r>
              <a:rPr lang="en-GB" dirty="0" err="1">
                <a:highlight>
                  <a:srgbClr val="FFFF00"/>
                </a:highlight>
              </a:rPr>
              <a:t>vote.ipynb</a:t>
            </a:r>
            <a:r>
              <a:rPr lang="en-GB" dirty="0">
                <a:highlight>
                  <a:srgbClr val="FFFF00"/>
                </a:highlight>
              </a:rPr>
              <a:t>” notebook</a:t>
            </a:r>
          </a:p>
          <a:p>
            <a:endParaRPr lang="en-GB" sz="400" dirty="0"/>
          </a:p>
          <a:p>
            <a:r>
              <a:rPr lang="en-GB" dirty="0"/>
              <a:t>This is true if all classifiers are </a:t>
            </a:r>
            <a:r>
              <a:rPr lang="en-GB" b="1" dirty="0"/>
              <a:t>perfectly independent</a:t>
            </a:r>
          </a:p>
          <a:p>
            <a:pPr lvl="1"/>
            <a:r>
              <a:rPr lang="en-GB" dirty="0"/>
              <a:t>making </a:t>
            </a:r>
            <a:r>
              <a:rPr lang="en-GB" b="1" dirty="0"/>
              <a:t>uncorrelated errors</a:t>
            </a:r>
          </a:p>
          <a:p>
            <a:pPr lvl="1"/>
            <a:r>
              <a:rPr lang="en-GB" dirty="0"/>
              <a:t>one way is to train using very different algorithms</a:t>
            </a:r>
          </a:p>
          <a:p>
            <a:pPr marL="590550" lvl="1" indent="0">
              <a:buNone/>
            </a:pPr>
            <a:endParaRPr lang="en-GB" dirty="0"/>
          </a:p>
          <a:p>
            <a:pPr lvl="1"/>
            <a:endParaRPr lang="en-GB" dirty="0"/>
          </a:p>
        </p:txBody>
      </p:sp>
    </p:spTree>
    <p:extLst>
      <p:ext uri="{BB962C8B-B14F-4D97-AF65-F5344CB8AC3E}">
        <p14:creationId xmlns:p14="http://schemas.microsoft.com/office/powerpoint/2010/main" val="3698834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Voting Classifier</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We can make a voting classifier composing diverse classifiers and predict the class that gets the most votes</a:t>
            </a:r>
          </a:p>
          <a:p>
            <a:pPr lvl="1"/>
            <a:r>
              <a:rPr lang="en-GB" b="1" dirty="0"/>
              <a:t>hard voting classifier</a:t>
            </a:r>
          </a:p>
          <a:p>
            <a:pPr marL="120650" lvl="0" indent="0">
              <a:buNone/>
            </a:pPr>
            <a:endParaRPr lang="en-GB" dirty="0"/>
          </a:p>
          <a:p>
            <a:pPr lvl="0"/>
            <a:r>
              <a:rPr lang="en-GB" dirty="0">
                <a:highlight>
                  <a:srgbClr val="FFFF00"/>
                </a:highlight>
              </a:rPr>
              <a:t>See “voting-</a:t>
            </a:r>
            <a:r>
              <a:rPr lang="en-GB" dirty="0" err="1">
                <a:highlight>
                  <a:srgbClr val="FFFF00"/>
                </a:highlight>
              </a:rPr>
              <a:t>classifier.ipynb</a:t>
            </a:r>
            <a:r>
              <a:rPr lang="en-GB" dirty="0">
                <a:highlight>
                  <a:srgbClr val="FFFF00"/>
                </a:highlight>
              </a:rPr>
              <a:t>” notebook</a:t>
            </a:r>
          </a:p>
          <a:p>
            <a:endParaRPr lang="en-GB" dirty="0"/>
          </a:p>
          <a:p>
            <a:r>
              <a:rPr lang="en-GB" dirty="0"/>
              <a:t>for example we can train three classifier on the moons dataset </a:t>
            </a:r>
          </a:p>
          <a:p>
            <a:pPr lvl="1"/>
            <a:r>
              <a:rPr lang="en-GB" dirty="0"/>
              <a:t>check each classifier’s accuracy on the test set</a:t>
            </a:r>
          </a:p>
          <a:p>
            <a:pPr lvl="1"/>
            <a:endParaRPr lang="en-GB" dirty="0"/>
          </a:p>
          <a:p>
            <a:pPr marL="590550" lvl="1" indent="0">
              <a:buNone/>
            </a:pPr>
            <a:endParaRPr lang="en-GB" dirty="0"/>
          </a:p>
          <a:p>
            <a:pPr lvl="1"/>
            <a:r>
              <a:rPr lang="en-GB" dirty="0"/>
              <a:t>then build a voting using them </a:t>
            </a:r>
          </a:p>
          <a:p>
            <a:endParaRPr lang="en-GB" dirty="0"/>
          </a:p>
          <a:p>
            <a:pPr marL="590550" lvl="1" indent="0">
              <a:buNone/>
            </a:pPr>
            <a:endParaRPr lang="en-GB" dirty="0"/>
          </a:p>
          <a:p>
            <a:pPr lvl="1"/>
            <a:endParaRPr lang="en-GB" dirty="0"/>
          </a:p>
        </p:txBody>
      </p:sp>
      <p:pic>
        <p:nvPicPr>
          <p:cNvPr id="3" name="Immagine 2">
            <a:extLst>
              <a:ext uri="{FF2B5EF4-FFF2-40B4-BE49-F238E27FC236}">
                <a16:creationId xmlns:a16="http://schemas.microsoft.com/office/drawing/2014/main" id="{72983C9F-261D-63C6-46DC-E27ADCD0EA97}"/>
              </a:ext>
            </a:extLst>
          </p:cNvPr>
          <p:cNvPicPr>
            <a:picLocks noChangeAspect="1"/>
          </p:cNvPicPr>
          <p:nvPr/>
        </p:nvPicPr>
        <p:blipFill>
          <a:blip r:embed="rId3"/>
          <a:stretch>
            <a:fillRect/>
          </a:stretch>
        </p:blipFill>
        <p:spPr>
          <a:xfrm>
            <a:off x="1097558" y="3824652"/>
            <a:ext cx="3238500" cy="774700"/>
          </a:xfrm>
          <a:prstGeom prst="rect">
            <a:avLst/>
          </a:prstGeom>
        </p:spPr>
      </p:pic>
      <p:pic>
        <p:nvPicPr>
          <p:cNvPr id="5" name="Immagine 4">
            <a:extLst>
              <a:ext uri="{FF2B5EF4-FFF2-40B4-BE49-F238E27FC236}">
                <a16:creationId xmlns:a16="http://schemas.microsoft.com/office/drawing/2014/main" id="{A82E0ABD-6320-48BB-223E-96B0B04C1095}"/>
              </a:ext>
            </a:extLst>
          </p:cNvPr>
          <p:cNvPicPr>
            <a:picLocks noChangeAspect="1"/>
          </p:cNvPicPr>
          <p:nvPr/>
        </p:nvPicPr>
        <p:blipFill>
          <a:blip r:embed="rId4"/>
          <a:stretch>
            <a:fillRect/>
          </a:stretch>
        </p:blipFill>
        <p:spPr>
          <a:xfrm>
            <a:off x="1097558" y="5079909"/>
            <a:ext cx="2514600" cy="292100"/>
          </a:xfrm>
          <a:prstGeom prst="rect">
            <a:avLst/>
          </a:prstGeom>
        </p:spPr>
      </p:pic>
    </p:spTree>
    <p:extLst>
      <p:ext uri="{BB962C8B-B14F-4D97-AF65-F5344CB8AC3E}">
        <p14:creationId xmlns:p14="http://schemas.microsoft.com/office/powerpoint/2010/main" val="3473188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Soft Voting</a:t>
            </a:r>
            <a:endParaRPr sz="4000" dirty="0"/>
          </a:p>
        </p:txBody>
      </p:sp>
      <p:sp>
        <p:nvSpPr>
          <p:cNvPr id="84" name="Google Shape;84;p14"/>
          <p:cNvSpPr txBox="1">
            <a:spLocks noGrp="1"/>
          </p:cNvSpPr>
          <p:nvPr>
            <p:ph type="body" idx="1"/>
          </p:nvPr>
        </p:nvSpPr>
        <p:spPr>
          <a:xfrm>
            <a:off x="162750" y="1241412"/>
            <a:ext cx="8818500" cy="5224230"/>
          </a:xfrm>
          <a:prstGeom prst="rect">
            <a:avLst/>
          </a:prstGeom>
        </p:spPr>
        <p:txBody>
          <a:bodyPr spcFirstLastPara="1" wrap="square" lIns="91425" tIns="91425" rIns="91425" bIns="91425" anchor="t" anchorCtr="0">
            <a:noAutofit/>
          </a:bodyPr>
          <a:lstStyle/>
          <a:p>
            <a:pPr lvl="0"/>
            <a:r>
              <a:rPr lang="en-GB" dirty="0"/>
              <a:t>If all classifiers are able to </a:t>
            </a:r>
            <a:r>
              <a:rPr lang="en-GB" b="1" dirty="0"/>
              <a:t>estimate class probabilities</a:t>
            </a:r>
            <a:r>
              <a:rPr lang="en-GB" dirty="0"/>
              <a:t>, then we can predict the class with the highest class probability, averaged over all the individual classifiers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Often achieves higher performance than hard voting </a:t>
            </a:r>
          </a:p>
          <a:p>
            <a:pPr lvl="1"/>
            <a:r>
              <a:rPr lang="en-GB" dirty="0"/>
              <a:t>it gives </a:t>
            </a:r>
            <a:r>
              <a:rPr lang="en-GB" b="1" dirty="0"/>
              <a:t>more weight to highly confident votes</a:t>
            </a:r>
          </a:p>
          <a:p>
            <a:pPr marL="590550" lvl="1" indent="0">
              <a:buNone/>
            </a:pPr>
            <a:endParaRPr lang="en-GB" dirty="0"/>
          </a:p>
          <a:p>
            <a:pPr lvl="1"/>
            <a:endParaRPr lang="en-GB" dirty="0"/>
          </a:p>
        </p:txBody>
      </p:sp>
      <p:pic>
        <p:nvPicPr>
          <p:cNvPr id="3" name="Immagine 2">
            <a:extLst>
              <a:ext uri="{FF2B5EF4-FFF2-40B4-BE49-F238E27FC236}">
                <a16:creationId xmlns:a16="http://schemas.microsoft.com/office/drawing/2014/main" id="{8B6EBA04-48EC-795E-CDA5-EDE5ED2D66ED}"/>
              </a:ext>
            </a:extLst>
          </p:cNvPr>
          <p:cNvPicPr>
            <a:picLocks noChangeAspect="1"/>
          </p:cNvPicPr>
          <p:nvPr/>
        </p:nvPicPr>
        <p:blipFill>
          <a:blip r:embed="rId3"/>
          <a:stretch>
            <a:fillRect/>
          </a:stretch>
        </p:blipFill>
        <p:spPr>
          <a:xfrm>
            <a:off x="2076918" y="1932415"/>
            <a:ext cx="5124918" cy="3442339"/>
          </a:xfrm>
          <a:prstGeom prst="rect">
            <a:avLst/>
          </a:prstGeom>
        </p:spPr>
      </p:pic>
      <p:pic>
        <p:nvPicPr>
          <p:cNvPr id="5" name="Immagine 4">
            <a:extLst>
              <a:ext uri="{FF2B5EF4-FFF2-40B4-BE49-F238E27FC236}">
                <a16:creationId xmlns:a16="http://schemas.microsoft.com/office/drawing/2014/main" id="{92AA2171-9741-C862-0DC6-83F74C5282DA}"/>
              </a:ext>
            </a:extLst>
          </p:cNvPr>
          <p:cNvPicPr>
            <a:picLocks noChangeAspect="1"/>
          </p:cNvPicPr>
          <p:nvPr/>
        </p:nvPicPr>
        <p:blipFill>
          <a:blip r:embed="rId4"/>
          <a:stretch>
            <a:fillRect/>
          </a:stretch>
        </p:blipFill>
        <p:spPr>
          <a:xfrm>
            <a:off x="1141864" y="6135442"/>
            <a:ext cx="2374900" cy="330200"/>
          </a:xfrm>
          <a:prstGeom prst="rect">
            <a:avLst/>
          </a:prstGeom>
        </p:spPr>
      </p:pic>
    </p:spTree>
    <p:extLst>
      <p:ext uri="{BB962C8B-B14F-4D97-AF65-F5344CB8AC3E}">
        <p14:creationId xmlns:p14="http://schemas.microsoft.com/office/powerpoint/2010/main" val="3764836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Bootstrapping</a:t>
            </a:r>
          </a:p>
        </p:txBody>
      </p:sp>
      <p:sp>
        <p:nvSpPr>
          <p:cNvPr id="84" name="Google Shape;84;p14"/>
          <p:cNvSpPr txBox="1">
            <a:spLocks noGrp="1"/>
          </p:cNvSpPr>
          <p:nvPr>
            <p:ph type="body" idx="1"/>
          </p:nvPr>
        </p:nvSpPr>
        <p:spPr>
          <a:xfrm>
            <a:off x="162750" y="1048910"/>
            <a:ext cx="8818500" cy="5563646"/>
          </a:xfrm>
          <a:prstGeom prst="rect">
            <a:avLst/>
          </a:prstGeom>
        </p:spPr>
        <p:txBody>
          <a:bodyPr spcFirstLastPara="1" wrap="square" lIns="91425" tIns="91425" rIns="91425" bIns="91425" anchor="t" anchorCtr="0">
            <a:noAutofit/>
          </a:bodyPr>
          <a:lstStyle/>
          <a:p>
            <a:r>
              <a:rPr lang="en-GB" dirty="0"/>
              <a:t>When we are conducting a statistical research, it’s impractical to collect data from the </a:t>
            </a:r>
            <a:r>
              <a:rPr lang="en-GB" b="1" dirty="0"/>
              <a:t>entire population</a:t>
            </a:r>
            <a:endParaRPr lang="en-GB" dirty="0"/>
          </a:p>
          <a:p>
            <a:r>
              <a:rPr lang="en-GB" dirty="0"/>
              <a:t>Instead, just a </a:t>
            </a:r>
            <a:r>
              <a:rPr lang="en-GB" b="1" dirty="0"/>
              <a:t>sample</a:t>
            </a:r>
            <a:r>
              <a:rPr lang="en-GB" dirty="0"/>
              <a:t> can provide insight about the entire population </a:t>
            </a:r>
          </a:p>
          <a:p>
            <a:endParaRPr lang="en-GB" dirty="0"/>
          </a:p>
          <a:p>
            <a:endParaRPr lang="en-GB" dirty="0"/>
          </a:p>
          <a:p>
            <a:endParaRPr lang="en-GB" dirty="0"/>
          </a:p>
          <a:p>
            <a:endParaRPr lang="en-GB" dirty="0"/>
          </a:p>
          <a:p>
            <a:endParaRPr lang="en-GB" sz="300" dirty="0"/>
          </a:p>
          <a:p>
            <a:pPr lvl="1"/>
            <a:r>
              <a:rPr lang="en-GB" dirty="0"/>
              <a:t>many things can affect how well a sample reflects the population, and the validity and reliability of the conclusions</a:t>
            </a:r>
          </a:p>
          <a:p>
            <a:r>
              <a:rPr lang="en-GB" dirty="0"/>
              <a:t>Now, suppose to </a:t>
            </a:r>
            <a:r>
              <a:rPr lang="en-GB" b="1" dirty="0"/>
              <a:t>re-sample</a:t>
            </a:r>
            <a:r>
              <a:rPr lang="en-GB" dirty="0"/>
              <a:t> m times: statistics vary from sample to sample and form a distribution: </a:t>
            </a:r>
            <a:r>
              <a:rPr lang="en-GB" b="1" dirty="0"/>
              <a:t>sampling distribution</a:t>
            </a:r>
            <a:r>
              <a:rPr lang="en-GB" dirty="0"/>
              <a:t> </a:t>
            </a:r>
          </a:p>
          <a:p>
            <a:pPr lvl="1"/>
            <a:endParaRPr lang="en-GB" dirty="0"/>
          </a:p>
          <a:p>
            <a:pPr marL="1054100" lvl="2" indent="0">
              <a:buNone/>
            </a:pPr>
            <a:endParaRPr lang="en-GB" dirty="0"/>
          </a:p>
          <a:p>
            <a:pPr lvl="2"/>
            <a:endParaRPr lang="en-GB" dirty="0"/>
          </a:p>
          <a:p>
            <a:pPr lvl="2"/>
            <a:endParaRPr lang="en-GB" dirty="0"/>
          </a:p>
          <a:p>
            <a:endParaRPr lang="en-GB" dirty="0"/>
          </a:p>
          <a:p>
            <a:endParaRPr lang="en-GB" dirty="0"/>
          </a:p>
          <a:p>
            <a:endParaRPr lang="en-GB" dirty="0"/>
          </a:p>
          <a:p>
            <a:endParaRPr lang="en-GB" dirty="0"/>
          </a:p>
          <a:p>
            <a:pPr marL="120650" indent="0">
              <a:buNone/>
            </a:pPr>
            <a:endParaRPr lang="en-GB" dirty="0"/>
          </a:p>
          <a:p>
            <a:endParaRPr lang="en-GB" b="1" dirty="0"/>
          </a:p>
          <a:p>
            <a:pPr marL="590550" lvl="1" indent="0">
              <a:buNone/>
            </a:pPr>
            <a:endParaRPr lang="en-GB" dirty="0"/>
          </a:p>
          <a:p>
            <a:pPr lvl="1"/>
            <a:endParaRPr lang="en-GB" dirty="0"/>
          </a:p>
        </p:txBody>
      </p:sp>
      <p:pic>
        <p:nvPicPr>
          <p:cNvPr id="3" name="Immagine 2">
            <a:extLst>
              <a:ext uri="{FF2B5EF4-FFF2-40B4-BE49-F238E27FC236}">
                <a16:creationId xmlns:a16="http://schemas.microsoft.com/office/drawing/2014/main" id="{C43FE6C1-25E0-75C1-087B-3B3BA958B9B3}"/>
              </a:ext>
            </a:extLst>
          </p:cNvPr>
          <p:cNvPicPr>
            <a:picLocks noChangeAspect="1"/>
          </p:cNvPicPr>
          <p:nvPr/>
        </p:nvPicPr>
        <p:blipFill>
          <a:blip r:embed="rId3"/>
          <a:stretch>
            <a:fillRect/>
          </a:stretch>
        </p:blipFill>
        <p:spPr>
          <a:xfrm>
            <a:off x="739214" y="2051371"/>
            <a:ext cx="4684433" cy="1306856"/>
          </a:xfrm>
          <a:prstGeom prst="rect">
            <a:avLst/>
          </a:prstGeom>
        </p:spPr>
      </p:pic>
      <p:grpSp>
        <p:nvGrpSpPr>
          <p:cNvPr id="7" name="Gruppo 6">
            <a:extLst>
              <a:ext uri="{FF2B5EF4-FFF2-40B4-BE49-F238E27FC236}">
                <a16:creationId xmlns:a16="http://schemas.microsoft.com/office/drawing/2014/main" id="{87657868-18A7-8034-11B9-BB8B11F18960}"/>
              </a:ext>
            </a:extLst>
          </p:cNvPr>
          <p:cNvGrpSpPr/>
          <p:nvPr/>
        </p:nvGrpSpPr>
        <p:grpSpPr>
          <a:xfrm>
            <a:off x="739214" y="4539784"/>
            <a:ext cx="5300639" cy="2185869"/>
            <a:chOff x="739214" y="4491656"/>
            <a:chExt cx="5300639" cy="2185869"/>
          </a:xfrm>
        </p:grpSpPr>
        <p:pic>
          <p:nvPicPr>
            <p:cNvPr id="5" name="Immagine 4">
              <a:extLst>
                <a:ext uri="{FF2B5EF4-FFF2-40B4-BE49-F238E27FC236}">
                  <a16:creationId xmlns:a16="http://schemas.microsoft.com/office/drawing/2014/main" id="{97E6CC33-C6CF-A6FD-76BC-86F941E80E1C}"/>
                </a:ext>
              </a:extLst>
            </p:cNvPr>
            <p:cNvPicPr>
              <a:picLocks noChangeAspect="1"/>
            </p:cNvPicPr>
            <p:nvPr/>
          </p:nvPicPr>
          <p:blipFill>
            <a:blip r:embed="rId4"/>
            <a:stretch>
              <a:fillRect/>
            </a:stretch>
          </p:blipFill>
          <p:spPr>
            <a:xfrm>
              <a:off x="739214" y="4491656"/>
              <a:ext cx="5067300" cy="2120900"/>
            </a:xfrm>
            <a:prstGeom prst="rect">
              <a:avLst/>
            </a:prstGeom>
          </p:spPr>
        </p:pic>
        <p:sp>
          <p:nvSpPr>
            <p:cNvPr id="6" name="Rettangolo 5">
              <a:extLst>
                <a:ext uri="{FF2B5EF4-FFF2-40B4-BE49-F238E27FC236}">
                  <a16:creationId xmlns:a16="http://schemas.microsoft.com/office/drawing/2014/main" id="{893AA55B-D191-C37B-23E1-864DEA704179}"/>
                </a:ext>
              </a:extLst>
            </p:cNvPr>
            <p:cNvSpPr/>
            <p:nvPr/>
          </p:nvSpPr>
          <p:spPr>
            <a:xfrm>
              <a:off x="5522495" y="6400671"/>
              <a:ext cx="517358" cy="27685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it-IT"/>
            </a:p>
          </p:txBody>
        </p:sp>
      </p:grpSp>
    </p:spTree>
    <p:extLst>
      <p:ext uri="{BB962C8B-B14F-4D97-AF65-F5344CB8AC3E}">
        <p14:creationId xmlns:p14="http://schemas.microsoft.com/office/powerpoint/2010/main" val="3780014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Bagging</a:t>
            </a:r>
            <a:endParaRPr sz="4000" dirty="0"/>
          </a:p>
        </p:txBody>
      </p:sp>
      <p:sp>
        <p:nvSpPr>
          <p:cNvPr id="84" name="Google Shape;84;p14"/>
          <p:cNvSpPr txBox="1">
            <a:spLocks noGrp="1"/>
          </p:cNvSpPr>
          <p:nvPr>
            <p:ph type="body" idx="1"/>
          </p:nvPr>
        </p:nvSpPr>
        <p:spPr>
          <a:xfrm>
            <a:off x="162750" y="1108487"/>
            <a:ext cx="8818500" cy="5224230"/>
          </a:xfrm>
          <a:prstGeom prst="rect">
            <a:avLst/>
          </a:prstGeom>
        </p:spPr>
        <p:txBody>
          <a:bodyPr spcFirstLastPara="1" wrap="square" lIns="91425" tIns="91425" rIns="91425" bIns="91425" anchor="t" anchorCtr="0">
            <a:noAutofit/>
          </a:bodyPr>
          <a:lstStyle/>
          <a:p>
            <a:pPr lvl="0"/>
            <a:r>
              <a:rPr lang="en-GB" dirty="0"/>
              <a:t>We can exploit bootstrapping to get a diverse set of classifiers: they use the same algorithm but are trained on different random subsets of the training set</a:t>
            </a:r>
          </a:p>
          <a:p>
            <a:pPr lvl="1"/>
            <a:endParaRPr lang="en-GB" dirty="0"/>
          </a:p>
          <a:p>
            <a:pPr lvl="1"/>
            <a:endParaRPr lang="en-GB" sz="3200" dirty="0"/>
          </a:p>
          <a:p>
            <a:pPr lvl="1"/>
            <a:endParaRPr lang="en-GB" dirty="0"/>
          </a:p>
          <a:p>
            <a:pPr lvl="1"/>
            <a:endParaRPr lang="en-GB" dirty="0"/>
          </a:p>
          <a:p>
            <a:pPr lvl="1"/>
            <a:endParaRPr lang="en-GB" dirty="0"/>
          </a:p>
          <a:p>
            <a:pPr lvl="0"/>
            <a:r>
              <a:rPr lang="en-GB" dirty="0">
                <a:highlight>
                  <a:srgbClr val="FFFF00"/>
                </a:highlight>
              </a:rPr>
              <a:t>See “</a:t>
            </a:r>
            <a:r>
              <a:rPr lang="en-GB" dirty="0" err="1">
                <a:highlight>
                  <a:srgbClr val="FFFF00"/>
                </a:highlight>
              </a:rPr>
              <a:t>bagging.ipynb</a:t>
            </a:r>
            <a:r>
              <a:rPr lang="en-GB" dirty="0">
                <a:highlight>
                  <a:srgbClr val="FFFF00"/>
                </a:highlight>
              </a:rPr>
              <a:t>” notebook</a:t>
            </a:r>
          </a:p>
          <a:p>
            <a:pPr lvl="1"/>
            <a:r>
              <a:rPr lang="en-GB" dirty="0"/>
              <a:t>Moon dataset, a single decision tree vs a bagging ensemble of 500 trees</a:t>
            </a:r>
          </a:p>
          <a:p>
            <a:pPr lvl="0"/>
            <a:endParaRPr lang="en-GB" dirty="0"/>
          </a:p>
          <a:p>
            <a:pPr lvl="0"/>
            <a:endParaRPr lang="en-GB" dirty="0"/>
          </a:p>
          <a:p>
            <a:pPr lvl="0"/>
            <a:r>
              <a:rPr lang="en-GB" dirty="0"/>
              <a:t>Compare the decision boundaries</a:t>
            </a:r>
          </a:p>
          <a:p>
            <a:pPr lvl="1"/>
            <a:r>
              <a:rPr lang="en-GB" dirty="0"/>
              <a:t>ensemble generalize much better </a:t>
            </a:r>
          </a:p>
          <a:p>
            <a:pPr lvl="1"/>
            <a:r>
              <a:rPr lang="en-GB" dirty="0"/>
              <a:t>the boundary is less irregular</a:t>
            </a:r>
          </a:p>
          <a:p>
            <a:endParaRPr lang="en-GB" dirty="0"/>
          </a:p>
          <a:p>
            <a:pPr lvl="1"/>
            <a:endParaRPr lang="en-GB" dirty="0"/>
          </a:p>
          <a:p>
            <a:pPr lvl="0"/>
            <a:endParaRPr lang="en-GB" dirty="0"/>
          </a:p>
          <a:p>
            <a:pPr lvl="0"/>
            <a:endParaRPr lang="en-GB" dirty="0"/>
          </a:p>
          <a:p>
            <a:pPr lvl="0"/>
            <a:endParaRPr lang="en-GB" b="1" dirty="0"/>
          </a:p>
          <a:p>
            <a:pPr marL="590550" lvl="1" indent="0">
              <a:buNone/>
            </a:pPr>
            <a:endParaRPr lang="en-GB" dirty="0"/>
          </a:p>
          <a:p>
            <a:pPr lvl="1"/>
            <a:endParaRPr lang="en-GB" dirty="0"/>
          </a:p>
        </p:txBody>
      </p:sp>
      <p:pic>
        <p:nvPicPr>
          <p:cNvPr id="2050" name="Picture 2" descr="Guide To Ensemble Methods: Bagging vs Boosting">
            <a:extLst>
              <a:ext uri="{FF2B5EF4-FFF2-40B4-BE49-F238E27FC236}">
                <a16:creationId xmlns:a16="http://schemas.microsoft.com/office/drawing/2014/main" id="{50FE60E1-3500-BA11-615F-6EE2D4C145F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79" t="28746" r="4737" b="5182"/>
          <a:stretch/>
        </p:blipFill>
        <p:spPr bwMode="auto">
          <a:xfrm>
            <a:off x="511150" y="1854235"/>
            <a:ext cx="4579329" cy="1985210"/>
          </a:xfrm>
          <a:prstGeom prst="rect">
            <a:avLst/>
          </a:prstGeom>
          <a:noFill/>
          <a:extLst>
            <a:ext uri="{909E8E84-426E-40DD-AFC4-6F175D3DCCD1}">
              <a14:hiddenFill xmlns:a14="http://schemas.microsoft.com/office/drawing/2010/main">
                <a:solidFill>
                  <a:srgbClr val="FFFFFF"/>
                </a:solidFill>
              </a14:hiddenFill>
            </a:ext>
          </a:extLst>
        </p:spPr>
      </p:pic>
      <p:pic>
        <p:nvPicPr>
          <p:cNvPr id="2" name="Immagine 1">
            <a:extLst>
              <a:ext uri="{FF2B5EF4-FFF2-40B4-BE49-F238E27FC236}">
                <a16:creationId xmlns:a16="http://schemas.microsoft.com/office/drawing/2014/main" id="{CE81AF06-F13C-D05E-AB90-F56BA05BB0A8}"/>
              </a:ext>
            </a:extLst>
          </p:cNvPr>
          <p:cNvPicPr>
            <a:picLocks noChangeAspect="1"/>
          </p:cNvPicPr>
          <p:nvPr/>
        </p:nvPicPr>
        <p:blipFill rotWithShape="1">
          <a:blip r:embed="rId4"/>
          <a:srcRect r="49736"/>
          <a:stretch/>
        </p:blipFill>
        <p:spPr>
          <a:xfrm>
            <a:off x="4572000" y="4738315"/>
            <a:ext cx="2066814" cy="1822856"/>
          </a:xfrm>
          <a:prstGeom prst="rect">
            <a:avLst/>
          </a:prstGeom>
        </p:spPr>
      </p:pic>
      <p:pic>
        <p:nvPicPr>
          <p:cNvPr id="5" name="Immagine 4">
            <a:extLst>
              <a:ext uri="{FF2B5EF4-FFF2-40B4-BE49-F238E27FC236}">
                <a16:creationId xmlns:a16="http://schemas.microsoft.com/office/drawing/2014/main" id="{F1D89D95-183B-D0D4-8765-573266DD2E10}"/>
              </a:ext>
            </a:extLst>
          </p:cNvPr>
          <p:cNvPicPr>
            <a:picLocks noChangeAspect="1"/>
          </p:cNvPicPr>
          <p:nvPr/>
        </p:nvPicPr>
        <p:blipFill>
          <a:blip r:embed="rId5"/>
          <a:stretch>
            <a:fillRect/>
          </a:stretch>
        </p:blipFill>
        <p:spPr>
          <a:xfrm>
            <a:off x="6966211" y="4738315"/>
            <a:ext cx="1866089" cy="1828005"/>
          </a:xfrm>
          <a:prstGeom prst="rect">
            <a:avLst/>
          </a:prstGeom>
        </p:spPr>
      </p:pic>
      <p:pic>
        <p:nvPicPr>
          <p:cNvPr id="6" name="Immagine 5">
            <a:extLst>
              <a:ext uri="{FF2B5EF4-FFF2-40B4-BE49-F238E27FC236}">
                <a16:creationId xmlns:a16="http://schemas.microsoft.com/office/drawing/2014/main" id="{DBF9B663-C2FE-0DBE-F504-FA72D93B0A7E}"/>
              </a:ext>
            </a:extLst>
          </p:cNvPr>
          <p:cNvPicPr>
            <a:picLocks noChangeAspect="1"/>
          </p:cNvPicPr>
          <p:nvPr/>
        </p:nvPicPr>
        <p:blipFill>
          <a:blip r:embed="rId6"/>
          <a:stretch>
            <a:fillRect/>
          </a:stretch>
        </p:blipFill>
        <p:spPr>
          <a:xfrm>
            <a:off x="1126296" y="4696286"/>
            <a:ext cx="3072009" cy="337172"/>
          </a:xfrm>
          <a:prstGeom prst="rect">
            <a:avLst/>
          </a:prstGeom>
        </p:spPr>
      </p:pic>
    </p:spTree>
    <p:extLst>
      <p:ext uri="{BB962C8B-B14F-4D97-AF65-F5344CB8AC3E}">
        <p14:creationId xmlns:p14="http://schemas.microsoft.com/office/powerpoint/2010/main" val="4012024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Out-of-bag</a:t>
            </a:r>
            <a:endParaRPr sz="4000" dirty="0"/>
          </a:p>
        </p:txBody>
      </p:sp>
      <p:sp>
        <p:nvSpPr>
          <p:cNvPr id="84" name="Google Shape;84;p14"/>
          <p:cNvSpPr txBox="1">
            <a:spLocks noGrp="1"/>
          </p:cNvSpPr>
          <p:nvPr>
            <p:ph type="body" idx="1"/>
          </p:nvPr>
        </p:nvSpPr>
        <p:spPr>
          <a:xfrm>
            <a:off x="162750" y="1043733"/>
            <a:ext cx="8818500" cy="5224230"/>
          </a:xfrm>
          <a:prstGeom prst="rect">
            <a:avLst/>
          </a:prstGeom>
        </p:spPr>
        <p:txBody>
          <a:bodyPr spcFirstLastPara="1" wrap="square" lIns="91425" tIns="91425" rIns="91425" bIns="91425" anchor="t" anchorCtr="0">
            <a:noAutofit/>
          </a:bodyPr>
          <a:lstStyle/>
          <a:p>
            <a:pPr lvl="0"/>
            <a:r>
              <a:rPr lang="en-GB" dirty="0"/>
              <a:t>Consider the re-sample of bootstrapping</a:t>
            </a:r>
          </a:p>
          <a:p>
            <a:pPr lvl="1"/>
            <a:r>
              <a:rPr lang="en-GB" dirty="0"/>
              <a:t>some instances can be sampled several times</a:t>
            </a:r>
          </a:p>
          <a:p>
            <a:pPr lvl="1"/>
            <a:r>
              <a:rPr lang="en-GB" dirty="0"/>
              <a:t>while others may not be sampled at all </a:t>
            </a:r>
            <a:endParaRPr lang="en-GB" sz="600" dirty="0"/>
          </a:p>
          <a:p>
            <a:pPr lvl="0"/>
            <a:r>
              <a:rPr lang="en-GB" dirty="0"/>
              <a:t>Suppose we samples m training instances, where m is the size of the training set </a:t>
            </a:r>
          </a:p>
          <a:p>
            <a:pPr lvl="1"/>
            <a:r>
              <a:rPr lang="en-GB" dirty="0"/>
              <a:t>only about 63% of the training instances are sampled on average for each predictor </a:t>
            </a:r>
          </a:p>
          <a:p>
            <a:pPr lvl="2"/>
            <a:r>
              <a:rPr lang="en-GB" dirty="0"/>
              <a:t>probability of choosing an item on the first draw is 1/m, and the probability of not choosing that item is (1−1/m) </a:t>
            </a:r>
          </a:p>
          <a:p>
            <a:pPr lvl="2"/>
            <a:r>
              <a:rPr lang="en-GB" dirty="0"/>
              <a:t>there are m independent draws, so the probability of never choosing the item on any of the draws is (1−1/m)^m </a:t>
            </a:r>
          </a:p>
          <a:p>
            <a:pPr lvl="2"/>
            <a:r>
              <a:rPr lang="en-GB" dirty="0"/>
              <a:t>what happens when m gets larger and larger? The value is like 0.37</a:t>
            </a:r>
            <a:endParaRPr lang="en-GB" sz="800" dirty="0"/>
          </a:p>
          <a:p>
            <a:r>
              <a:rPr lang="en-GB" dirty="0"/>
              <a:t>This remaining 37% of training instances (not sampled) are called </a:t>
            </a:r>
            <a:r>
              <a:rPr lang="en-GB" b="1" dirty="0"/>
              <a:t>out-of-bag</a:t>
            </a:r>
            <a:r>
              <a:rPr lang="en-GB" dirty="0"/>
              <a:t> (</a:t>
            </a:r>
            <a:r>
              <a:rPr lang="en-GB" b="1" dirty="0" err="1"/>
              <a:t>oob</a:t>
            </a:r>
            <a:r>
              <a:rPr lang="en-GB" dirty="0"/>
              <a:t>) instances</a:t>
            </a:r>
          </a:p>
          <a:p>
            <a:pPr lvl="1"/>
            <a:r>
              <a:rPr lang="en-GB" dirty="0"/>
              <a:t>they are not the same for all predictors</a:t>
            </a:r>
          </a:p>
          <a:p>
            <a:pPr lvl="1"/>
            <a:r>
              <a:rPr lang="en-GB" dirty="0"/>
              <a:t>since a predictor never sees its </a:t>
            </a:r>
            <a:r>
              <a:rPr lang="en-GB" dirty="0" err="1"/>
              <a:t>oob</a:t>
            </a:r>
            <a:r>
              <a:rPr lang="en-GB" dirty="0"/>
              <a:t> </a:t>
            </a:r>
            <a:br>
              <a:rPr lang="en-GB" dirty="0"/>
            </a:br>
            <a:r>
              <a:rPr lang="en-GB" dirty="0"/>
              <a:t>during training, we can use it as </a:t>
            </a:r>
            <a:br>
              <a:rPr lang="en-GB" dirty="0"/>
            </a:br>
            <a:r>
              <a:rPr lang="en-GB" b="1" dirty="0"/>
              <a:t>validation set</a:t>
            </a:r>
          </a:p>
          <a:p>
            <a:pPr marL="590550" lvl="1" indent="0">
              <a:buNone/>
            </a:pPr>
            <a:endParaRPr lang="en-GB" dirty="0"/>
          </a:p>
          <a:p>
            <a:pPr lvl="1"/>
            <a:endParaRPr lang="en-GB" dirty="0"/>
          </a:p>
        </p:txBody>
      </p:sp>
      <p:pic>
        <p:nvPicPr>
          <p:cNvPr id="3" name="Immagine 2">
            <a:extLst>
              <a:ext uri="{FF2B5EF4-FFF2-40B4-BE49-F238E27FC236}">
                <a16:creationId xmlns:a16="http://schemas.microsoft.com/office/drawing/2014/main" id="{76A51850-95DC-6B2B-5770-BB50C9D10640}"/>
              </a:ext>
            </a:extLst>
          </p:cNvPr>
          <p:cNvPicPr>
            <a:picLocks noChangeAspect="1"/>
          </p:cNvPicPr>
          <p:nvPr/>
        </p:nvPicPr>
        <p:blipFill>
          <a:blip r:embed="rId3"/>
          <a:stretch>
            <a:fillRect/>
          </a:stretch>
        </p:blipFill>
        <p:spPr>
          <a:xfrm>
            <a:off x="5243332" y="4649077"/>
            <a:ext cx="3383906" cy="1996036"/>
          </a:xfrm>
          <a:prstGeom prst="rect">
            <a:avLst/>
          </a:prstGeom>
        </p:spPr>
      </p:pic>
    </p:spTree>
    <p:extLst>
      <p:ext uri="{BB962C8B-B14F-4D97-AF65-F5344CB8AC3E}">
        <p14:creationId xmlns:p14="http://schemas.microsoft.com/office/powerpoint/2010/main" val="1332231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Random Subspaces and Random Patches </a:t>
            </a:r>
            <a:endParaRPr sz="4000" dirty="0"/>
          </a:p>
        </p:txBody>
      </p:sp>
      <p:sp>
        <p:nvSpPr>
          <p:cNvPr id="84" name="Google Shape;84;p14"/>
          <p:cNvSpPr txBox="1">
            <a:spLocks noGrp="1"/>
          </p:cNvSpPr>
          <p:nvPr>
            <p:ph type="body" idx="1"/>
          </p:nvPr>
        </p:nvSpPr>
        <p:spPr>
          <a:xfrm>
            <a:off x="162750" y="1108487"/>
            <a:ext cx="8818500" cy="5224230"/>
          </a:xfrm>
          <a:prstGeom prst="rect">
            <a:avLst/>
          </a:prstGeom>
        </p:spPr>
        <p:txBody>
          <a:bodyPr spcFirstLastPara="1" wrap="square" lIns="91425" tIns="91425" rIns="91425" bIns="91425" anchor="t" anchorCtr="0">
            <a:noAutofit/>
          </a:bodyPr>
          <a:lstStyle/>
          <a:p>
            <a:endParaRPr lang="en-GB" dirty="0"/>
          </a:p>
          <a:p>
            <a:r>
              <a:rPr lang="en-GB" dirty="0"/>
              <a:t>We can </a:t>
            </a:r>
            <a:r>
              <a:rPr lang="en-GB" b="1" dirty="0"/>
              <a:t>sampling the features </a:t>
            </a:r>
            <a:r>
              <a:rPr lang="en-GB" dirty="0"/>
              <a:t>as well</a:t>
            </a:r>
          </a:p>
          <a:p>
            <a:pPr lvl="1"/>
            <a:r>
              <a:rPr lang="en-GB" dirty="0"/>
              <a:t>each predictor will be trained on a random subset of the input features</a:t>
            </a:r>
          </a:p>
          <a:p>
            <a:pPr lvl="1"/>
            <a:r>
              <a:rPr lang="en-GB" dirty="0"/>
              <a:t>useful when you are dealing with high-dimensional inputs (such as images)</a:t>
            </a:r>
          </a:p>
          <a:p>
            <a:pPr lvl="1"/>
            <a:r>
              <a:rPr lang="en-GB" dirty="0"/>
              <a:t>results in even more predictor diversity, trading a bit more bias for a lower variance</a:t>
            </a:r>
          </a:p>
          <a:p>
            <a:pPr lvl="1"/>
            <a:r>
              <a:rPr lang="en-GB" b="1" dirty="0"/>
              <a:t>Random Subspaces </a:t>
            </a:r>
            <a:r>
              <a:rPr lang="en-GB" dirty="0"/>
              <a:t>method</a:t>
            </a:r>
          </a:p>
          <a:p>
            <a:endParaRPr lang="en-GB" dirty="0"/>
          </a:p>
          <a:p>
            <a:r>
              <a:rPr lang="en-GB" dirty="0"/>
              <a:t>Sampling both training instances and features is called the </a:t>
            </a:r>
            <a:r>
              <a:rPr lang="en-GB" b="1" dirty="0"/>
              <a:t>Random Patches</a:t>
            </a:r>
          </a:p>
          <a:p>
            <a:pPr lvl="0"/>
            <a:endParaRPr lang="en-GB" dirty="0"/>
          </a:p>
          <a:p>
            <a:pPr lvl="0"/>
            <a:endParaRPr lang="en-GB" dirty="0"/>
          </a:p>
          <a:p>
            <a:pPr lvl="0"/>
            <a:endParaRPr lang="en-GB" b="1" dirty="0"/>
          </a:p>
          <a:p>
            <a:pPr marL="590550" lvl="1" indent="0">
              <a:buNone/>
            </a:pPr>
            <a:endParaRPr lang="en-GB" dirty="0"/>
          </a:p>
          <a:p>
            <a:pPr lvl="1"/>
            <a:endParaRPr lang="en-GB" dirty="0"/>
          </a:p>
        </p:txBody>
      </p:sp>
    </p:spTree>
    <p:extLst>
      <p:ext uri="{BB962C8B-B14F-4D97-AF65-F5344CB8AC3E}">
        <p14:creationId xmlns:p14="http://schemas.microsoft.com/office/powerpoint/2010/main" val="299304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Random Forests (1)</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An ensemble of decision trees, trained via the bagging method, typically with max samples set to the size of the training set</a:t>
            </a:r>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r>
              <a:rPr lang="en-GB" dirty="0">
                <a:highlight>
                  <a:srgbClr val="FFFF00"/>
                </a:highlight>
              </a:rPr>
              <a:t>See “random-</a:t>
            </a:r>
            <a:r>
              <a:rPr lang="en-GB" dirty="0" err="1">
                <a:highlight>
                  <a:srgbClr val="FFFF00"/>
                </a:highlight>
              </a:rPr>
              <a:t>forest.ipynb</a:t>
            </a:r>
            <a:r>
              <a:rPr lang="en-GB" dirty="0">
                <a:highlight>
                  <a:srgbClr val="FFFF00"/>
                </a:highlight>
              </a:rPr>
              <a:t>” notebook</a:t>
            </a:r>
          </a:p>
          <a:p>
            <a:pPr lvl="0"/>
            <a:endParaRPr lang="en-GB" dirty="0"/>
          </a:p>
          <a:p>
            <a:pPr lvl="1"/>
            <a:endParaRPr lang="en-GB" dirty="0"/>
          </a:p>
        </p:txBody>
      </p:sp>
      <p:pic>
        <p:nvPicPr>
          <p:cNvPr id="3" name="Immagine 2">
            <a:extLst>
              <a:ext uri="{FF2B5EF4-FFF2-40B4-BE49-F238E27FC236}">
                <a16:creationId xmlns:a16="http://schemas.microsoft.com/office/drawing/2014/main" id="{FEB190B9-828E-F842-8885-5306645F6B3F}"/>
              </a:ext>
            </a:extLst>
          </p:cNvPr>
          <p:cNvPicPr>
            <a:picLocks noChangeAspect="1"/>
          </p:cNvPicPr>
          <p:nvPr/>
        </p:nvPicPr>
        <p:blipFill>
          <a:blip r:embed="rId3"/>
          <a:stretch>
            <a:fillRect/>
          </a:stretch>
        </p:blipFill>
        <p:spPr>
          <a:xfrm>
            <a:off x="1964602" y="2030581"/>
            <a:ext cx="5064282" cy="3058536"/>
          </a:xfrm>
          <a:prstGeom prst="rect">
            <a:avLst/>
          </a:prstGeom>
        </p:spPr>
      </p:pic>
    </p:spTree>
    <p:extLst>
      <p:ext uri="{BB962C8B-B14F-4D97-AF65-F5344CB8AC3E}">
        <p14:creationId xmlns:p14="http://schemas.microsoft.com/office/powerpoint/2010/main" val="1156739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Random Forests (2)</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In order to introduces extra </a:t>
            </a:r>
            <a:r>
              <a:rPr lang="en-GB" b="1" dirty="0"/>
              <a:t>randomness</a:t>
            </a:r>
            <a:r>
              <a:rPr lang="en-GB" dirty="0"/>
              <a:t> when growing trees, instead of searching for the best feature when splitting a node, it searches for the best feature among a random subset of features. </a:t>
            </a:r>
          </a:p>
          <a:p>
            <a:pPr lvl="1"/>
            <a:r>
              <a:rPr lang="en-GB" dirty="0"/>
              <a:t>greater </a:t>
            </a:r>
            <a:r>
              <a:rPr lang="en-GB" b="1" dirty="0"/>
              <a:t>tree diversity</a:t>
            </a:r>
            <a:r>
              <a:rPr lang="en-GB" dirty="0"/>
              <a:t>, </a:t>
            </a:r>
          </a:p>
          <a:p>
            <a:pPr lvl="1"/>
            <a:r>
              <a:rPr lang="en-GB" dirty="0"/>
              <a:t>trades a higher bias for a lower variance</a:t>
            </a:r>
          </a:p>
          <a:p>
            <a:pPr lvl="1"/>
            <a:r>
              <a:rPr lang="en-GB" dirty="0"/>
              <a:t>generally yielding an overall better model</a:t>
            </a:r>
          </a:p>
          <a:p>
            <a:r>
              <a:rPr lang="en-GB" dirty="0"/>
              <a:t>It is possible to make trees </a:t>
            </a:r>
            <a:r>
              <a:rPr lang="en-GB" b="1" dirty="0"/>
              <a:t>even more random </a:t>
            </a:r>
            <a:r>
              <a:rPr lang="en-GB" dirty="0"/>
              <a:t>by using </a:t>
            </a:r>
            <a:r>
              <a:rPr lang="en-GB" b="1" dirty="0"/>
              <a:t>random thresholds </a:t>
            </a:r>
            <a:r>
              <a:rPr lang="en-GB" dirty="0"/>
              <a:t>for each feature rather than searching for the best possible thresholds</a:t>
            </a:r>
          </a:p>
          <a:p>
            <a:pPr lvl="1"/>
            <a:r>
              <a:rPr lang="en-GB" dirty="0"/>
              <a:t>a forest of such extremely random trees is called an </a:t>
            </a:r>
            <a:r>
              <a:rPr lang="en-GB" b="1" dirty="0"/>
              <a:t>Extremely Randomized Trees </a:t>
            </a:r>
            <a:r>
              <a:rPr lang="en-GB" dirty="0"/>
              <a:t>ensemble</a:t>
            </a:r>
          </a:p>
          <a:p>
            <a:pPr lvl="1"/>
            <a:r>
              <a:rPr lang="en-GB" dirty="0"/>
              <a:t>once again, this technique trades more bias for a lower variance</a:t>
            </a:r>
          </a:p>
          <a:p>
            <a:pPr lvl="1"/>
            <a:r>
              <a:rPr lang="en-GB" dirty="0"/>
              <a:t>it is also much faster to train</a:t>
            </a:r>
          </a:p>
          <a:p>
            <a:pPr lvl="2"/>
            <a:r>
              <a:rPr lang="en-GB" dirty="0"/>
              <a:t>finding the best possible threshold for each feature at every node is one of the most time-consuming tasks of growing a tree</a:t>
            </a:r>
          </a:p>
          <a:p>
            <a:endParaRPr lang="en-GB" dirty="0"/>
          </a:p>
          <a:p>
            <a:endParaRPr lang="en-GB" dirty="0"/>
          </a:p>
        </p:txBody>
      </p:sp>
    </p:spTree>
    <p:extLst>
      <p:ext uri="{BB962C8B-B14F-4D97-AF65-F5344CB8AC3E}">
        <p14:creationId xmlns:p14="http://schemas.microsoft.com/office/powerpoint/2010/main" val="1444820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Feature importance</a:t>
            </a:r>
            <a:endParaRPr sz="4000" dirty="0"/>
          </a:p>
        </p:txBody>
      </p:sp>
      <p:sp>
        <p:nvSpPr>
          <p:cNvPr id="84" name="Google Shape;84;p14"/>
          <p:cNvSpPr txBox="1">
            <a:spLocks noGrp="1"/>
          </p:cNvSpPr>
          <p:nvPr>
            <p:ph type="body" idx="1"/>
          </p:nvPr>
        </p:nvSpPr>
        <p:spPr>
          <a:xfrm>
            <a:off x="162750" y="1002986"/>
            <a:ext cx="8818500" cy="5626413"/>
          </a:xfrm>
          <a:prstGeom prst="rect">
            <a:avLst/>
          </a:prstGeom>
        </p:spPr>
        <p:txBody>
          <a:bodyPr spcFirstLastPara="1" wrap="square" lIns="91425" tIns="91425" rIns="91425" bIns="91425" anchor="t" anchorCtr="0">
            <a:noAutofit/>
          </a:bodyPr>
          <a:lstStyle/>
          <a:p>
            <a:pPr lvl="0"/>
            <a:r>
              <a:rPr lang="en-GB" dirty="0"/>
              <a:t>We can measure the relative importance of each feature by looking at how much the tree nodes that use that feature reduce impurity on average</a:t>
            </a:r>
          </a:p>
          <a:p>
            <a:pPr lvl="1"/>
            <a:r>
              <a:rPr lang="en-GB" dirty="0"/>
              <a:t>across all trees in the forest</a:t>
            </a:r>
            <a:endParaRPr lang="en-GB" sz="1000" dirty="0"/>
          </a:p>
          <a:p>
            <a:r>
              <a:rPr lang="en-GB" dirty="0">
                <a:highlight>
                  <a:srgbClr val="FFFF00"/>
                </a:highlight>
              </a:rPr>
              <a:t>See “feature-</a:t>
            </a:r>
            <a:r>
              <a:rPr lang="en-GB" dirty="0" err="1">
                <a:highlight>
                  <a:srgbClr val="FFFF00"/>
                </a:highlight>
              </a:rPr>
              <a:t>importance.ipynb</a:t>
            </a:r>
            <a:r>
              <a:rPr lang="en-GB" dirty="0">
                <a:highlight>
                  <a:srgbClr val="FFFF00"/>
                </a:highlight>
              </a:rPr>
              <a:t>” notebook</a:t>
            </a:r>
          </a:p>
          <a:p>
            <a:endParaRPr lang="en-GB" sz="1000" dirty="0"/>
          </a:p>
          <a:p>
            <a:r>
              <a:rPr lang="en-GB" dirty="0"/>
              <a:t>Consider the iris dataset</a:t>
            </a:r>
          </a:p>
          <a:p>
            <a:endParaRPr lang="en-GB" dirty="0"/>
          </a:p>
          <a:p>
            <a:pPr marL="120650" indent="0">
              <a:buNone/>
            </a:pPr>
            <a:endParaRPr lang="en-GB" sz="2400" dirty="0"/>
          </a:p>
          <a:p>
            <a:pPr lvl="1"/>
            <a:r>
              <a:rPr lang="en-GB" dirty="0"/>
              <a:t>most important features are the petal length and width (&gt;40%)</a:t>
            </a:r>
          </a:p>
          <a:p>
            <a:pPr lvl="1"/>
            <a:r>
              <a:rPr lang="en-GB" dirty="0"/>
              <a:t>while sepal length and width are rather unimportant in comparison</a:t>
            </a:r>
          </a:p>
          <a:p>
            <a:pPr lvl="1"/>
            <a:endParaRPr lang="en-GB" sz="1000" dirty="0"/>
          </a:p>
          <a:p>
            <a:r>
              <a:rPr lang="en-GB" dirty="0"/>
              <a:t>We can try also to find the most important pixels on </a:t>
            </a:r>
            <a:br>
              <a:rPr lang="en-GB" dirty="0"/>
            </a:br>
            <a:r>
              <a:rPr lang="en-GB" dirty="0"/>
              <a:t>the MNIST dataset</a:t>
            </a:r>
          </a:p>
          <a:p>
            <a:endParaRPr lang="en-GB" dirty="0"/>
          </a:p>
          <a:p>
            <a:r>
              <a:rPr lang="en-GB" dirty="0"/>
              <a:t>Random Forests are very handy to get a quick </a:t>
            </a:r>
            <a:br>
              <a:rPr lang="en-GB" dirty="0"/>
            </a:br>
            <a:r>
              <a:rPr lang="en-GB" dirty="0"/>
              <a:t>understanding of what features actually matter</a:t>
            </a:r>
          </a:p>
          <a:p>
            <a:pPr lvl="1"/>
            <a:r>
              <a:rPr lang="en-GB" dirty="0"/>
              <a:t>in particular if we need to perform feature selection</a:t>
            </a:r>
          </a:p>
          <a:p>
            <a:endParaRPr lang="en-GB" dirty="0"/>
          </a:p>
          <a:p>
            <a:endParaRPr lang="en-GB" dirty="0"/>
          </a:p>
          <a:p>
            <a:endParaRPr lang="en-GB" dirty="0"/>
          </a:p>
          <a:p>
            <a:endParaRPr lang="en-GB" dirty="0"/>
          </a:p>
          <a:p>
            <a:endParaRPr lang="en-GB" dirty="0"/>
          </a:p>
          <a:p>
            <a:endParaRPr lang="en-GB" dirty="0"/>
          </a:p>
          <a:p>
            <a:pPr marL="590550" lvl="1" indent="0">
              <a:buNone/>
            </a:pPr>
            <a:endParaRPr lang="en-GB" dirty="0"/>
          </a:p>
          <a:p>
            <a:pPr lvl="1"/>
            <a:endParaRPr lang="en-GB" dirty="0"/>
          </a:p>
        </p:txBody>
      </p:sp>
      <p:pic>
        <p:nvPicPr>
          <p:cNvPr id="3" name="Immagine 2">
            <a:extLst>
              <a:ext uri="{FF2B5EF4-FFF2-40B4-BE49-F238E27FC236}">
                <a16:creationId xmlns:a16="http://schemas.microsoft.com/office/drawing/2014/main" id="{A4E21912-C9D4-13F1-0F9F-7C469F4F4250}"/>
              </a:ext>
            </a:extLst>
          </p:cNvPr>
          <p:cNvPicPr>
            <a:picLocks noChangeAspect="1"/>
          </p:cNvPicPr>
          <p:nvPr/>
        </p:nvPicPr>
        <p:blipFill>
          <a:blip r:embed="rId3"/>
          <a:stretch>
            <a:fillRect/>
          </a:stretch>
        </p:blipFill>
        <p:spPr>
          <a:xfrm>
            <a:off x="805035" y="2864514"/>
            <a:ext cx="2909715" cy="674843"/>
          </a:xfrm>
          <a:prstGeom prst="rect">
            <a:avLst/>
          </a:prstGeom>
        </p:spPr>
      </p:pic>
      <p:pic>
        <p:nvPicPr>
          <p:cNvPr id="4" name="Immagine 3">
            <a:extLst>
              <a:ext uri="{FF2B5EF4-FFF2-40B4-BE49-F238E27FC236}">
                <a16:creationId xmlns:a16="http://schemas.microsoft.com/office/drawing/2014/main" id="{33BC9891-4BB2-956A-1DFB-AFF0E335CF83}"/>
              </a:ext>
            </a:extLst>
          </p:cNvPr>
          <p:cNvPicPr>
            <a:picLocks noChangeAspect="1"/>
          </p:cNvPicPr>
          <p:nvPr/>
        </p:nvPicPr>
        <p:blipFill>
          <a:blip r:embed="rId4"/>
          <a:stretch>
            <a:fillRect/>
          </a:stretch>
        </p:blipFill>
        <p:spPr>
          <a:xfrm>
            <a:off x="6342545" y="4536632"/>
            <a:ext cx="2575480" cy="1909660"/>
          </a:xfrm>
          <a:prstGeom prst="rect">
            <a:avLst/>
          </a:prstGeom>
        </p:spPr>
      </p:pic>
    </p:spTree>
    <p:extLst>
      <p:ext uri="{BB962C8B-B14F-4D97-AF65-F5344CB8AC3E}">
        <p14:creationId xmlns:p14="http://schemas.microsoft.com/office/powerpoint/2010/main" val="560672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Adaptive Boosting (1)</a:t>
            </a:r>
            <a:endParaRPr sz="4000" dirty="0"/>
          </a:p>
        </p:txBody>
      </p:sp>
      <p:sp>
        <p:nvSpPr>
          <p:cNvPr id="84" name="Google Shape;84;p14"/>
          <p:cNvSpPr txBox="1">
            <a:spLocks noGrp="1"/>
          </p:cNvSpPr>
          <p:nvPr>
            <p:ph type="body" idx="1"/>
          </p:nvPr>
        </p:nvSpPr>
        <p:spPr>
          <a:xfrm>
            <a:off x="162750" y="1005632"/>
            <a:ext cx="8818500" cy="5585667"/>
          </a:xfrm>
          <a:prstGeom prst="rect">
            <a:avLst/>
          </a:prstGeom>
        </p:spPr>
        <p:txBody>
          <a:bodyPr spcFirstLastPara="1" wrap="square" lIns="91425" tIns="91425" rIns="91425" bIns="91425" anchor="t" anchorCtr="0">
            <a:noAutofit/>
          </a:bodyPr>
          <a:lstStyle/>
          <a:p>
            <a:pPr lvl="0"/>
            <a:r>
              <a:rPr lang="en-GB" dirty="0"/>
              <a:t>Instead of combine weak models fitted independently, </a:t>
            </a:r>
            <a:r>
              <a:rPr lang="en-GB" b="1" dirty="0"/>
              <a:t>fit models iteratively</a:t>
            </a:r>
            <a:r>
              <a:rPr lang="en-GB" dirty="0"/>
              <a:t> </a:t>
            </a:r>
          </a:p>
          <a:p>
            <a:pPr lvl="1"/>
            <a:r>
              <a:rPr lang="en-GB" dirty="0"/>
              <a:t>training of model at a given step depends on the models fitted at the previous steps</a:t>
            </a:r>
          </a:p>
          <a:p>
            <a:pPr lvl="1"/>
            <a:r>
              <a:rPr lang="en-GB" dirty="0"/>
              <a:t>pay a bit more attention to the training instances that the predecessor underfitted </a:t>
            </a:r>
          </a:p>
          <a:p>
            <a:pPr lvl="1"/>
            <a:r>
              <a:rPr lang="en-GB" dirty="0"/>
              <a:t>results in new predictors focusing more and more on the hard cases</a:t>
            </a:r>
          </a:p>
          <a:p>
            <a:r>
              <a:rPr lang="en-GB" dirty="0">
                <a:highlight>
                  <a:srgbClr val="FFFF00"/>
                </a:highlight>
              </a:rPr>
              <a:t>See “</a:t>
            </a:r>
            <a:r>
              <a:rPr lang="en-GB" dirty="0" err="1">
                <a:highlight>
                  <a:srgbClr val="FFFF00"/>
                </a:highlight>
              </a:rPr>
              <a:t>boosting.ipynb</a:t>
            </a:r>
            <a:r>
              <a:rPr lang="en-GB" dirty="0">
                <a:highlight>
                  <a:srgbClr val="FFFF00"/>
                </a:highlight>
              </a:rPr>
              <a:t>” notebook</a:t>
            </a:r>
          </a:p>
          <a:p>
            <a:r>
              <a:rPr lang="en-GB" b="1" dirty="0"/>
              <a:t>AdaBoost</a:t>
            </a:r>
            <a:r>
              <a:rPr lang="en-GB" dirty="0"/>
              <a:t> (Adaptive Boosting)</a:t>
            </a:r>
          </a:p>
          <a:p>
            <a:pPr lvl="1"/>
            <a:r>
              <a:rPr lang="en-GB" dirty="0"/>
              <a:t>first train a base classifier and uses it to make </a:t>
            </a:r>
            <a:br>
              <a:rPr lang="en-GB" dirty="0"/>
            </a:br>
            <a:r>
              <a:rPr lang="en-GB" dirty="0"/>
              <a:t>predictions on the training set</a:t>
            </a:r>
          </a:p>
          <a:p>
            <a:pPr lvl="1"/>
            <a:r>
              <a:rPr lang="en-GB" dirty="0"/>
              <a:t>increase the weight of misclassified instances</a:t>
            </a:r>
          </a:p>
          <a:p>
            <a:pPr lvl="1"/>
            <a:r>
              <a:rPr lang="en-GB" dirty="0"/>
              <a:t>train a second classifier, using the updated </a:t>
            </a:r>
            <a:br>
              <a:rPr lang="en-GB" dirty="0"/>
            </a:br>
            <a:r>
              <a:rPr lang="en-GB" dirty="0"/>
              <a:t>weights, and again make predictions, update </a:t>
            </a:r>
            <a:br>
              <a:rPr lang="en-GB" dirty="0"/>
            </a:br>
            <a:r>
              <a:rPr lang="en-GB" dirty="0"/>
              <a:t>the instance weights, and so on</a:t>
            </a:r>
          </a:p>
          <a:p>
            <a:pPr lvl="1"/>
            <a:r>
              <a:rPr lang="en-GB" dirty="0"/>
              <a:t>at the end make predictions like bagging, except </a:t>
            </a:r>
            <a:br>
              <a:rPr lang="en-GB" dirty="0"/>
            </a:br>
            <a:r>
              <a:rPr lang="en-GB" dirty="0"/>
              <a:t>that predictors have different weights depending on their overall accuracy </a:t>
            </a:r>
          </a:p>
          <a:p>
            <a:r>
              <a:rPr lang="en-GB" dirty="0"/>
              <a:t>Drawback: it cannot be parallelized, each predictor can only be trained after the previous predictor has been trained and evaluated</a:t>
            </a:r>
          </a:p>
          <a:p>
            <a:pPr lvl="1"/>
            <a:r>
              <a:rPr lang="en-GB" dirty="0"/>
              <a:t>it does not scale as well as bagging</a:t>
            </a:r>
          </a:p>
        </p:txBody>
      </p:sp>
      <p:grpSp>
        <p:nvGrpSpPr>
          <p:cNvPr id="6" name="Gruppo 5">
            <a:extLst>
              <a:ext uri="{FF2B5EF4-FFF2-40B4-BE49-F238E27FC236}">
                <a16:creationId xmlns:a16="http://schemas.microsoft.com/office/drawing/2014/main" id="{D816BDE0-8533-90EB-686A-CABC40E35932}"/>
              </a:ext>
            </a:extLst>
          </p:cNvPr>
          <p:cNvGrpSpPr/>
          <p:nvPr/>
        </p:nvGrpSpPr>
        <p:grpSpPr>
          <a:xfrm>
            <a:off x="5281555" y="2553255"/>
            <a:ext cx="3794385" cy="2428875"/>
            <a:chOff x="4657726" y="3221803"/>
            <a:chExt cx="3790949" cy="2258246"/>
          </a:xfrm>
        </p:grpSpPr>
        <p:pic>
          <p:nvPicPr>
            <p:cNvPr id="3" name="Immagine 2" descr="Immagine che contiene grafico&#10;&#10;Descrizione generata automaticamente">
              <a:extLst>
                <a:ext uri="{FF2B5EF4-FFF2-40B4-BE49-F238E27FC236}">
                  <a16:creationId xmlns:a16="http://schemas.microsoft.com/office/drawing/2014/main" id="{130014D0-AD4F-3B5A-A7D0-64E48B785E47}"/>
                </a:ext>
              </a:extLst>
            </p:cNvPr>
            <p:cNvPicPr>
              <a:picLocks noChangeAspect="1"/>
            </p:cNvPicPr>
            <p:nvPr/>
          </p:nvPicPr>
          <p:blipFill rotWithShape="1">
            <a:blip r:embed="rId3"/>
            <a:srcRect r="23333"/>
            <a:stretch/>
          </p:blipFill>
          <p:spPr>
            <a:xfrm>
              <a:off x="4657726" y="3221803"/>
              <a:ext cx="3314700" cy="2229671"/>
            </a:xfrm>
            <a:prstGeom prst="rect">
              <a:avLst/>
            </a:prstGeom>
          </p:spPr>
        </p:pic>
        <p:pic>
          <p:nvPicPr>
            <p:cNvPr id="5" name="Immagine 4" descr="Immagine che contiene testo&#10;&#10;Descrizione generata automaticamente">
              <a:extLst>
                <a:ext uri="{FF2B5EF4-FFF2-40B4-BE49-F238E27FC236}">
                  <a16:creationId xmlns:a16="http://schemas.microsoft.com/office/drawing/2014/main" id="{DE88688D-FA34-5096-FF15-F8AC3FD30860}"/>
                </a:ext>
              </a:extLst>
            </p:cNvPr>
            <p:cNvPicPr>
              <a:picLocks noChangeAspect="1"/>
            </p:cNvPicPr>
            <p:nvPr/>
          </p:nvPicPr>
          <p:blipFill rotWithShape="1">
            <a:blip r:embed="rId4"/>
            <a:srcRect l="9201" r="17190"/>
            <a:stretch/>
          </p:blipFill>
          <p:spPr>
            <a:xfrm>
              <a:off x="7915276" y="3250378"/>
              <a:ext cx="533399" cy="2229671"/>
            </a:xfrm>
            <a:prstGeom prst="rect">
              <a:avLst/>
            </a:prstGeom>
          </p:spPr>
        </p:pic>
      </p:grpSp>
    </p:spTree>
    <p:extLst>
      <p:ext uri="{BB962C8B-B14F-4D97-AF65-F5344CB8AC3E}">
        <p14:creationId xmlns:p14="http://schemas.microsoft.com/office/powerpoint/2010/main" val="33068595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pic>
        <p:nvPicPr>
          <p:cNvPr id="5" name="Immagine 4" descr="Immagine che contiene testo, lettera&#10;&#10;Descrizione generata automaticamente">
            <a:extLst>
              <a:ext uri="{FF2B5EF4-FFF2-40B4-BE49-F238E27FC236}">
                <a16:creationId xmlns:a16="http://schemas.microsoft.com/office/drawing/2014/main" id="{6CC000BA-BC67-25D0-E487-57C2AD424FDC}"/>
              </a:ext>
            </a:extLst>
          </p:cNvPr>
          <p:cNvPicPr>
            <a:picLocks noChangeAspect="1"/>
          </p:cNvPicPr>
          <p:nvPr/>
        </p:nvPicPr>
        <p:blipFill>
          <a:blip r:embed="rId3"/>
          <a:stretch>
            <a:fillRect/>
          </a:stretch>
        </p:blipFill>
        <p:spPr>
          <a:xfrm>
            <a:off x="6623050" y="1186401"/>
            <a:ext cx="1558925" cy="1210815"/>
          </a:xfrm>
          <a:prstGeom prst="rect">
            <a:avLst/>
          </a:prstGeom>
        </p:spPr>
      </p:pic>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Adaptive Boosting (2)</a:t>
            </a:r>
            <a:endParaRPr sz="4000" dirty="0"/>
          </a:p>
        </p:txBody>
      </p:sp>
      <p:sp>
        <p:nvSpPr>
          <p:cNvPr id="84" name="Google Shape;84;p14"/>
          <p:cNvSpPr txBox="1">
            <a:spLocks noGrp="1"/>
          </p:cNvSpPr>
          <p:nvPr>
            <p:ph type="body" idx="1"/>
          </p:nvPr>
        </p:nvSpPr>
        <p:spPr>
          <a:xfrm>
            <a:off x="162750" y="1043733"/>
            <a:ext cx="8818500" cy="5576142"/>
          </a:xfrm>
          <a:prstGeom prst="rect">
            <a:avLst/>
          </a:prstGeom>
        </p:spPr>
        <p:txBody>
          <a:bodyPr spcFirstLastPara="1" wrap="square" lIns="91425" tIns="91425" rIns="91425" bIns="91425" anchor="t" anchorCtr="0">
            <a:noAutofit/>
          </a:bodyPr>
          <a:lstStyle/>
          <a:p>
            <a:pPr lvl="0"/>
            <a:r>
              <a:rPr lang="en-GB" dirty="0"/>
              <a:t>Instance weight  𝑤</a:t>
            </a:r>
            <a:r>
              <a:rPr lang="en-GB" baseline="30000" dirty="0"/>
              <a:t>(𝑖) </a:t>
            </a:r>
            <a:r>
              <a:rPr lang="en-GB" dirty="0"/>
              <a:t> are initially set to 1/m (m training set size)</a:t>
            </a:r>
          </a:p>
          <a:p>
            <a:pPr lvl="0"/>
            <a:endParaRPr lang="en-GB" dirty="0"/>
          </a:p>
          <a:p>
            <a:pPr lvl="0"/>
            <a:r>
              <a:rPr lang="en-GB" dirty="0"/>
              <a:t>The weighted error rate of the predictor j is computes as</a:t>
            </a:r>
          </a:p>
          <a:p>
            <a:pPr lvl="0"/>
            <a:endParaRPr lang="en-GB" sz="900" dirty="0"/>
          </a:p>
          <a:p>
            <a:pPr lvl="0"/>
            <a:r>
              <a:rPr lang="en-GB" dirty="0"/>
              <a:t>The predictor’s weight is then computed </a:t>
            </a:r>
          </a:p>
          <a:p>
            <a:pPr lvl="1"/>
            <a:r>
              <a:rPr lang="en-GB" dirty="0"/>
              <a:t>where 𝜂 is the learning rate hyperparameter</a:t>
            </a:r>
          </a:p>
          <a:p>
            <a:pPr lvl="1"/>
            <a:r>
              <a:rPr lang="en-GB" dirty="0"/>
              <a:t>the more accurate the predictor is, the higher its weight will be</a:t>
            </a:r>
          </a:p>
          <a:p>
            <a:pPr lvl="1"/>
            <a:r>
              <a:rPr lang="en-GB" dirty="0"/>
              <a:t>if it is just guessing randomly, then its weight will be close to zero</a:t>
            </a:r>
          </a:p>
          <a:p>
            <a:pPr lvl="1"/>
            <a:r>
              <a:rPr lang="en-GB" dirty="0"/>
              <a:t>if it is most often wrong (less accurate than random guessing), then its weight will be negative</a:t>
            </a:r>
          </a:p>
          <a:p>
            <a:r>
              <a:rPr lang="en-GB" dirty="0"/>
              <a:t>Next, AdaBoost updates instance weights to boosts the misclassified instances</a:t>
            </a:r>
          </a:p>
          <a:p>
            <a:pPr lvl="1"/>
            <a:endParaRPr lang="en-GB" dirty="0"/>
          </a:p>
          <a:p>
            <a:pPr lvl="0"/>
            <a:endParaRPr lang="en-GB" sz="800" dirty="0"/>
          </a:p>
          <a:p>
            <a:pPr lvl="0"/>
            <a:endParaRPr lang="en-GB" dirty="0"/>
          </a:p>
          <a:p>
            <a:pPr lvl="0"/>
            <a:r>
              <a:rPr lang="en-GB" dirty="0"/>
              <a:t>To make predictions, AdaBoost simply computes the predictions of all the predictors and weighs them:</a:t>
            </a:r>
          </a:p>
          <a:p>
            <a:pPr lvl="0"/>
            <a:endParaRPr lang="en-GB" dirty="0"/>
          </a:p>
          <a:p>
            <a:pPr lvl="1"/>
            <a:endParaRPr lang="en-GB" dirty="0"/>
          </a:p>
        </p:txBody>
      </p:sp>
      <p:pic>
        <p:nvPicPr>
          <p:cNvPr id="7" name="Immagine 6" descr="Immagine che contiene testo, orologio&#10;&#10;Descrizione generata automaticamente">
            <a:extLst>
              <a:ext uri="{FF2B5EF4-FFF2-40B4-BE49-F238E27FC236}">
                <a16:creationId xmlns:a16="http://schemas.microsoft.com/office/drawing/2014/main" id="{BB761B06-8B19-B48D-1FB2-DBC00CCB4C6D}"/>
              </a:ext>
            </a:extLst>
          </p:cNvPr>
          <p:cNvPicPr>
            <a:picLocks noChangeAspect="1"/>
          </p:cNvPicPr>
          <p:nvPr/>
        </p:nvPicPr>
        <p:blipFill>
          <a:blip r:embed="rId4"/>
          <a:stretch>
            <a:fillRect/>
          </a:stretch>
        </p:blipFill>
        <p:spPr>
          <a:xfrm>
            <a:off x="5108576" y="2007940"/>
            <a:ext cx="1516892" cy="661623"/>
          </a:xfrm>
          <a:prstGeom prst="rect">
            <a:avLst/>
          </a:prstGeom>
        </p:spPr>
      </p:pic>
      <p:pic>
        <p:nvPicPr>
          <p:cNvPr id="9" name="Immagine 8" descr="Immagine che contiene testo&#10;&#10;Descrizione generata automaticamente">
            <a:extLst>
              <a:ext uri="{FF2B5EF4-FFF2-40B4-BE49-F238E27FC236}">
                <a16:creationId xmlns:a16="http://schemas.microsoft.com/office/drawing/2014/main" id="{263AD7EF-EFFD-EBDB-E181-484A5CFB26AB}"/>
              </a:ext>
            </a:extLst>
          </p:cNvPr>
          <p:cNvPicPr>
            <a:picLocks noChangeAspect="1"/>
          </p:cNvPicPr>
          <p:nvPr/>
        </p:nvPicPr>
        <p:blipFill>
          <a:blip r:embed="rId5"/>
          <a:stretch>
            <a:fillRect/>
          </a:stretch>
        </p:blipFill>
        <p:spPr>
          <a:xfrm>
            <a:off x="727074" y="4610100"/>
            <a:ext cx="2904067" cy="666750"/>
          </a:xfrm>
          <a:prstGeom prst="rect">
            <a:avLst/>
          </a:prstGeom>
        </p:spPr>
      </p:pic>
      <p:pic>
        <p:nvPicPr>
          <p:cNvPr id="11" name="Immagine 10" descr="Immagine che contiene testo, lettera&#10;&#10;Descrizione generata automaticamente">
            <a:extLst>
              <a:ext uri="{FF2B5EF4-FFF2-40B4-BE49-F238E27FC236}">
                <a16:creationId xmlns:a16="http://schemas.microsoft.com/office/drawing/2014/main" id="{B9F4D768-D6C9-7CAE-E391-11A7AE72516D}"/>
              </a:ext>
            </a:extLst>
          </p:cNvPr>
          <p:cNvPicPr>
            <a:picLocks noChangeAspect="1"/>
          </p:cNvPicPr>
          <p:nvPr/>
        </p:nvPicPr>
        <p:blipFill>
          <a:blip r:embed="rId6"/>
          <a:stretch>
            <a:fillRect/>
          </a:stretch>
        </p:blipFill>
        <p:spPr>
          <a:xfrm>
            <a:off x="631825" y="6117616"/>
            <a:ext cx="2738120" cy="502259"/>
          </a:xfrm>
          <a:prstGeom prst="rect">
            <a:avLst/>
          </a:prstGeom>
        </p:spPr>
      </p:pic>
    </p:spTree>
    <p:extLst>
      <p:ext uri="{BB962C8B-B14F-4D97-AF65-F5344CB8AC3E}">
        <p14:creationId xmlns:p14="http://schemas.microsoft.com/office/powerpoint/2010/main" val="244795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Gradient Boosting (1)</a:t>
            </a:r>
            <a:endParaRPr sz="4000" dirty="0"/>
          </a:p>
        </p:txBody>
      </p:sp>
      <p:sp>
        <p:nvSpPr>
          <p:cNvPr id="84" name="Google Shape;84;p14"/>
          <p:cNvSpPr txBox="1">
            <a:spLocks noGrp="1"/>
          </p:cNvSpPr>
          <p:nvPr>
            <p:ph type="body" idx="1"/>
          </p:nvPr>
        </p:nvSpPr>
        <p:spPr>
          <a:xfrm>
            <a:off x="162750" y="1102635"/>
            <a:ext cx="8818500" cy="5334132"/>
          </a:xfrm>
          <a:prstGeom prst="rect">
            <a:avLst/>
          </a:prstGeom>
        </p:spPr>
        <p:txBody>
          <a:bodyPr spcFirstLastPara="1" wrap="square" lIns="91425" tIns="91425" rIns="91425" bIns="91425" anchor="t" anchorCtr="0">
            <a:noAutofit/>
          </a:bodyPr>
          <a:lstStyle/>
          <a:p>
            <a:r>
              <a:rPr lang="en-GB" dirty="0"/>
              <a:t>Instead of tweaking instance weights, it fit new predictors to the </a:t>
            </a:r>
            <a:r>
              <a:rPr lang="en-GB" b="1" dirty="0"/>
              <a:t>residual errors</a:t>
            </a:r>
            <a:endParaRPr lang="en-GB" dirty="0"/>
          </a:p>
          <a:p>
            <a:r>
              <a:rPr lang="en-GB" dirty="0"/>
              <a:t>Consider a regression problem:</a:t>
            </a:r>
          </a:p>
          <a:p>
            <a:pPr lvl="1"/>
            <a:r>
              <a:rPr lang="en-GB" dirty="0"/>
              <a:t>fit a regressor to the training set </a:t>
            </a:r>
          </a:p>
          <a:p>
            <a:pPr lvl="1"/>
            <a:r>
              <a:rPr lang="en-GB" dirty="0"/>
              <a:t>train a second regressor on the residual errors made by the first one</a:t>
            </a:r>
          </a:p>
          <a:p>
            <a:pPr lvl="1"/>
            <a:r>
              <a:rPr lang="en-GB" dirty="0"/>
              <a:t>train a third regressor on the residual errors made by the second, etc</a:t>
            </a:r>
          </a:p>
          <a:p>
            <a:pPr lvl="1"/>
            <a:endParaRPr lang="en-GB" dirty="0"/>
          </a:p>
          <a:p>
            <a:pPr lvl="1"/>
            <a:endParaRPr lang="en-GB" dirty="0"/>
          </a:p>
          <a:p>
            <a:pPr lvl="1"/>
            <a:endParaRPr lang="en-GB" dirty="0"/>
          </a:p>
          <a:p>
            <a:pPr lvl="1"/>
            <a:endParaRPr lang="en-GB" dirty="0"/>
          </a:p>
          <a:p>
            <a:pPr lvl="1"/>
            <a:endParaRPr lang="en-GB" dirty="0"/>
          </a:p>
          <a:p>
            <a:pPr lvl="1"/>
            <a:endParaRPr lang="en-GB" dirty="0"/>
          </a:p>
          <a:p>
            <a:pPr lvl="1"/>
            <a:endParaRPr lang="en-GB" dirty="0"/>
          </a:p>
          <a:p>
            <a:pPr lvl="1"/>
            <a:r>
              <a:rPr lang="en-GB" dirty="0"/>
              <a:t>finally we have an ensemble containing N regressors: </a:t>
            </a:r>
          </a:p>
          <a:p>
            <a:pPr lvl="2"/>
            <a:r>
              <a:rPr lang="en-GB" dirty="0"/>
              <a:t>it makes predictions simply adding the predictions of all the regressors</a:t>
            </a:r>
          </a:p>
          <a:p>
            <a:pPr marL="590550" lvl="1" indent="0">
              <a:buNone/>
            </a:pPr>
            <a:r>
              <a:rPr lang="en-GB" b="1" dirty="0"/>
              <a:t>	</a:t>
            </a:r>
            <a:br>
              <a:rPr lang="en-GB" b="1" dirty="0"/>
            </a:br>
            <a:r>
              <a:rPr lang="en-GB" b="1" dirty="0"/>
              <a:t>	</a:t>
            </a:r>
          </a:p>
          <a:p>
            <a:pPr marL="590550" lvl="1" indent="0">
              <a:buNone/>
            </a:pPr>
            <a:endParaRPr lang="en-GB" dirty="0"/>
          </a:p>
          <a:p>
            <a:pPr lvl="1"/>
            <a:endParaRPr lang="en-GB" dirty="0"/>
          </a:p>
        </p:txBody>
      </p:sp>
      <p:pic>
        <p:nvPicPr>
          <p:cNvPr id="3" name="Immagine 2" descr="Immagine che contiene diagramma&#10;&#10;Descrizione generata automaticamente">
            <a:extLst>
              <a:ext uri="{FF2B5EF4-FFF2-40B4-BE49-F238E27FC236}">
                <a16:creationId xmlns:a16="http://schemas.microsoft.com/office/drawing/2014/main" id="{F013D6CD-A717-C25E-7854-78A98A4C78B9}"/>
              </a:ext>
            </a:extLst>
          </p:cNvPr>
          <p:cNvPicPr>
            <a:picLocks noChangeAspect="1"/>
          </p:cNvPicPr>
          <p:nvPr/>
        </p:nvPicPr>
        <p:blipFill>
          <a:blip r:embed="rId3"/>
          <a:stretch>
            <a:fillRect/>
          </a:stretch>
        </p:blipFill>
        <p:spPr>
          <a:xfrm>
            <a:off x="1780350" y="2981324"/>
            <a:ext cx="4739390" cy="2581275"/>
          </a:xfrm>
          <a:prstGeom prst="rect">
            <a:avLst/>
          </a:prstGeom>
        </p:spPr>
      </p:pic>
    </p:spTree>
    <p:extLst>
      <p:ext uri="{BB962C8B-B14F-4D97-AF65-F5344CB8AC3E}">
        <p14:creationId xmlns:p14="http://schemas.microsoft.com/office/powerpoint/2010/main" val="400298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Gradient Boosting (2)</a:t>
            </a:r>
            <a:endParaRPr sz="4000" dirty="0"/>
          </a:p>
        </p:txBody>
      </p:sp>
      <p:sp>
        <p:nvSpPr>
          <p:cNvPr id="84" name="Google Shape;84;p14"/>
          <p:cNvSpPr txBox="1">
            <a:spLocks noGrp="1"/>
          </p:cNvSpPr>
          <p:nvPr>
            <p:ph type="body" idx="1"/>
          </p:nvPr>
        </p:nvSpPr>
        <p:spPr>
          <a:xfrm>
            <a:off x="162750" y="1212537"/>
            <a:ext cx="8818500" cy="5349628"/>
          </a:xfrm>
          <a:prstGeom prst="rect">
            <a:avLst/>
          </a:prstGeom>
        </p:spPr>
        <p:txBody>
          <a:bodyPr spcFirstLastPara="1" wrap="square" lIns="91425" tIns="91425" rIns="91425" bIns="91425" anchor="t" anchorCtr="0">
            <a:noAutofit/>
          </a:bodyPr>
          <a:lstStyle/>
          <a:p>
            <a:pPr lvl="0"/>
            <a:r>
              <a:rPr lang="en-GB" dirty="0"/>
              <a:t>Example with a noisy quadratic training set</a:t>
            </a:r>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sz="800" b="1" dirty="0"/>
          </a:p>
          <a:p>
            <a:pPr lvl="0"/>
            <a:r>
              <a:rPr lang="en-GB" dirty="0"/>
              <a:t>We can see that the ensemble’s predictions gradually get better as estimators are added to the ensemble</a:t>
            </a:r>
          </a:p>
          <a:p>
            <a:pPr marL="590550" lvl="1" indent="0">
              <a:buNone/>
            </a:pPr>
            <a:endParaRPr lang="en-GB" dirty="0"/>
          </a:p>
          <a:p>
            <a:pPr lvl="1"/>
            <a:endParaRPr lang="en-GB" dirty="0"/>
          </a:p>
        </p:txBody>
      </p:sp>
      <p:pic>
        <p:nvPicPr>
          <p:cNvPr id="5" name="Immagine 4" descr="Immagine che contiene grafico&#10;&#10;Descrizione generata automaticamente">
            <a:extLst>
              <a:ext uri="{FF2B5EF4-FFF2-40B4-BE49-F238E27FC236}">
                <a16:creationId xmlns:a16="http://schemas.microsoft.com/office/drawing/2014/main" id="{A75AC74C-DF01-CCC1-683C-5825C9727933}"/>
              </a:ext>
            </a:extLst>
          </p:cNvPr>
          <p:cNvPicPr>
            <a:picLocks noChangeAspect="1"/>
          </p:cNvPicPr>
          <p:nvPr/>
        </p:nvPicPr>
        <p:blipFill>
          <a:blip r:embed="rId3"/>
          <a:stretch>
            <a:fillRect/>
          </a:stretch>
        </p:blipFill>
        <p:spPr>
          <a:xfrm>
            <a:off x="3127259" y="1857376"/>
            <a:ext cx="2918813" cy="1744578"/>
          </a:xfrm>
          <a:prstGeom prst="rect">
            <a:avLst/>
          </a:prstGeom>
        </p:spPr>
      </p:pic>
      <p:pic>
        <p:nvPicPr>
          <p:cNvPr id="7" name="Immagine 6" descr="Immagine che contiene grafico&#10;&#10;Descrizione generata automaticamente">
            <a:extLst>
              <a:ext uri="{FF2B5EF4-FFF2-40B4-BE49-F238E27FC236}">
                <a16:creationId xmlns:a16="http://schemas.microsoft.com/office/drawing/2014/main" id="{97D7BC1C-95A2-879C-38CE-3829E835C585}"/>
              </a:ext>
            </a:extLst>
          </p:cNvPr>
          <p:cNvPicPr>
            <a:picLocks noChangeAspect="1"/>
          </p:cNvPicPr>
          <p:nvPr/>
        </p:nvPicPr>
        <p:blipFill>
          <a:blip r:embed="rId4"/>
          <a:stretch>
            <a:fillRect/>
          </a:stretch>
        </p:blipFill>
        <p:spPr>
          <a:xfrm>
            <a:off x="6101293" y="1838326"/>
            <a:ext cx="2987341" cy="1924051"/>
          </a:xfrm>
          <a:prstGeom prst="rect">
            <a:avLst/>
          </a:prstGeom>
        </p:spPr>
      </p:pic>
      <p:pic>
        <p:nvPicPr>
          <p:cNvPr id="9" name="Immagine 8" descr="Immagine che contiene grafico&#10;&#10;Descrizione generata automaticamente">
            <a:extLst>
              <a:ext uri="{FF2B5EF4-FFF2-40B4-BE49-F238E27FC236}">
                <a16:creationId xmlns:a16="http://schemas.microsoft.com/office/drawing/2014/main" id="{2D136C6B-A002-84B5-3904-C5454A907607}"/>
              </a:ext>
            </a:extLst>
          </p:cNvPr>
          <p:cNvPicPr>
            <a:picLocks noChangeAspect="1"/>
          </p:cNvPicPr>
          <p:nvPr/>
        </p:nvPicPr>
        <p:blipFill>
          <a:blip r:embed="rId5"/>
          <a:stretch>
            <a:fillRect/>
          </a:stretch>
        </p:blipFill>
        <p:spPr>
          <a:xfrm>
            <a:off x="6165957" y="3762377"/>
            <a:ext cx="2978043" cy="2008052"/>
          </a:xfrm>
          <a:prstGeom prst="rect">
            <a:avLst/>
          </a:prstGeom>
        </p:spPr>
      </p:pic>
      <p:grpSp>
        <p:nvGrpSpPr>
          <p:cNvPr id="11" name="Gruppo 10">
            <a:extLst>
              <a:ext uri="{FF2B5EF4-FFF2-40B4-BE49-F238E27FC236}">
                <a16:creationId xmlns:a16="http://schemas.microsoft.com/office/drawing/2014/main" id="{84B1FA10-1752-6ECE-C963-31A582D41849}"/>
              </a:ext>
            </a:extLst>
          </p:cNvPr>
          <p:cNvGrpSpPr/>
          <p:nvPr/>
        </p:nvGrpSpPr>
        <p:grpSpPr>
          <a:xfrm>
            <a:off x="384175" y="1812393"/>
            <a:ext cx="2752609" cy="1789560"/>
            <a:chOff x="384175" y="1812393"/>
            <a:chExt cx="2752609" cy="1789560"/>
          </a:xfrm>
        </p:grpSpPr>
        <p:pic>
          <p:nvPicPr>
            <p:cNvPr id="3" name="Immagine 2" descr="Immagine che contiene grafico&#10;&#10;Descrizione generata automaticamente">
              <a:extLst>
                <a:ext uri="{FF2B5EF4-FFF2-40B4-BE49-F238E27FC236}">
                  <a16:creationId xmlns:a16="http://schemas.microsoft.com/office/drawing/2014/main" id="{D5CE4561-80BF-60B6-2471-0291FD24DB53}"/>
                </a:ext>
              </a:extLst>
            </p:cNvPr>
            <p:cNvPicPr>
              <a:picLocks noChangeAspect="1"/>
            </p:cNvPicPr>
            <p:nvPr/>
          </p:nvPicPr>
          <p:blipFill>
            <a:blip r:embed="rId6"/>
            <a:stretch>
              <a:fillRect/>
            </a:stretch>
          </p:blipFill>
          <p:spPr>
            <a:xfrm>
              <a:off x="384175" y="1828800"/>
              <a:ext cx="2752609" cy="1773153"/>
            </a:xfrm>
            <a:prstGeom prst="rect">
              <a:avLst/>
            </a:prstGeom>
          </p:spPr>
        </p:pic>
        <p:sp>
          <p:nvSpPr>
            <p:cNvPr id="10" name="Rettangolo 9">
              <a:extLst>
                <a:ext uri="{FF2B5EF4-FFF2-40B4-BE49-F238E27FC236}">
                  <a16:creationId xmlns:a16="http://schemas.microsoft.com/office/drawing/2014/main" id="{286FCD0E-69BA-08CF-BD56-4AFB78C734BF}"/>
                </a:ext>
              </a:extLst>
            </p:cNvPr>
            <p:cNvSpPr/>
            <p:nvPr/>
          </p:nvSpPr>
          <p:spPr>
            <a:xfrm>
              <a:off x="771525" y="1812393"/>
              <a:ext cx="2143125" cy="640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grpSp>
      <p:pic>
        <p:nvPicPr>
          <p:cNvPr id="13" name="Immagine 12" descr="Immagine che contiene grafico&#10;&#10;Descrizione generata automaticamente">
            <a:extLst>
              <a:ext uri="{FF2B5EF4-FFF2-40B4-BE49-F238E27FC236}">
                <a16:creationId xmlns:a16="http://schemas.microsoft.com/office/drawing/2014/main" id="{1AF9BF6B-76DA-5D14-EEAF-4434C6D6BA56}"/>
              </a:ext>
            </a:extLst>
          </p:cNvPr>
          <p:cNvPicPr>
            <a:picLocks noChangeAspect="1"/>
          </p:cNvPicPr>
          <p:nvPr/>
        </p:nvPicPr>
        <p:blipFill>
          <a:blip r:embed="rId7"/>
          <a:stretch>
            <a:fillRect/>
          </a:stretch>
        </p:blipFill>
        <p:spPr>
          <a:xfrm>
            <a:off x="3279182" y="3790953"/>
            <a:ext cx="2822111" cy="1744578"/>
          </a:xfrm>
          <a:prstGeom prst="rect">
            <a:avLst/>
          </a:prstGeom>
        </p:spPr>
      </p:pic>
    </p:spTree>
    <p:extLst>
      <p:ext uri="{BB962C8B-B14F-4D97-AF65-F5344CB8AC3E}">
        <p14:creationId xmlns:p14="http://schemas.microsoft.com/office/powerpoint/2010/main" val="36240717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Shrinkage</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Two hyperparameters:</a:t>
            </a:r>
          </a:p>
          <a:p>
            <a:pPr lvl="1"/>
            <a:r>
              <a:rPr lang="en-GB" b="1" dirty="0"/>
              <a:t>number of estimators</a:t>
            </a:r>
          </a:p>
          <a:p>
            <a:pPr lvl="1"/>
            <a:r>
              <a:rPr lang="en-GB" b="1" dirty="0"/>
              <a:t>shrinkage </a:t>
            </a:r>
            <a:r>
              <a:rPr lang="en-GB" dirty="0"/>
              <a:t>to scales the contribution of each estimator</a:t>
            </a:r>
          </a:p>
          <a:p>
            <a:r>
              <a:rPr lang="en-GB" dirty="0"/>
              <a:t>if shrinkage is low, we need more estimator to fit the training set but predictions will usually generalize better</a:t>
            </a:r>
          </a:p>
          <a:p>
            <a:pPr lvl="1"/>
            <a:r>
              <a:rPr lang="en-GB" dirty="0"/>
              <a:t>regularization technique</a:t>
            </a:r>
            <a:endParaRPr lang="en-GB" sz="800" dirty="0"/>
          </a:p>
          <a:p>
            <a:r>
              <a:rPr lang="en-GB" dirty="0"/>
              <a:t>Example: the first ensemble does not have enough trees to fit the training set, the second overfits, while the third seems good</a:t>
            </a:r>
          </a:p>
          <a:p>
            <a:endParaRPr lang="en-GB" b="1" dirty="0"/>
          </a:p>
          <a:p>
            <a:endParaRPr lang="en-GB" b="1" dirty="0"/>
          </a:p>
          <a:p>
            <a:endParaRPr lang="en-GB" b="1" dirty="0"/>
          </a:p>
          <a:p>
            <a:endParaRPr lang="en-GB" b="1" dirty="0"/>
          </a:p>
          <a:p>
            <a:endParaRPr lang="en-GB" b="1" dirty="0"/>
          </a:p>
          <a:p>
            <a:endParaRPr lang="en-GB" b="1" dirty="0"/>
          </a:p>
          <a:p>
            <a:endParaRPr lang="en-GB" b="1" dirty="0"/>
          </a:p>
          <a:p>
            <a:r>
              <a:rPr lang="en-GB" dirty="0"/>
              <a:t>In order to find the optimal number of estimators, we can use early stopping</a:t>
            </a:r>
          </a:p>
          <a:p>
            <a:pPr marL="590550" lvl="1" indent="0">
              <a:buNone/>
            </a:pPr>
            <a:endParaRPr lang="en-GB" dirty="0"/>
          </a:p>
          <a:p>
            <a:pPr lvl="1"/>
            <a:endParaRPr lang="en-GB" dirty="0"/>
          </a:p>
        </p:txBody>
      </p:sp>
      <p:pic>
        <p:nvPicPr>
          <p:cNvPr id="7" name="Immagine 6">
            <a:extLst>
              <a:ext uri="{FF2B5EF4-FFF2-40B4-BE49-F238E27FC236}">
                <a16:creationId xmlns:a16="http://schemas.microsoft.com/office/drawing/2014/main" id="{D6415912-D79F-2EB9-8EE8-37872B20216F}"/>
              </a:ext>
            </a:extLst>
          </p:cNvPr>
          <p:cNvPicPr>
            <a:picLocks noChangeAspect="1"/>
          </p:cNvPicPr>
          <p:nvPr/>
        </p:nvPicPr>
        <p:blipFill>
          <a:blip r:embed="rId3"/>
          <a:stretch>
            <a:fillRect/>
          </a:stretch>
        </p:blipFill>
        <p:spPr>
          <a:xfrm>
            <a:off x="547850" y="4001043"/>
            <a:ext cx="8048299" cy="1897733"/>
          </a:xfrm>
          <a:prstGeom prst="rect">
            <a:avLst/>
          </a:prstGeom>
        </p:spPr>
      </p:pic>
    </p:spTree>
    <p:extLst>
      <p:ext uri="{BB962C8B-B14F-4D97-AF65-F5344CB8AC3E}">
        <p14:creationId xmlns:p14="http://schemas.microsoft.com/office/powerpoint/2010/main" val="497513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Stacking (1)</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Instead of using trivial functions (such as hard voting) to aggregate the predictions of all predictors in an ensemble, why don’t we train a model to perform this aggregation?</a:t>
            </a:r>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r>
              <a:rPr lang="en-GB" dirty="0">
                <a:highlight>
                  <a:srgbClr val="FFFF00"/>
                </a:highlight>
              </a:rPr>
              <a:t>See “</a:t>
            </a:r>
            <a:r>
              <a:rPr lang="en-GB" dirty="0" err="1">
                <a:highlight>
                  <a:srgbClr val="FFFF00"/>
                </a:highlight>
              </a:rPr>
              <a:t>stacking.ipynb</a:t>
            </a:r>
            <a:r>
              <a:rPr lang="en-GB" dirty="0">
                <a:highlight>
                  <a:srgbClr val="FFFF00"/>
                </a:highlight>
              </a:rPr>
              <a:t>” notebook</a:t>
            </a:r>
          </a:p>
          <a:p>
            <a:pPr lvl="0"/>
            <a:endParaRPr lang="en-GB" b="1" dirty="0"/>
          </a:p>
          <a:p>
            <a:pPr marL="590550" lvl="1" indent="0">
              <a:buNone/>
            </a:pPr>
            <a:endParaRPr lang="en-GB" dirty="0"/>
          </a:p>
          <a:p>
            <a:pPr lvl="1"/>
            <a:endParaRPr lang="en-GB" dirty="0"/>
          </a:p>
        </p:txBody>
      </p:sp>
      <p:pic>
        <p:nvPicPr>
          <p:cNvPr id="3" name="Immagine 2">
            <a:extLst>
              <a:ext uri="{FF2B5EF4-FFF2-40B4-BE49-F238E27FC236}">
                <a16:creationId xmlns:a16="http://schemas.microsoft.com/office/drawing/2014/main" id="{4828F9D8-99DB-31AE-6FE8-3E21C31C9C7B}"/>
              </a:ext>
            </a:extLst>
          </p:cNvPr>
          <p:cNvPicPr>
            <a:picLocks noChangeAspect="1"/>
          </p:cNvPicPr>
          <p:nvPr/>
        </p:nvPicPr>
        <p:blipFill>
          <a:blip r:embed="rId3"/>
          <a:stretch>
            <a:fillRect/>
          </a:stretch>
        </p:blipFill>
        <p:spPr>
          <a:xfrm>
            <a:off x="662881" y="2401667"/>
            <a:ext cx="8066181" cy="3026082"/>
          </a:xfrm>
          <a:prstGeom prst="rect">
            <a:avLst/>
          </a:prstGeom>
        </p:spPr>
      </p:pic>
    </p:spTree>
    <p:extLst>
      <p:ext uri="{BB962C8B-B14F-4D97-AF65-F5344CB8AC3E}">
        <p14:creationId xmlns:p14="http://schemas.microsoft.com/office/powerpoint/2010/main" val="39981469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Stacking (2)</a:t>
            </a:r>
            <a:endParaRPr sz="4000" dirty="0"/>
          </a:p>
        </p:txBody>
      </p:sp>
      <p:sp>
        <p:nvSpPr>
          <p:cNvPr id="84" name="Google Shape;84;p14"/>
          <p:cNvSpPr txBox="1">
            <a:spLocks noGrp="1"/>
          </p:cNvSpPr>
          <p:nvPr>
            <p:ph type="body" idx="1"/>
          </p:nvPr>
        </p:nvSpPr>
        <p:spPr>
          <a:xfrm>
            <a:off x="162750" y="1007637"/>
            <a:ext cx="8818500" cy="5224230"/>
          </a:xfrm>
          <a:prstGeom prst="rect">
            <a:avLst/>
          </a:prstGeom>
        </p:spPr>
        <p:txBody>
          <a:bodyPr spcFirstLastPara="1" wrap="square" lIns="91425" tIns="91425" rIns="91425" bIns="91425" anchor="t" anchorCtr="0">
            <a:noAutofit/>
          </a:bodyPr>
          <a:lstStyle/>
          <a:p>
            <a:pPr lvl="0"/>
            <a:r>
              <a:rPr lang="en-GB" dirty="0"/>
              <a:t>To train the </a:t>
            </a:r>
            <a:r>
              <a:rPr lang="en-GB" b="1" dirty="0"/>
              <a:t>meta-learner</a:t>
            </a:r>
            <a:r>
              <a:rPr lang="en-GB" dirty="0"/>
              <a:t> ( </a:t>
            </a:r>
            <a:r>
              <a:rPr lang="en-GB" b="1" dirty="0"/>
              <a:t>blender</a:t>
            </a:r>
            <a:r>
              <a:rPr lang="en-GB" dirty="0"/>
              <a:t>) we can use a </a:t>
            </a:r>
            <a:r>
              <a:rPr lang="en-GB" b="1" dirty="0"/>
              <a:t>hold-out set</a:t>
            </a:r>
            <a:r>
              <a:rPr lang="en-GB" dirty="0"/>
              <a:t> </a:t>
            </a:r>
          </a:p>
          <a:p>
            <a:pPr lvl="0"/>
            <a:r>
              <a:rPr lang="en-GB" dirty="0"/>
              <a:t>The training set is split into two subsets</a:t>
            </a:r>
          </a:p>
          <a:p>
            <a:pPr lvl="1"/>
            <a:r>
              <a:rPr lang="en-GB" dirty="0"/>
              <a:t>one is used to train the predictors</a:t>
            </a:r>
          </a:p>
          <a:p>
            <a:pPr lvl="1"/>
            <a:r>
              <a:rPr lang="en-GB" dirty="0"/>
              <a:t>the second (hold-out) is used to makes predictions</a:t>
            </a:r>
          </a:p>
          <a:p>
            <a:pPr lvl="2"/>
            <a:r>
              <a:rPr lang="en-GB" dirty="0"/>
              <a:t>this ensures “clean” predictions : predictors never saw these instances during training</a:t>
            </a:r>
          </a:p>
          <a:p>
            <a:pPr lvl="1"/>
            <a:r>
              <a:rPr lang="en-GB" dirty="0"/>
              <a:t>for each instance in the hold-out set, there are N predicted values</a:t>
            </a:r>
          </a:p>
          <a:p>
            <a:r>
              <a:rPr lang="en-GB" dirty="0"/>
              <a:t>We create a new training set using these predicted values and keeping targets</a:t>
            </a:r>
          </a:p>
          <a:p>
            <a:r>
              <a:rPr lang="en-GB" dirty="0"/>
              <a:t>The blender is trained on this new training set</a:t>
            </a:r>
            <a:endParaRPr lang="en-GB" b="1" dirty="0"/>
          </a:p>
          <a:p>
            <a:pPr marL="590550" lvl="1" indent="0">
              <a:buNone/>
            </a:pPr>
            <a:endParaRPr lang="en-GB" dirty="0"/>
          </a:p>
          <a:p>
            <a:pPr lvl="1"/>
            <a:endParaRPr lang="en-GB" dirty="0"/>
          </a:p>
        </p:txBody>
      </p:sp>
      <p:pic>
        <p:nvPicPr>
          <p:cNvPr id="3" name="Immagine 2">
            <a:extLst>
              <a:ext uri="{FF2B5EF4-FFF2-40B4-BE49-F238E27FC236}">
                <a16:creationId xmlns:a16="http://schemas.microsoft.com/office/drawing/2014/main" id="{B2C1E48F-0164-2384-75F1-CD334D686934}"/>
              </a:ext>
            </a:extLst>
          </p:cNvPr>
          <p:cNvPicPr>
            <a:picLocks noChangeAspect="1"/>
          </p:cNvPicPr>
          <p:nvPr/>
        </p:nvPicPr>
        <p:blipFill>
          <a:blip r:embed="rId3"/>
          <a:stretch>
            <a:fillRect/>
          </a:stretch>
        </p:blipFill>
        <p:spPr>
          <a:xfrm>
            <a:off x="1094873" y="3805566"/>
            <a:ext cx="6954253" cy="2781701"/>
          </a:xfrm>
          <a:prstGeom prst="rect">
            <a:avLst/>
          </a:prstGeom>
        </p:spPr>
      </p:pic>
    </p:spTree>
    <p:extLst>
      <p:ext uri="{BB962C8B-B14F-4D97-AF65-F5344CB8AC3E}">
        <p14:creationId xmlns:p14="http://schemas.microsoft.com/office/powerpoint/2010/main" val="19650022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Exercise</a:t>
            </a:r>
            <a:endParaRPr dirty="0"/>
          </a:p>
        </p:txBody>
      </p:sp>
      <p:sp>
        <p:nvSpPr>
          <p:cNvPr id="84" name="Google Shape;84;p14"/>
          <p:cNvSpPr txBox="1">
            <a:spLocks noGrp="1"/>
          </p:cNvSpPr>
          <p:nvPr>
            <p:ph type="body" idx="1"/>
          </p:nvPr>
        </p:nvSpPr>
        <p:spPr>
          <a:xfrm>
            <a:off x="311700" y="1006092"/>
            <a:ext cx="8520600" cy="5635339"/>
          </a:xfrm>
          <a:prstGeom prst="rect">
            <a:avLst/>
          </a:prstGeom>
        </p:spPr>
        <p:txBody>
          <a:bodyPr spcFirstLastPara="1" wrap="square" lIns="91425" tIns="91425" rIns="91425" bIns="91425" anchor="t" anchorCtr="0">
            <a:noAutofit/>
          </a:bodyPr>
          <a:lstStyle/>
          <a:p>
            <a:pPr lvl="0"/>
            <a:r>
              <a:rPr lang="en-GB" sz="1800" dirty="0"/>
              <a:t>1 - Load the MNIST data and split it into a training set, a validation set, and a test set. Then train various classifiers. Next, try to combine them into an ensemble that outperforms each individual classifier on the validation set, using soft or hard voting. Once you have found one, try it on the test set. How much better does it perform compared to the individual classifiers?</a:t>
            </a:r>
          </a:p>
          <a:p>
            <a:pPr lvl="0"/>
            <a:endParaRPr lang="en-GB" sz="1050" dirty="0"/>
          </a:p>
          <a:p>
            <a:pPr lvl="0"/>
            <a:r>
              <a:rPr lang="en-GB" sz="1800" dirty="0"/>
              <a:t>2 - Run the individual classifiers to make predictions on the validation set, and create a new training set with the resulting predictions: each training instance is a vector containing the set of predictions from all your classifiers for an image, and the target is the image’s class. Train a classifier on this new training set. We have just trained a blender, and together with the classifiers it forms a stacking ensemble! Now evaluate the ensemble on the test set. For each image in the test set, make predictions with all your classifiers, then feed the predictions to the blender to get the ensemble’s predictions. How does it compare to the voting classifier you trained earlier?</a:t>
            </a:r>
          </a:p>
          <a:p>
            <a:pPr lvl="0"/>
            <a:endParaRPr lang="en-GB" sz="1100" dirty="0"/>
          </a:p>
          <a:p>
            <a:r>
              <a:rPr lang="en-GB" sz="1800" dirty="0">
                <a:highlight>
                  <a:srgbClr val="FFFF00"/>
                </a:highlight>
              </a:rPr>
              <a:t>See “</a:t>
            </a:r>
            <a:r>
              <a:rPr lang="en-GB" sz="1800" dirty="0" err="1">
                <a:highlight>
                  <a:srgbClr val="FFFF00"/>
                </a:highlight>
              </a:rPr>
              <a:t>exercise.ipynb</a:t>
            </a:r>
            <a:r>
              <a:rPr lang="en-GB" sz="1800" dirty="0">
                <a:highlight>
                  <a:srgbClr val="FFFF00"/>
                </a:highlight>
              </a:rPr>
              <a:t>” notebook</a:t>
            </a:r>
          </a:p>
          <a:p>
            <a:pPr lvl="0"/>
            <a:endParaRPr lang="en-GB" sz="1800" dirty="0"/>
          </a:p>
          <a:p>
            <a:pPr lvl="0"/>
            <a:endParaRPr lang="en-GB" sz="1800" dirty="0"/>
          </a:p>
          <a:p>
            <a:pPr lvl="0"/>
            <a:endParaRPr lang="en-GB" sz="1800" dirty="0"/>
          </a:p>
          <a:p>
            <a:pPr marL="120650" indent="0">
              <a:buNone/>
            </a:pPr>
            <a:endParaRPr lang="en-GB" sz="1800" dirty="0"/>
          </a:p>
          <a:p>
            <a:pPr lvl="0"/>
            <a:endParaRPr lang="en-GB" sz="1800" dirty="0"/>
          </a:p>
          <a:p>
            <a:pPr lvl="0"/>
            <a:endParaRPr lang="en-GB" dirty="0"/>
          </a:p>
        </p:txBody>
      </p:sp>
    </p:spTree>
    <p:extLst>
      <p:ext uri="{BB962C8B-B14F-4D97-AF65-F5344CB8AC3E}">
        <p14:creationId xmlns:p14="http://schemas.microsoft.com/office/powerpoint/2010/main" val="1073505695"/>
      </p:ext>
    </p:extLst>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16761</TotalTime>
  <Words>1861</Words>
  <Application>Microsoft Macintosh PowerPoint</Application>
  <PresentationFormat>Presentazione su schermo (4:3)</PresentationFormat>
  <Paragraphs>296</Paragraphs>
  <Slides>21</Slides>
  <Notes>21</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21</vt:i4>
      </vt:variant>
    </vt:vector>
  </HeadingPairs>
  <TitlesOfParts>
    <vt:vector size="25" baseType="lpstr">
      <vt:lpstr>Economica</vt:lpstr>
      <vt:lpstr>Arial</vt:lpstr>
      <vt:lpstr>Open Sans</vt:lpstr>
      <vt:lpstr>Luxe</vt:lpstr>
      <vt:lpstr>Ensemble Learning</vt:lpstr>
      <vt:lpstr>Topics</vt:lpstr>
      <vt:lpstr>Wisdom of the crowd</vt:lpstr>
      <vt:lpstr>Majority vote</vt:lpstr>
      <vt:lpstr>Voting Classifier</vt:lpstr>
      <vt:lpstr>Soft Voting</vt:lpstr>
      <vt:lpstr>Bootstrapping</vt:lpstr>
      <vt:lpstr>Bagging</vt:lpstr>
      <vt:lpstr>Out-of-bag</vt:lpstr>
      <vt:lpstr>Random Subspaces and Random Patches </vt:lpstr>
      <vt:lpstr>Random Forests (1)</vt:lpstr>
      <vt:lpstr>Random Forests (2)</vt:lpstr>
      <vt:lpstr>Feature importance</vt:lpstr>
      <vt:lpstr>Adaptive Boosting (1)</vt:lpstr>
      <vt:lpstr>Adaptive Boosting (2)</vt:lpstr>
      <vt:lpstr>Gradient Boosting (1)</vt:lpstr>
      <vt:lpstr>Gradient Boosting (2)</vt:lpstr>
      <vt:lpstr>Shrinkage</vt:lpstr>
      <vt:lpstr>Stacking (1)</vt:lpstr>
      <vt:lpstr>Stacking (2)</vt:lpstr>
      <vt:lpstr>Exercise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Digital Abstraction</dc:title>
  <dc:subject/>
  <dc:creator/>
  <cp:keywords/>
  <dc:description/>
  <cp:lastModifiedBy>Riccardo Berta</cp:lastModifiedBy>
  <cp:revision>34</cp:revision>
  <dcterms:modified xsi:type="dcterms:W3CDTF">2023-05-15T09:03:44Z</dcterms:modified>
  <cp:category/>
</cp:coreProperties>
</file>